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8288000" cy="10287000"/>
  <p:notesSz cx="6858000" cy="9144000"/>
  <p:embeddedFontLst>
    <p:embeddedFont>
      <p:font typeface="Bobby Jones" panose="020B0604020202020204" charset="0"/>
      <p:regular r:id="rId16"/>
    </p:embeddedFont>
    <p:embeddedFont>
      <p:font typeface="IBM Plex Mono" panose="020B0509050203000203" pitchFamily="49" charset="0"/>
      <p:regular r:id="rId17"/>
      <p:bold r:id="rId18"/>
      <p:italic r:id="rId19"/>
      <p:boldItalic r:id="rId20"/>
    </p:embeddedFont>
    <p:embeddedFont>
      <p:font typeface="IBM Plex Mono Bold" panose="020B0809050203000203" pitchFamily="49" charset="0"/>
      <p:regular r:id="rId21"/>
      <p:bold r:id="rId22"/>
    </p:embeddedFont>
    <p:embeddedFont>
      <p:font typeface="IBM Plex Mono Medium" panose="020B0609050203000203" pitchFamily="49" charset="0"/>
      <p:regular r:id="rId23"/>
      <p: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D6CD3D-4AC1-B6F2-C323-998E8C8197E4}" v="21" dt="2025-08-29T19:55:13.5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font" Target="fonts/font6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9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7.fntdata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ne Provencher" userId="S::a-provencher-2@csspi.gouv.qc.ca::3145666d-77c1-4ed5-8175-9cc322cd5fee" providerId="AD" clId="Web-{3FD6CD3D-4AC1-B6F2-C323-998E8C8197E4}"/>
    <pc:docChg chg="modSld">
      <pc:chgData name="Alexanne Provencher" userId="S::a-provencher-2@csspi.gouv.qc.ca::3145666d-77c1-4ed5-8175-9cc322cd5fee" providerId="AD" clId="Web-{3FD6CD3D-4AC1-B6F2-C323-998E8C8197E4}" dt="2025-08-29T19:55:13.505" v="20"/>
      <pc:docMkLst>
        <pc:docMk/>
      </pc:docMkLst>
      <pc:sldChg chg="addSp modSp">
        <pc:chgData name="Alexanne Provencher" userId="S::a-provencher-2@csspi.gouv.qc.ca::3145666d-77c1-4ed5-8175-9cc322cd5fee" providerId="AD" clId="Web-{3FD6CD3D-4AC1-B6F2-C323-998E8C8197E4}" dt="2025-08-29T19:54:14.598" v="8" actId="1076"/>
        <pc:sldMkLst>
          <pc:docMk/>
          <pc:sldMk cId="0" sldId="261"/>
        </pc:sldMkLst>
        <pc:spChg chg="mod">
          <ac:chgData name="Alexanne Provencher" userId="S::a-provencher-2@csspi.gouv.qc.ca::3145666d-77c1-4ed5-8175-9cc322cd5fee" providerId="AD" clId="Web-{3FD6CD3D-4AC1-B6F2-C323-998E8C8197E4}" dt="2025-08-29T19:54:14.598" v="7" actId="1076"/>
          <ac:spMkLst>
            <pc:docMk/>
            <pc:sldMk cId="0" sldId="261"/>
            <ac:spMk id="8" creationId="{00000000-0000-0000-0000-000000000000}"/>
          </ac:spMkLst>
        </pc:spChg>
        <pc:spChg chg="mod">
          <ac:chgData name="Alexanne Provencher" userId="S::a-provencher-2@csspi.gouv.qc.ca::3145666d-77c1-4ed5-8175-9cc322cd5fee" providerId="AD" clId="Web-{3FD6CD3D-4AC1-B6F2-C323-998E8C8197E4}" dt="2025-08-29T19:54:14.598" v="8" actId="1076"/>
          <ac:spMkLst>
            <pc:docMk/>
            <pc:sldMk cId="0" sldId="261"/>
            <ac:spMk id="9" creationId="{00000000-0000-0000-0000-000000000000}"/>
          </ac:spMkLst>
        </pc:spChg>
        <pc:grpChg chg="mod">
          <ac:chgData name="Alexanne Provencher" userId="S::a-provencher-2@csspi.gouv.qc.ca::3145666d-77c1-4ed5-8175-9cc322cd5fee" providerId="AD" clId="Web-{3FD6CD3D-4AC1-B6F2-C323-998E8C8197E4}" dt="2025-08-29T19:54:14.598" v="6" actId="1076"/>
          <ac:grpSpMkLst>
            <pc:docMk/>
            <pc:sldMk cId="0" sldId="261"/>
            <ac:grpSpMk id="3" creationId="{00000000-0000-0000-0000-000000000000}"/>
          </ac:grpSpMkLst>
        </pc:grpChg>
        <pc:grpChg chg="mod">
          <ac:chgData name="Alexanne Provencher" userId="S::a-provencher-2@csspi.gouv.qc.ca::3145666d-77c1-4ed5-8175-9cc322cd5fee" providerId="AD" clId="Web-{3FD6CD3D-4AC1-B6F2-C323-998E8C8197E4}" dt="2025-08-29T19:54:02.770" v="3" actId="14100"/>
          <ac:grpSpMkLst>
            <pc:docMk/>
            <pc:sldMk cId="0" sldId="261"/>
            <ac:grpSpMk id="10" creationId="{00000000-0000-0000-0000-000000000000}"/>
          </ac:grpSpMkLst>
        </pc:grpChg>
        <pc:picChg chg="add mod">
          <ac:chgData name="Alexanne Provencher" userId="S::a-provencher-2@csspi.gouv.qc.ca::3145666d-77c1-4ed5-8175-9cc322cd5fee" providerId="AD" clId="Web-{3FD6CD3D-4AC1-B6F2-C323-998E8C8197E4}" dt="2025-08-29T19:53:51.645" v="2" actId="14100"/>
          <ac:picMkLst>
            <pc:docMk/>
            <pc:sldMk cId="0" sldId="261"/>
            <ac:picMk id="13" creationId="{9A26BC64-7069-836F-02C0-09326375A378}"/>
          </ac:picMkLst>
        </pc:picChg>
      </pc:sldChg>
      <pc:sldChg chg="addSp modSp">
        <pc:chgData name="Alexanne Provencher" userId="S::a-provencher-2@csspi.gouv.qc.ca::3145666d-77c1-4ed5-8175-9cc322cd5fee" providerId="AD" clId="Web-{3FD6CD3D-4AC1-B6F2-C323-998E8C8197E4}" dt="2025-08-29T19:55:13.505" v="20"/>
        <pc:sldMkLst>
          <pc:docMk/>
          <pc:sldMk cId="0" sldId="262"/>
        </pc:sldMkLst>
        <pc:spChg chg="mod">
          <ac:chgData name="Alexanne Provencher" userId="S::a-provencher-2@csspi.gouv.qc.ca::3145666d-77c1-4ed5-8175-9cc322cd5fee" providerId="AD" clId="Web-{3FD6CD3D-4AC1-B6F2-C323-998E8C8197E4}" dt="2025-08-29T19:54:20.223" v="10" actId="1076"/>
          <ac:spMkLst>
            <pc:docMk/>
            <pc:sldMk cId="0" sldId="262"/>
            <ac:spMk id="8" creationId="{00000000-0000-0000-0000-000000000000}"/>
          </ac:spMkLst>
        </pc:spChg>
        <pc:spChg chg="mod">
          <ac:chgData name="Alexanne Provencher" userId="S::a-provencher-2@csspi.gouv.qc.ca::3145666d-77c1-4ed5-8175-9cc322cd5fee" providerId="AD" clId="Web-{3FD6CD3D-4AC1-B6F2-C323-998E8C8197E4}" dt="2025-08-29T19:54:26.426" v="12" actId="1076"/>
          <ac:spMkLst>
            <pc:docMk/>
            <pc:sldMk cId="0" sldId="262"/>
            <ac:spMk id="12" creationId="{00000000-0000-0000-0000-000000000000}"/>
          </ac:spMkLst>
        </pc:spChg>
        <pc:grpChg chg="mod">
          <ac:chgData name="Alexanne Provencher" userId="S::a-provencher-2@csspi.gouv.qc.ca::3145666d-77c1-4ed5-8175-9cc322cd5fee" providerId="AD" clId="Web-{3FD6CD3D-4AC1-B6F2-C323-998E8C8197E4}" dt="2025-08-29T19:54:20.208" v="9" actId="1076"/>
          <ac:grpSpMkLst>
            <pc:docMk/>
            <pc:sldMk cId="0" sldId="262"/>
            <ac:grpSpMk id="3" creationId="{00000000-0000-0000-0000-000000000000}"/>
          </ac:grpSpMkLst>
        </pc:grpChg>
        <pc:grpChg chg="mod">
          <ac:chgData name="Alexanne Provencher" userId="S::a-provencher-2@csspi.gouv.qc.ca::3145666d-77c1-4ed5-8175-9cc322cd5fee" providerId="AD" clId="Web-{3FD6CD3D-4AC1-B6F2-C323-998E8C8197E4}" dt="2025-08-29T19:54:35.114" v="15" actId="1076"/>
          <ac:grpSpMkLst>
            <pc:docMk/>
            <pc:sldMk cId="0" sldId="262"/>
            <ac:grpSpMk id="9" creationId="{00000000-0000-0000-0000-000000000000}"/>
          </ac:grpSpMkLst>
        </pc:grpChg>
        <pc:picChg chg="add mod">
          <ac:chgData name="Alexanne Provencher" userId="S::a-provencher-2@csspi.gouv.qc.ca::3145666d-77c1-4ed5-8175-9cc322cd5fee" providerId="AD" clId="Web-{3FD6CD3D-4AC1-B6F2-C323-998E8C8197E4}" dt="2025-08-29T19:55:13.505" v="20"/>
          <ac:picMkLst>
            <pc:docMk/>
            <pc:sldMk cId="0" sldId="262"/>
            <ac:picMk id="13" creationId="{B6429B47-E8FF-5F3E-DE51-09E96D2C1EF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4" Type="http://schemas.openxmlformats.org/officeDocument/2006/relationships/image" Target="../media/image50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svg"/><Relationship Id="rId4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9259" b="-3851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8288000" cy="12182262"/>
          </a:xfrm>
          <a:custGeom>
            <a:avLst/>
            <a:gdLst/>
            <a:ahLst/>
            <a:cxnLst/>
            <a:rect l="l" t="t" r="r" b="b"/>
            <a:pathLst>
              <a:path w="18288000" h="12182262">
                <a:moveTo>
                  <a:pt x="0" y="0"/>
                </a:moveTo>
                <a:lnTo>
                  <a:pt x="18288000" y="0"/>
                </a:lnTo>
                <a:lnTo>
                  <a:pt x="18288000" y="12182262"/>
                </a:lnTo>
                <a:lnTo>
                  <a:pt x="0" y="121822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</p:spPr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3714204" y="1028700"/>
            <a:ext cx="10960181" cy="8229600"/>
            <a:chOff x="0" y="0"/>
            <a:chExt cx="8456930" cy="6350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456930" cy="6350000"/>
            </a:xfrm>
            <a:custGeom>
              <a:avLst/>
              <a:gdLst/>
              <a:ahLst/>
              <a:cxnLst/>
              <a:rect l="l" t="t" r="r" b="b"/>
              <a:pathLst>
                <a:path w="8456930" h="6350000">
                  <a:moveTo>
                    <a:pt x="8456930" y="355600"/>
                  </a:moveTo>
                  <a:lnTo>
                    <a:pt x="8456930" y="637540"/>
                  </a:lnTo>
                  <a:lnTo>
                    <a:pt x="8455661" y="5728970"/>
                  </a:lnTo>
                  <a:lnTo>
                    <a:pt x="8455661" y="5994400"/>
                  </a:lnTo>
                  <a:cubicBezTo>
                    <a:pt x="8455661" y="6189980"/>
                    <a:pt x="8295641" y="6350000"/>
                    <a:pt x="8100061" y="6350000"/>
                  </a:cubicBezTo>
                  <a:lnTo>
                    <a:pt x="355600" y="6350000"/>
                  </a:lnTo>
                  <a:cubicBezTo>
                    <a:pt x="160020" y="6350000"/>
                    <a:pt x="0" y="6189980"/>
                    <a:pt x="0" y="5994400"/>
                  </a:cubicBezTo>
                  <a:lnTo>
                    <a:pt x="0" y="638810"/>
                  </a:lnTo>
                  <a:cubicBezTo>
                    <a:pt x="0" y="637540"/>
                    <a:pt x="0" y="638810"/>
                    <a:pt x="0" y="637540"/>
                  </a:cubicBezTo>
                  <a:cubicBezTo>
                    <a:pt x="0" y="636270"/>
                    <a:pt x="0" y="636270"/>
                    <a:pt x="0" y="636270"/>
                  </a:cubicBezTo>
                  <a:lnTo>
                    <a:pt x="0" y="355600"/>
                  </a:lnTo>
                  <a:cubicBezTo>
                    <a:pt x="0" y="160020"/>
                    <a:pt x="160020" y="0"/>
                    <a:pt x="355600" y="0"/>
                  </a:cubicBezTo>
                  <a:lnTo>
                    <a:pt x="8101330" y="0"/>
                  </a:lnTo>
                  <a:cubicBezTo>
                    <a:pt x="8296910" y="0"/>
                    <a:pt x="8456930" y="160020"/>
                    <a:pt x="8456930" y="355600"/>
                  </a:cubicBezTo>
                  <a:close/>
                </a:path>
              </a:pathLst>
            </a:custGeom>
            <a:solidFill>
              <a:srgbClr val="171717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828040" y="265430"/>
              <a:ext cx="175260" cy="196850"/>
            </a:xfrm>
            <a:custGeom>
              <a:avLst/>
              <a:gdLst/>
              <a:ahLst/>
              <a:cxnLst/>
              <a:rect l="l" t="t" r="r" b="b"/>
              <a:pathLst>
                <a:path w="175260" h="196850">
                  <a:moveTo>
                    <a:pt x="0" y="196850"/>
                  </a:moveTo>
                  <a:lnTo>
                    <a:pt x="175260" y="196850"/>
                  </a:lnTo>
                  <a:lnTo>
                    <a:pt x="175260" y="0"/>
                  </a:lnTo>
                  <a:lnTo>
                    <a:pt x="165100" y="0"/>
                  </a:lnTo>
                  <a:lnTo>
                    <a:pt x="165100" y="171450"/>
                  </a:lnTo>
                  <a:cubicBezTo>
                    <a:pt x="165100" y="179070"/>
                    <a:pt x="158750" y="186690"/>
                    <a:pt x="149860" y="186690"/>
                  </a:cubicBezTo>
                  <a:lnTo>
                    <a:pt x="0" y="186690"/>
                  </a:lnTo>
                  <a:lnTo>
                    <a:pt x="0" y="1968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786130" y="224790"/>
              <a:ext cx="175260" cy="196850"/>
            </a:xfrm>
            <a:custGeom>
              <a:avLst/>
              <a:gdLst/>
              <a:ahLst/>
              <a:cxnLst/>
              <a:rect l="l" t="t" r="r" b="b"/>
              <a:pathLst>
                <a:path w="175260" h="196850">
                  <a:moveTo>
                    <a:pt x="0" y="0"/>
                  </a:moveTo>
                  <a:lnTo>
                    <a:pt x="175260" y="0"/>
                  </a:lnTo>
                  <a:lnTo>
                    <a:pt x="175260" y="196850"/>
                  </a:lnTo>
                  <a:lnTo>
                    <a:pt x="0" y="1968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83260" y="5888990"/>
              <a:ext cx="2155190" cy="287020"/>
            </a:xfrm>
            <a:custGeom>
              <a:avLst/>
              <a:gdLst/>
              <a:ahLst/>
              <a:cxnLst/>
              <a:rect l="l" t="t" r="r" b="b"/>
              <a:pathLst>
                <a:path w="2155190" h="287020">
                  <a:moveTo>
                    <a:pt x="2011680" y="0"/>
                  </a:moveTo>
                  <a:lnTo>
                    <a:pt x="143510" y="0"/>
                  </a:lnTo>
                  <a:cubicBezTo>
                    <a:pt x="64770" y="0"/>
                    <a:pt x="0" y="64770"/>
                    <a:pt x="0" y="143510"/>
                  </a:cubicBezTo>
                  <a:cubicBezTo>
                    <a:pt x="0" y="222250"/>
                    <a:pt x="64770" y="287020"/>
                    <a:pt x="143510" y="287020"/>
                  </a:cubicBezTo>
                  <a:lnTo>
                    <a:pt x="2012950" y="287020"/>
                  </a:lnTo>
                  <a:cubicBezTo>
                    <a:pt x="2091690" y="287020"/>
                    <a:pt x="2155190" y="222250"/>
                    <a:pt x="2155190" y="143510"/>
                  </a:cubicBezTo>
                  <a:cubicBezTo>
                    <a:pt x="2155190" y="64770"/>
                    <a:pt x="2090420" y="0"/>
                    <a:pt x="2011680" y="0"/>
                  </a:cubicBezTo>
                  <a:close/>
                </a:path>
              </a:pathLst>
            </a:custGeom>
            <a:solidFill>
              <a:srgbClr val="F15D56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31750" y="31750"/>
              <a:ext cx="8392160" cy="590550"/>
            </a:xfrm>
            <a:custGeom>
              <a:avLst/>
              <a:gdLst/>
              <a:ahLst/>
              <a:cxnLst/>
              <a:rect l="l" t="t" r="r" b="b"/>
              <a:pathLst>
                <a:path w="8392160" h="590550">
                  <a:moveTo>
                    <a:pt x="0" y="590550"/>
                  </a:moveTo>
                  <a:lnTo>
                    <a:pt x="8392160" y="590550"/>
                  </a:lnTo>
                  <a:lnTo>
                    <a:pt x="8392160" y="323850"/>
                  </a:lnTo>
                  <a:cubicBezTo>
                    <a:pt x="8392160" y="146050"/>
                    <a:pt x="8247380" y="0"/>
                    <a:pt x="8068310" y="0"/>
                  </a:cubicBezTo>
                  <a:lnTo>
                    <a:pt x="323850" y="0"/>
                  </a:lnTo>
                  <a:cubicBezTo>
                    <a:pt x="144780" y="0"/>
                    <a:pt x="0" y="144780"/>
                    <a:pt x="0" y="323850"/>
                  </a:cubicBezTo>
                  <a:lnTo>
                    <a:pt x="0" y="590550"/>
                  </a:lnTo>
                  <a:close/>
                  <a:moveTo>
                    <a:pt x="1182370" y="297180"/>
                  </a:moveTo>
                  <a:lnTo>
                    <a:pt x="1426210" y="297180"/>
                  </a:lnTo>
                  <a:cubicBezTo>
                    <a:pt x="1435100" y="297180"/>
                    <a:pt x="1441450" y="304800"/>
                    <a:pt x="1441450" y="312420"/>
                  </a:cubicBezTo>
                  <a:cubicBezTo>
                    <a:pt x="1441450" y="321310"/>
                    <a:pt x="1433830" y="327660"/>
                    <a:pt x="1426210" y="327660"/>
                  </a:cubicBezTo>
                  <a:lnTo>
                    <a:pt x="1182370" y="327660"/>
                  </a:lnTo>
                  <a:cubicBezTo>
                    <a:pt x="1173480" y="327660"/>
                    <a:pt x="1167130" y="320040"/>
                    <a:pt x="1167130" y="312420"/>
                  </a:cubicBezTo>
                  <a:cubicBezTo>
                    <a:pt x="1167130" y="303530"/>
                    <a:pt x="1174750" y="297180"/>
                    <a:pt x="1182370" y="297180"/>
                  </a:cubicBezTo>
                  <a:close/>
                  <a:moveTo>
                    <a:pt x="723900" y="177800"/>
                  </a:moveTo>
                  <a:cubicBezTo>
                    <a:pt x="723900" y="170180"/>
                    <a:pt x="730250" y="162560"/>
                    <a:pt x="739140" y="162560"/>
                  </a:cubicBezTo>
                  <a:lnTo>
                    <a:pt x="946150" y="162560"/>
                  </a:lnTo>
                  <a:cubicBezTo>
                    <a:pt x="953770" y="162560"/>
                    <a:pt x="961390" y="168910"/>
                    <a:pt x="961390" y="177800"/>
                  </a:cubicBezTo>
                  <a:lnTo>
                    <a:pt x="961390" y="203200"/>
                  </a:lnTo>
                  <a:lnTo>
                    <a:pt x="986790" y="203200"/>
                  </a:lnTo>
                  <a:cubicBezTo>
                    <a:pt x="994410" y="203200"/>
                    <a:pt x="1002030" y="209550"/>
                    <a:pt x="1002030" y="218440"/>
                  </a:cubicBezTo>
                  <a:lnTo>
                    <a:pt x="1002030" y="445770"/>
                  </a:lnTo>
                  <a:cubicBezTo>
                    <a:pt x="1002030" y="453390"/>
                    <a:pt x="995680" y="461010"/>
                    <a:pt x="986790" y="461010"/>
                  </a:cubicBezTo>
                  <a:lnTo>
                    <a:pt x="779780" y="461010"/>
                  </a:lnTo>
                  <a:cubicBezTo>
                    <a:pt x="772160" y="461010"/>
                    <a:pt x="764540" y="454660"/>
                    <a:pt x="764540" y="445770"/>
                  </a:cubicBezTo>
                  <a:lnTo>
                    <a:pt x="764540" y="420370"/>
                  </a:lnTo>
                  <a:lnTo>
                    <a:pt x="739140" y="420370"/>
                  </a:lnTo>
                  <a:cubicBezTo>
                    <a:pt x="730250" y="420370"/>
                    <a:pt x="723900" y="414020"/>
                    <a:pt x="723900" y="405130"/>
                  </a:cubicBezTo>
                  <a:lnTo>
                    <a:pt x="723900" y="177800"/>
                  </a:lnTo>
                  <a:close/>
                  <a:moveTo>
                    <a:pt x="289560" y="165100"/>
                  </a:moveTo>
                  <a:cubicBezTo>
                    <a:pt x="295910" y="158750"/>
                    <a:pt x="306070" y="160020"/>
                    <a:pt x="311150" y="166370"/>
                  </a:cubicBezTo>
                  <a:lnTo>
                    <a:pt x="421640" y="288290"/>
                  </a:lnTo>
                  <a:lnTo>
                    <a:pt x="532130" y="166370"/>
                  </a:lnTo>
                  <a:cubicBezTo>
                    <a:pt x="538480" y="160020"/>
                    <a:pt x="547370" y="160020"/>
                    <a:pt x="553720" y="165100"/>
                  </a:cubicBezTo>
                  <a:cubicBezTo>
                    <a:pt x="560070" y="171450"/>
                    <a:pt x="560070" y="180340"/>
                    <a:pt x="554990" y="186690"/>
                  </a:cubicBezTo>
                  <a:lnTo>
                    <a:pt x="441960" y="311150"/>
                  </a:lnTo>
                  <a:lnTo>
                    <a:pt x="554990" y="435610"/>
                  </a:lnTo>
                  <a:cubicBezTo>
                    <a:pt x="561340" y="441960"/>
                    <a:pt x="560070" y="452120"/>
                    <a:pt x="553720" y="457200"/>
                  </a:cubicBezTo>
                  <a:cubicBezTo>
                    <a:pt x="551180" y="459740"/>
                    <a:pt x="547370" y="461010"/>
                    <a:pt x="543560" y="461010"/>
                  </a:cubicBezTo>
                  <a:cubicBezTo>
                    <a:pt x="539750" y="461010"/>
                    <a:pt x="534670" y="459740"/>
                    <a:pt x="532130" y="455930"/>
                  </a:cubicBezTo>
                  <a:lnTo>
                    <a:pt x="421640" y="334010"/>
                  </a:lnTo>
                  <a:lnTo>
                    <a:pt x="311150" y="457200"/>
                  </a:lnTo>
                  <a:cubicBezTo>
                    <a:pt x="308610" y="461010"/>
                    <a:pt x="303530" y="462280"/>
                    <a:pt x="299720" y="462280"/>
                  </a:cubicBezTo>
                  <a:cubicBezTo>
                    <a:pt x="295910" y="462280"/>
                    <a:pt x="292100" y="461010"/>
                    <a:pt x="289560" y="458470"/>
                  </a:cubicBezTo>
                  <a:cubicBezTo>
                    <a:pt x="283210" y="452120"/>
                    <a:pt x="283210" y="441960"/>
                    <a:pt x="288290" y="435610"/>
                  </a:cubicBezTo>
                  <a:lnTo>
                    <a:pt x="401320" y="311150"/>
                  </a:lnTo>
                  <a:lnTo>
                    <a:pt x="288290" y="186690"/>
                  </a:lnTo>
                  <a:cubicBezTo>
                    <a:pt x="281940" y="180340"/>
                    <a:pt x="283210" y="170180"/>
                    <a:pt x="289560" y="165100"/>
                  </a:cubicBezTo>
                  <a:close/>
                </a:path>
              </a:pathLst>
            </a:custGeom>
            <a:solidFill>
              <a:srgbClr val="46BCDB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31750" y="652780"/>
              <a:ext cx="8393430" cy="5059680"/>
            </a:xfrm>
            <a:custGeom>
              <a:avLst/>
              <a:gdLst/>
              <a:ahLst/>
              <a:cxnLst/>
              <a:rect l="l" t="t" r="r" b="b"/>
              <a:pathLst>
                <a:path w="8393430" h="5059680">
                  <a:moveTo>
                    <a:pt x="0" y="0"/>
                  </a:moveTo>
                  <a:lnTo>
                    <a:pt x="8393430" y="0"/>
                  </a:lnTo>
                  <a:lnTo>
                    <a:pt x="8393430" y="5059680"/>
                  </a:lnTo>
                  <a:lnTo>
                    <a:pt x="0" y="505968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1750" y="5744210"/>
              <a:ext cx="8393430" cy="574040"/>
            </a:xfrm>
            <a:custGeom>
              <a:avLst/>
              <a:gdLst/>
              <a:ahLst/>
              <a:cxnLst/>
              <a:rect l="l" t="t" r="r" b="b"/>
              <a:pathLst>
                <a:path w="8393430" h="574040">
                  <a:moveTo>
                    <a:pt x="8393430" y="0"/>
                  </a:moveTo>
                  <a:lnTo>
                    <a:pt x="0" y="0"/>
                  </a:lnTo>
                  <a:cubicBezTo>
                    <a:pt x="0" y="68580"/>
                    <a:pt x="0" y="157480"/>
                    <a:pt x="0" y="250190"/>
                  </a:cubicBezTo>
                  <a:cubicBezTo>
                    <a:pt x="0" y="427990"/>
                    <a:pt x="144780" y="574040"/>
                    <a:pt x="323850" y="574040"/>
                  </a:cubicBezTo>
                  <a:lnTo>
                    <a:pt x="8068310" y="574040"/>
                  </a:lnTo>
                  <a:cubicBezTo>
                    <a:pt x="8247380" y="574040"/>
                    <a:pt x="8393430" y="429260"/>
                    <a:pt x="8393430" y="250190"/>
                  </a:cubicBezTo>
                  <a:lnTo>
                    <a:pt x="8393430" y="0"/>
                  </a:lnTo>
                  <a:close/>
                  <a:moveTo>
                    <a:pt x="435610" y="401320"/>
                  </a:moveTo>
                  <a:cubicBezTo>
                    <a:pt x="433070" y="406400"/>
                    <a:pt x="426720" y="410210"/>
                    <a:pt x="421640" y="410210"/>
                  </a:cubicBezTo>
                  <a:cubicBezTo>
                    <a:pt x="419100" y="410210"/>
                    <a:pt x="416560" y="410210"/>
                    <a:pt x="414020" y="408940"/>
                  </a:cubicBezTo>
                  <a:lnTo>
                    <a:pt x="199390" y="300990"/>
                  </a:lnTo>
                  <a:cubicBezTo>
                    <a:pt x="194310" y="298450"/>
                    <a:pt x="190500" y="293370"/>
                    <a:pt x="190500" y="287020"/>
                  </a:cubicBezTo>
                  <a:cubicBezTo>
                    <a:pt x="190500" y="280670"/>
                    <a:pt x="194310" y="275590"/>
                    <a:pt x="199390" y="273050"/>
                  </a:cubicBezTo>
                  <a:lnTo>
                    <a:pt x="414020" y="166370"/>
                  </a:lnTo>
                  <a:cubicBezTo>
                    <a:pt x="421640" y="162560"/>
                    <a:pt x="430530" y="165100"/>
                    <a:pt x="435610" y="173990"/>
                  </a:cubicBezTo>
                  <a:cubicBezTo>
                    <a:pt x="438150" y="180340"/>
                    <a:pt x="435610" y="190500"/>
                    <a:pt x="427990" y="194310"/>
                  </a:cubicBezTo>
                  <a:lnTo>
                    <a:pt x="241300" y="287020"/>
                  </a:lnTo>
                  <a:lnTo>
                    <a:pt x="427990" y="379730"/>
                  </a:lnTo>
                  <a:cubicBezTo>
                    <a:pt x="435610" y="383540"/>
                    <a:pt x="439420" y="392430"/>
                    <a:pt x="435610" y="401320"/>
                  </a:cubicBezTo>
                  <a:close/>
                  <a:moveTo>
                    <a:pt x="2663190" y="462280"/>
                  </a:moveTo>
                  <a:lnTo>
                    <a:pt x="795020" y="462280"/>
                  </a:lnTo>
                  <a:cubicBezTo>
                    <a:pt x="698500" y="462280"/>
                    <a:pt x="619760" y="383540"/>
                    <a:pt x="619760" y="287020"/>
                  </a:cubicBezTo>
                  <a:cubicBezTo>
                    <a:pt x="619760" y="190501"/>
                    <a:pt x="698500" y="111760"/>
                    <a:pt x="795020" y="111760"/>
                  </a:cubicBezTo>
                  <a:lnTo>
                    <a:pt x="2664460" y="111760"/>
                  </a:lnTo>
                  <a:cubicBezTo>
                    <a:pt x="2760980" y="111760"/>
                    <a:pt x="2838450" y="190501"/>
                    <a:pt x="2838450" y="287020"/>
                  </a:cubicBezTo>
                  <a:cubicBezTo>
                    <a:pt x="2838450" y="383540"/>
                    <a:pt x="2759710" y="462280"/>
                    <a:pt x="2663190" y="462280"/>
                  </a:cubicBezTo>
                  <a:close/>
                  <a:moveTo>
                    <a:pt x="8194040" y="300990"/>
                  </a:moveTo>
                  <a:lnTo>
                    <a:pt x="7979410" y="407670"/>
                  </a:lnTo>
                  <a:cubicBezTo>
                    <a:pt x="7976870" y="408940"/>
                    <a:pt x="7974330" y="408940"/>
                    <a:pt x="7971790" y="408940"/>
                  </a:cubicBezTo>
                  <a:cubicBezTo>
                    <a:pt x="7965440" y="408940"/>
                    <a:pt x="7960360" y="405130"/>
                    <a:pt x="7957820" y="400050"/>
                  </a:cubicBezTo>
                  <a:cubicBezTo>
                    <a:pt x="7954011" y="392430"/>
                    <a:pt x="7956551" y="382270"/>
                    <a:pt x="7965440" y="378460"/>
                  </a:cubicBezTo>
                  <a:lnTo>
                    <a:pt x="8152130" y="285750"/>
                  </a:lnTo>
                  <a:lnTo>
                    <a:pt x="7965440" y="193040"/>
                  </a:lnTo>
                  <a:cubicBezTo>
                    <a:pt x="7957820" y="189230"/>
                    <a:pt x="7954010" y="180340"/>
                    <a:pt x="7957820" y="171450"/>
                  </a:cubicBezTo>
                  <a:cubicBezTo>
                    <a:pt x="7961630" y="163830"/>
                    <a:pt x="7970520" y="160020"/>
                    <a:pt x="7979411" y="163830"/>
                  </a:cubicBezTo>
                  <a:lnTo>
                    <a:pt x="8194041" y="270510"/>
                  </a:lnTo>
                  <a:cubicBezTo>
                    <a:pt x="8199121" y="275590"/>
                    <a:pt x="8202931" y="281940"/>
                    <a:pt x="8202931" y="287020"/>
                  </a:cubicBezTo>
                  <a:cubicBezTo>
                    <a:pt x="8202930" y="293370"/>
                    <a:pt x="8199120" y="298450"/>
                    <a:pt x="8194040" y="30099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4186084" y="3096433"/>
            <a:ext cx="9915833" cy="340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24"/>
              </a:lnSpc>
            </a:pPr>
            <a:r>
              <a:rPr lang="en-US" sz="11499">
                <a:solidFill>
                  <a:srgbClr val="3D3B52"/>
                </a:solidFill>
                <a:latin typeface="Bobby Jones"/>
                <a:ea typeface="Bobby Jones"/>
                <a:cs typeface="Bobby Jones"/>
                <a:sym typeface="Bobby Jones"/>
              </a:rPr>
              <a:t>MON </a:t>
            </a:r>
          </a:p>
          <a:p>
            <a:pPr algn="ctr">
              <a:lnSpc>
                <a:spcPts val="13224"/>
              </a:lnSpc>
            </a:pPr>
            <a:r>
              <a:rPr lang="en-US" sz="11499">
                <a:solidFill>
                  <a:srgbClr val="3D3B52"/>
                </a:solidFill>
                <a:latin typeface="Bobby Jones"/>
                <a:ea typeface="Bobby Jones"/>
                <a:cs typeface="Bobby Jones"/>
                <a:sym typeface="Bobby Jones"/>
              </a:rPr>
              <a:t>AVATAR</a:t>
            </a:r>
          </a:p>
        </p:txBody>
      </p:sp>
      <p:sp>
        <p:nvSpPr>
          <p:cNvPr id="13" name="Freeform 13"/>
          <p:cNvSpPr/>
          <p:nvPr/>
        </p:nvSpPr>
        <p:spPr>
          <a:xfrm>
            <a:off x="7975656" y="6856412"/>
            <a:ext cx="2437276" cy="731183"/>
          </a:xfrm>
          <a:custGeom>
            <a:avLst/>
            <a:gdLst/>
            <a:ahLst/>
            <a:cxnLst/>
            <a:rect l="l" t="t" r="r" b="b"/>
            <a:pathLst>
              <a:path w="2437276" h="731183">
                <a:moveTo>
                  <a:pt x="0" y="0"/>
                </a:moveTo>
                <a:lnTo>
                  <a:pt x="2437277" y="0"/>
                </a:lnTo>
                <a:lnTo>
                  <a:pt x="2437277" y="731183"/>
                </a:lnTo>
                <a:lnTo>
                  <a:pt x="0" y="7311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8152977" y="619678"/>
            <a:ext cx="1982046" cy="818044"/>
          </a:xfrm>
          <a:custGeom>
            <a:avLst/>
            <a:gdLst/>
            <a:ahLst/>
            <a:cxnLst/>
            <a:rect l="l" t="t" r="r" b="b"/>
            <a:pathLst>
              <a:path w="1982046" h="818044">
                <a:moveTo>
                  <a:pt x="0" y="0"/>
                </a:moveTo>
                <a:lnTo>
                  <a:pt x="1982046" y="0"/>
                </a:lnTo>
                <a:lnTo>
                  <a:pt x="1982046" y="818044"/>
                </a:lnTo>
                <a:lnTo>
                  <a:pt x="0" y="8180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9259" b="-38518"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2488386" y="3447867"/>
            <a:ext cx="13311227" cy="4463260"/>
            <a:chOff x="0" y="0"/>
            <a:chExt cx="18938240" cy="6350000"/>
          </a:xfrm>
        </p:grpSpPr>
        <p:sp>
          <p:nvSpPr>
            <p:cNvPr id="4" name="Freeform 4"/>
            <p:cNvSpPr/>
            <p:nvPr/>
          </p:nvSpPr>
          <p:spPr>
            <a:xfrm>
              <a:off x="27940" y="27940"/>
              <a:ext cx="18882360" cy="918210"/>
            </a:xfrm>
            <a:custGeom>
              <a:avLst/>
              <a:gdLst/>
              <a:ahLst/>
              <a:cxnLst/>
              <a:rect l="l" t="t" r="r" b="b"/>
              <a:pathLst>
                <a:path w="18882360" h="918210">
                  <a:moveTo>
                    <a:pt x="18882360" y="918210"/>
                  </a:moveTo>
                  <a:lnTo>
                    <a:pt x="12447270" y="918210"/>
                  </a:lnTo>
                  <a:moveTo>
                    <a:pt x="12447270" y="918210"/>
                  </a:moveTo>
                  <a:lnTo>
                    <a:pt x="0" y="918210"/>
                  </a:lnTo>
                  <a:lnTo>
                    <a:pt x="0" y="445770"/>
                  </a:lnTo>
                  <a:cubicBezTo>
                    <a:pt x="0" y="200660"/>
                    <a:pt x="199390" y="0"/>
                    <a:pt x="445770" y="0"/>
                  </a:cubicBezTo>
                  <a:lnTo>
                    <a:pt x="18437860" y="0"/>
                  </a:lnTo>
                  <a:cubicBezTo>
                    <a:pt x="18682971" y="0"/>
                    <a:pt x="18882360" y="199390"/>
                    <a:pt x="18882360" y="445770"/>
                  </a:cubicBezTo>
                  <a:lnTo>
                    <a:pt x="18882360" y="918210"/>
                  </a:lnTo>
                </a:path>
              </a:pathLst>
            </a:custGeom>
            <a:solidFill>
              <a:srgbClr val="66BA48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27940" y="944880"/>
              <a:ext cx="18882360" cy="5377180"/>
            </a:xfrm>
            <a:custGeom>
              <a:avLst/>
              <a:gdLst/>
              <a:ahLst/>
              <a:cxnLst/>
              <a:rect l="l" t="t" r="r" b="b"/>
              <a:pathLst>
                <a:path w="18882360" h="5377180">
                  <a:moveTo>
                    <a:pt x="9331960" y="0"/>
                  </a:moveTo>
                  <a:lnTo>
                    <a:pt x="18882360" y="0"/>
                  </a:lnTo>
                  <a:lnTo>
                    <a:pt x="18882360" y="4931410"/>
                  </a:lnTo>
                  <a:cubicBezTo>
                    <a:pt x="18882360" y="5176520"/>
                    <a:pt x="18682971" y="5377180"/>
                    <a:pt x="18436590" y="5377180"/>
                  </a:cubicBezTo>
                  <a:lnTo>
                    <a:pt x="445770" y="5377180"/>
                  </a:lnTo>
                  <a:cubicBezTo>
                    <a:pt x="200660" y="5377180"/>
                    <a:pt x="0" y="5177790"/>
                    <a:pt x="0" y="4931410"/>
                  </a:cubicBezTo>
                  <a:lnTo>
                    <a:pt x="0" y="0"/>
                  </a:lnTo>
                  <a:lnTo>
                    <a:pt x="9014460" y="0"/>
                  </a:lnTo>
                  <a:moveTo>
                    <a:pt x="9014460" y="0"/>
                  </a:moveTo>
                  <a:lnTo>
                    <a:pt x="9331960" y="0"/>
                  </a:lnTo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499110" y="299720"/>
              <a:ext cx="1515110" cy="368300"/>
            </a:xfrm>
            <a:custGeom>
              <a:avLst/>
              <a:gdLst/>
              <a:ahLst/>
              <a:cxnLst/>
              <a:rect l="l" t="t" r="r" b="b"/>
              <a:pathLst>
                <a:path w="1515110" h="368300">
                  <a:moveTo>
                    <a:pt x="184150" y="0"/>
                  </a:moveTo>
                  <a:cubicBezTo>
                    <a:pt x="82550" y="0"/>
                    <a:pt x="0" y="82550"/>
                    <a:pt x="0" y="184150"/>
                  </a:cubicBezTo>
                  <a:cubicBezTo>
                    <a:pt x="0" y="285750"/>
                    <a:pt x="82550" y="368300"/>
                    <a:pt x="184150" y="368300"/>
                  </a:cubicBezTo>
                  <a:cubicBezTo>
                    <a:pt x="285750" y="368300"/>
                    <a:pt x="368300" y="285750"/>
                    <a:pt x="368300" y="184150"/>
                  </a:cubicBezTo>
                  <a:cubicBezTo>
                    <a:pt x="368300" y="82550"/>
                    <a:pt x="285750" y="0"/>
                    <a:pt x="184150" y="0"/>
                  </a:cubicBezTo>
                  <a:close/>
                  <a:moveTo>
                    <a:pt x="756920" y="0"/>
                  </a:moveTo>
                  <a:cubicBezTo>
                    <a:pt x="655320" y="0"/>
                    <a:pt x="572770" y="82550"/>
                    <a:pt x="572770" y="184150"/>
                  </a:cubicBezTo>
                  <a:cubicBezTo>
                    <a:pt x="572770" y="285750"/>
                    <a:pt x="655320" y="368300"/>
                    <a:pt x="756920" y="368300"/>
                  </a:cubicBezTo>
                  <a:cubicBezTo>
                    <a:pt x="858520" y="368300"/>
                    <a:pt x="941070" y="285750"/>
                    <a:pt x="941070" y="184150"/>
                  </a:cubicBezTo>
                  <a:cubicBezTo>
                    <a:pt x="941070" y="82550"/>
                    <a:pt x="858520" y="0"/>
                    <a:pt x="756920" y="0"/>
                  </a:cubicBezTo>
                  <a:close/>
                  <a:moveTo>
                    <a:pt x="1330960" y="0"/>
                  </a:moveTo>
                  <a:cubicBezTo>
                    <a:pt x="1229360" y="0"/>
                    <a:pt x="1146810" y="82550"/>
                    <a:pt x="1146810" y="184150"/>
                  </a:cubicBezTo>
                  <a:cubicBezTo>
                    <a:pt x="1146810" y="285750"/>
                    <a:pt x="1229360" y="368300"/>
                    <a:pt x="1330960" y="368300"/>
                  </a:cubicBezTo>
                  <a:cubicBezTo>
                    <a:pt x="1432560" y="368300"/>
                    <a:pt x="1515110" y="285750"/>
                    <a:pt x="1515110" y="184150"/>
                  </a:cubicBezTo>
                  <a:cubicBezTo>
                    <a:pt x="1515110" y="82550"/>
                    <a:pt x="1432560" y="0"/>
                    <a:pt x="133096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18939511" cy="6350000"/>
            </a:xfrm>
            <a:custGeom>
              <a:avLst/>
              <a:gdLst/>
              <a:ahLst/>
              <a:cxnLst/>
              <a:rect l="l" t="t" r="r" b="b"/>
              <a:pathLst>
                <a:path w="18939511" h="6350000">
                  <a:moveTo>
                    <a:pt x="18464530" y="0"/>
                  </a:moveTo>
                  <a:lnTo>
                    <a:pt x="473710" y="0"/>
                  </a:lnTo>
                  <a:cubicBezTo>
                    <a:pt x="212090" y="0"/>
                    <a:pt x="0" y="212090"/>
                    <a:pt x="0" y="473710"/>
                  </a:cubicBezTo>
                  <a:lnTo>
                    <a:pt x="0" y="946150"/>
                  </a:lnTo>
                  <a:lnTo>
                    <a:pt x="0" y="5877560"/>
                  </a:lnTo>
                  <a:cubicBezTo>
                    <a:pt x="0" y="6137910"/>
                    <a:pt x="212090" y="6350000"/>
                    <a:pt x="473710" y="6350000"/>
                  </a:cubicBezTo>
                  <a:lnTo>
                    <a:pt x="18465800" y="6350000"/>
                  </a:lnTo>
                  <a:cubicBezTo>
                    <a:pt x="18727420" y="6350000"/>
                    <a:pt x="18939511" y="6137910"/>
                    <a:pt x="18939511" y="5876290"/>
                  </a:cubicBezTo>
                  <a:lnTo>
                    <a:pt x="18939511" y="944880"/>
                  </a:lnTo>
                  <a:lnTo>
                    <a:pt x="18939511" y="473710"/>
                  </a:lnTo>
                  <a:cubicBezTo>
                    <a:pt x="18938239" y="212090"/>
                    <a:pt x="18726150" y="0"/>
                    <a:pt x="18464530" y="0"/>
                  </a:cubicBezTo>
                  <a:close/>
                  <a:moveTo>
                    <a:pt x="55880" y="473710"/>
                  </a:moveTo>
                  <a:cubicBezTo>
                    <a:pt x="55880" y="243840"/>
                    <a:pt x="242570" y="55880"/>
                    <a:pt x="473710" y="55880"/>
                  </a:cubicBezTo>
                  <a:lnTo>
                    <a:pt x="18465800" y="55880"/>
                  </a:lnTo>
                  <a:cubicBezTo>
                    <a:pt x="18695670" y="55880"/>
                    <a:pt x="18883630" y="242570"/>
                    <a:pt x="18883630" y="473710"/>
                  </a:cubicBezTo>
                  <a:lnTo>
                    <a:pt x="18883630" y="918210"/>
                  </a:lnTo>
                  <a:lnTo>
                    <a:pt x="55880" y="918210"/>
                  </a:lnTo>
                  <a:lnTo>
                    <a:pt x="55880" y="473710"/>
                  </a:lnTo>
                  <a:close/>
                  <a:moveTo>
                    <a:pt x="18464530" y="6294120"/>
                  </a:moveTo>
                  <a:lnTo>
                    <a:pt x="473710" y="6294120"/>
                  </a:lnTo>
                  <a:cubicBezTo>
                    <a:pt x="243840" y="6294120"/>
                    <a:pt x="55880" y="6107430"/>
                    <a:pt x="55880" y="5876290"/>
                  </a:cubicBezTo>
                  <a:lnTo>
                    <a:pt x="55880" y="972820"/>
                  </a:lnTo>
                  <a:lnTo>
                    <a:pt x="18882361" y="972820"/>
                  </a:lnTo>
                  <a:lnTo>
                    <a:pt x="18882361" y="5876290"/>
                  </a:lnTo>
                  <a:cubicBezTo>
                    <a:pt x="18882361" y="6107430"/>
                    <a:pt x="18695670" y="6294120"/>
                    <a:pt x="18464530" y="6294120"/>
                  </a:cubicBezTo>
                  <a:close/>
                  <a:moveTo>
                    <a:pt x="683260" y="273050"/>
                  </a:moveTo>
                  <a:cubicBezTo>
                    <a:pt x="566420" y="273050"/>
                    <a:pt x="471170" y="368300"/>
                    <a:pt x="471170" y="485140"/>
                  </a:cubicBezTo>
                  <a:cubicBezTo>
                    <a:pt x="471170" y="601980"/>
                    <a:pt x="566420" y="697230"/>
                    <a:pt x="683260" y="697230"/>
                  </a:cubicBezTo>
                  <a:cubicBezTo>
                    <a:pt x="800100" y="697230"/>
                    <a:pt x="895350" y="601980"/>
                    <a:pt x="895350" y="485140"/>
                  </a:cubicBezTo>
                  <a:cubicBezTo>
                    <a:pt x="895350" y="368300"/>
                    <a:pt x="800100" y="273050"/>
                    <a:pt x="683260" y="273050"/>
                  </a:cubicBezTo>
                  <a:close/>
                  <a:moveTo>
                    <a:pt x="683260" y="641350"/>
                  </a:moveTo>
                  <a:cubicBezTo>
                    <a:pt x="596900" y="641350"/>
                    <a:pt x="527050" y="571500"/>
                    <a:pt x="527050" y="485140"/>
                  </a:cubicBezTo>
                  <a:cubicBezTo>
                    <a:pt x="527050" y="398780"/>
                    <a:pt x="596900" y="328930"/>
                    <a:pt x="683260" y="328930"/>
                  </a:cubicBezTo>
                  <a:cubicBezTo>
                    <a:pt x="769620" y="328930"/>
                    <a:pt x="839470" y="398780"/>
                    <a:pt x="839470" y="485140"/>
                  </a:cubicBezTo>
                  <a:cubicBezTo>
                    <a:pt x="839470" y="571500"/>
                    <a:pt x="769620" y="641350"/>
                    <a:pt x="683260" y="641350"/>
                  </a:cubicBezTo>
                  <a:close/>
                  <a:moveTo>
                    <a:pt x="1256030" y="273050"/>
                  </a:moveTo>
                  <a:cubicBezTo>
                    <a:pt x="1139190" y="273050"/>
                    <a:pt x="1043940" y="368300"/>
                    <a:pt x="1043940" y="485140"/>
                  </a:cubicBezTo>
                  <a:cubicBezTo>
                    <a:pt x="1043940" y="601980"/>
                    <a:pt x="1139190" y="697230"/>
                    <a:pt x="1256030" y="697230"/>
                  </a:cubicBezTo>
                  <a:cubicBezTo>
                    <a:pt x="1372870" y="697230"/>
                    <a:pt x="1468120" y="601980"/>
                    <a:pt x="1468120" y="485140"/>
                  </a:cubicBezTo>
                  <a:cubicBezTo>
                    <a:pt x="1468120" y="368300"/>
                    <a:pt x="1372870" y="273050"/>
                    <a:pt x="1256030" y="273050"/>
                  </a:cubicBezTo>
                  <a:close/>
                  <a:moveTo>
                    <a:pt x="1256030" y="641350"/>
                  </a:moveTo>
                  <a:cubicBezTo>
                    <a:pt x="1169670" y="641350"/>
                    <a:pt x="1099820" y="571500"/>
                    <a:pt x="1099820" y="485140"/>
                  </a:cubicBezTo>
                  <a:cubicBezTo>
                    <a:pt x="1099820" y="398780"/>
                    <a:pt x="1169670" y="328930"/>
                    <a:pt x="1256030" y="328930"/>
                  </a:cubicBezTo>
                  <a:cubicBezTo>
                    <a:pt x="1342390" y="328930"/>
                    <a:pt x="1412240" y="398780"/>
                    <a:pt x="1412240" y="485140"/>
                  </a:cubicBezTo>
                  <a:cubicBezTo>
                    <a:pt x="1412240" y="571500"/>
                    <a:pt x="1342390" y="641350"/>
                    <a:pt x="1256030" y="641350"/>
                  </a:cubicBezTo>
                  <a:close/>
                  <a:moveTo>
                    <a:pt x="1830070" y="273050"/>
                  </a:moveTo>
                  <a:cubicBezTo>
                    <a:pt x="1713230" y="273050"/>
                    <a:pt x="1617980" y="368300"/>
                    <a:pt x="1617980" y="485140"/>
                  </a:cubicBezTo>
                  <a:cubicBezTo>
                    <a:pt x="1617980" y="601980"/>
                    <a:pt x="1713230" y="697230"/>
                    <a:pt x="1830070" y="697230"/>
                  </a:cubicBezTo>
                  <a:cubicBezTo>
                    <a:pt x="1946910" y="697230"/>
                    <a:pt x="2042160" y="601980"/>
                    <a:pt x="2042160" y="485140"/>
                  </a:cubicBezTo>
                  <a:cubicBezTo>
                    <a:pt x="2042160" y="368300"/>
                    <a:pt x="1946910" y="273050"/>
                    <a:pt x="1830070" y="273050"/>
                  </a:cubicBezTo>
                  <a:close/>
                  <a:moveTo>
                    <a:pt x="1830070" y="641350"/>
                  </a:moveTo>
                  <a:cubicBezTo>
                    <a:pt x="1743710" y="641350"/>
                    <a:pt x="1673860" y="571500"/>
                    <a:pt x="1673860" y="485140"/>
                  </a:cubicBezTo>
                  <a:cubicBezTo>
                    <a:pt x="1673860" y="398780"/>
                    <a:pt x="1743710" y="328930"/>
                    <a:pt x="1830070" y="328930"/>
                  </a:cubicBezTo>
                  <a:cubicBezTo>
                    <a:pt x="1916430" y="328930"/>
                    <a:pt x="1986280" y="398780"/>
                    <a:pt x="1986280" y="485140"/>
                  </a:cubicBezTo>
                  <a:cubicBezTo>
                    <a:pt x="1986280" y="571500"/>
                    <a:pt x="1915160" y="641350"/>
                    <a:pt x="1830070" y="641350"/>
                  </a:cubicBezTo>
                  <a:close/>
                  <a:moveTo>
                    <a:pt x="18502630" y="488950"/>
                  </a:moveTo>
                  <a:cubicBezTo>
                    <a:pt x="18502630" y="504190"/>
                    <a:pt x="18489930" y="516890"/>
                    <a:pt x="18474691" y="516890"/>
                  </a:cubicBezTo>
                  <a:lnTo>
                    <a:pt x="18474691" y="516890"/>
                  </a:lnTo>
                  <a:lnTo>
                    <a:pt x="18318480" y="515620"/>
                  </a:lnTo>
                  <a:lnTo>
                    <a:pt x="18318480" y="670560"/>
                  </a:lnTo>
                  <a:cubicBezTo>
                    <a:pt x="18318480" y="685800"/>
                    <a:pt x="18305780" y="698500"/>
                    <a:pt x="18290541" y="698500"/>
                  </a:cubicBezTo>
                  <a:cubicBezTo>
                    <a:pt x="18275302" y="698500"/>
                    <a:pt x="18262602" y="685800"/>
                    <a:pt x="18262602" y="670560"/>
                  </a:cubicBezTo>
                  <a:lnTo>
                    <a:pt x="18262602" y="515620"/>
                  </a:lnTo>
                  <a:lnTo>
                    <a:pt x="18106391" y="514350"/>
                  </a:lnTo>
                  <a:cubicBezTo>
                    <a:pt x="18091152" y="514350"/>
                    <a:pt x="18078452" y="501650"/>
                    <a:pt x="18078452" y="486410"/>
                  </a:cubicBezTo>
                  <a:cubicBezTo>
                    <a:pt x="18078452" y="471170"/>
                    <a:pt x="18091152" y="458470"/>
                    <a:pt x="18106391" y="458470"/>
                  </a:cubicBezTo>
                  <a:lnTo>
                    <a:pt x="18106391" y="458470"/>
                  </a:lnTo>
                  <a:lnTo>
                    <a:pt x="18262602" y="459740"/>
                  </a:lnTo>
                  <a:lnTo>
                    <a:pt x="18262602" y="302260"/>
                  </a:lnTo>
                  <a:cubicBezTo>
                    <a:pt x="18262602" y="287020"/>
                    <a:pt x="18275302" y="274320"/>
                    <a:pt x="18290541" y="274320"/>
                  </a:cubicBezTo>
                  <a:cubicBezTo>
                    <a:pt x="18305780" y="274320"/>
                    <a:pt x="18318480" y="287020"/>
                    <a:pt x="18318480" y="302260"/>
                  </a:cubicBezTo>
                  <a:lnTo>
                    <a:pt x="18318480" y="459740"/>
                  </a:lnTo>
                  <a:lnTo>
                    <a:pt x="18474691" y="461010"/>
                  </a:lnTo>
                  <a:cubicBezTo>
                    <a:pt x="18491200" y="461010"/>
                    <a:pt x="18502630" y="473710"/>
                    <a:pt x="18502630" y="488950"/>
                  </a:cubicBezTo>
                  <a:close/>
                </a:path>
              </a:pathLst>
            </a:custGeom>
            <a:solidFill>
              <a:srgbClr val="171717"/>
            </a:solidFill>
          </p:spPr>
        </p:sp>
      </p:grpSp>
      <p:sp>
        <p:nvSpPr>
          <p:cNvPr id="8" name="Freeform 8"/>
          <p:cNvSpPr/>
          <p:nvPr/>
        </p:nvSpPr>
        <p:spPr>
          <a:xfrm>
            <a:off x="15424385" y="7375130"/>
            <a:ext cx="3669830" cy="3489675"/>
          </a:xfrm>
          <a:custGeom>
            <a:avLst/>
            <a:gdLst/>
            <a:ahLst/>
            <a:cxnLst/>
            <a:rect l="l" t="t" r="r" b="b"/>
            <a:pathLst>
              <a:path w="3669830" h="3489675">
                <a:moveTo>
                  <a:pt x="0" y="0"/>
                </a:moveTo>
                <a:lnTo>
                  <a:pt x="3669830" y="0"/>
                </a:lnTo>
                <a:lnTo>
                  <a:pt x="3669830" y="3489675"/>
                </a:lnTo>
                <a:lnTo>
                  <a:pt x="0" y="34896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>
            <a:off x="-545489" y="-716138"/>
            <a:ext cx="3669830" cy="3489675"/>
          </a:xfrm>
          <a:custGeom>
            <a:avLst/>
            <a:gdLst/>
            <a:ahLst/>
            <a:cxnLst/>
            <a:rect l="l" t="t" r="r" b="b"/>
            <a:pathLst>
              <a:path w="3669830" h="3489675">
                <a:moveTo>
                  <a:pt x="0" y="0"/>
                </a:moveTo>
                <a:lnTo>
                  <a:pt x="3669830" y="0"/>
                </a:lnTo>
                <a:lnTo>
                  <a:pt x="3669830" y="3489676"/>
                </a:lnTo>
                <a:lnTo>
                  <a:pt x="0" y="34896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7923676" y="7389716"/>
            <a:ext cx="2440647" cy="1042822"/>
          </a:xfrm>
          <a:custGeom>
            <a:avLst/>
            <a:gdLst/>
            <a:ahLst/>
            <a:cxnLst/>
            <a:rect l="l" t="t" r="r" b="b"/>
            <a:pathLst>
              <a:path w="2440647" h="1042822">
                <a:moveTo>
                  <a:pt x="0" y="0"/>
                </a:moveTo>
                <a:lnTo>
                  <a:pt x="2440648" y="0"/>
                </a:lnTo>
                <a:lnTo>
                  <a:pt x="2440648" y="1042822"/>
                </a:lnTo>
                <a:lnTo>
                  <a:pt x="0" y="10428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7603970" y="1633915"/>
            <a:ext cx="3080060" cy="2279245"/>
          </a:xfrm>
          <a:custGeom>
            <a:avLst/>
            <a:gdLst/>
            <a:ahLst/>
            <a:cxnLst/>
            <a:rect l="l" t="t" r="r" b="b"/>
            <a:pathLst>
              <a:path w="3080060" h="2279245">
                <a:moveTo>
                  <a:pt x="0" y="0"/>
                </a:moveTo>
                <a:lnTo>
                  <a:pt x="3080060" y="0"/>
                </a:lnTo>
                <a:lnTo>
                  <a:pt x="3080060" y="2279245"/>
                </a:lnTo>
                <a:lnTo>
                  <a:pt x="0" y="227924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650086" y="5190214"/>
            <a:ext cx="10987827" cy="1730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24"/>
              </a:lnSpc>
            </a:pPr>
            <a:r>
              <a:rPr lang="en-US" sz="11499">
                <a:solidFill>
                  <a:srgbClr val="171717"/>
                </a:solidFill>
                <a:latin typeface="Bobby Jones"/>
                <a:ea typeface="Bobby Jones"/>
                <a:cs typeface="Bobby Jones"/>
                <a:sym typeface="Bobby Jones"/>
              </a:rPr>
              <a:t>1ER PARTIE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9259" b="-3851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132574" y="410868"/>
            <a:ext cx="12022852" cy="9465263"/>
          </a:xfrm>
          <a:custGeom>
            <a:avLst/>
            <a:gdLst/>
            <a:ahLst/>
            <a:cxnLst/>
            <a:rect l="l" t="t" r="r" b="b"/>
            <a:pathLst>
              <a:path w="12022852" h="9465263">
                <a:moveTo>
                  <a:pt x="0" y="0"/>
                </a:moveTo>
                <a:lnTo>
                  <a:pt x="12022852" y="0"/>
                </a:lnTo>
                <a:lnTo>
                  <a:pt x="12022852" y="9465264"/>
                </a:lnTo>
                <a:lnTo>
                  <a:pt x="0" y="94652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989959" y="7965954"/>
            <a:ext cx="944736" cy="1111454"/>
          </a:xfrm>
          <a:custGeom>
            <a:avLst/>
            <a:gdLst/>
            <a:ahLst/>
            <a:cxnLst/>
            <a:rect l="l" t="t" r="r" b="b"/>
            <a:pathLst>
              <a:path w="944736" h="1111454">
                <a:moveTo>
                  <a:pt x="0" y="0"/>
                </a:moveTo>
                <a:lnTo>
                  <a:pt x="944736" y="0"/>
                </a:lnTo>
                <a:lnTo>
                  <a:pt x="944736" y="1111454"/>
                </a:lnTo>
                <a:lnTo>
                  <a:pt x="0" y="11114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161193" y="7551507"/>
            <a:ext cx="1363774" cy="1525901"/>
          </a:xfrm>
          <a:custGeom>
            <a:avLst/>
            <a:gdLst/>
            <a:ahLst/>
            <a:cxnLst/>
            <a:rect l="l" t="t" r="r" b="b"/>
            <a:pathLst>
              <a:path w="1363774" h="1525901">
                <a:moveTo>
                  <a:pt x="0" y="0"/>
                </a:moveTo>
                <a:lnTo>
                  <a:pt x="1363773" y="0"/>
                </a:lnTo>
                <a:lnTo>
                  <a:pt x="1363773" y="1525901"/>
                </a:lnTo>
                <a:lnTo>
                  <a:pt x="0" y="15259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745900" y="1511504"/>
            <a:ext cx="7716427" cy="677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05"/>
              </a:lnSpc>
              <a:spcBef>
                <a:spcPct val="0"/>
              </a:spcBef>
            </a:pPr>
            <a:r>
              <a:rPr lang="en-US" sz="4641">
                <a:solidFill>
                  <a:srgbClr val="171717"/>
                </a:solidFill>
                <a:latin typeface="Bobby Jones"/>
                <a:ea typeface="Bobby Jones"/>
                <a:cs typeface="Bobby Jones"/>
                <a:sym typeface="Bobby Jones"/>
              </a:rPr>
              <a:t>Qu’est-ce qu’une qualité 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161193" y="4867552"/>
            <a:ext cx="9965615" cy="195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Une qualité est un trait de caractère ou une compétence appréciée, comme la gentillesse, l’honnêteté, la patience ou la créativité.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9259" b="-3851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132574" y="410868"/>
            <a:ext cx="12022852" cy="9465263"/>
          </a:xfrm>
          <a:custGeom>
            <a:avLst/>
            <a:gdLst/>
            <a:ahLst/>
            <a:cxnLst/>
            <a:rect l="l" t="t" r="r" b="b"/>
            <a:pathLst>
              <a:path w="12022852" h="9465263">
                <a:moveTo>
                  <a:pt x="0" y="0"/>
                </a:moveTo>
                <a:lnTo>
                  <a:pt x="12022852" y="0"/>
                </a:lnTo>
                <a:lnTo>
                  <a:pt x="12022852" y="9465264"/>
                </a:lnTo>
                <a:lnTo>
                  <a:pt x="0" y="94652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733072" y="6641984"/>
            <a:ext cx="124420" cy="425367"/>
          </a:xfrm>
          <a:custGeom>
            <a:avLst/>
            <a:gdLst/>
            <a:ahLst/>
            <a:cxnLst/>
            <a:rect l="l" t="t" r="r" b="b"/>
            <a:pathLst>
              <a:path w="124420" h="425367">
                <a:moveTo>
                  <a:pt x="0" y="0"/>
                </a:moveTo>
                <a:lnTo>
                  <a:pt x="124420" y="0"/>
                </a:lnTo>
                <a:lnTo>
                  <a:pt x="124420" y="425367"/>
                </a:lnTo>
                <a:lnTo>
                  <a:pt x="0" y="4253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580354" y="7566873"/>
            <a:ext cx="2047518" cy="529795"/>
          </a:xfrm>
          <a:custGeom>
            <a:avLst/>
            <a:gdLst/>
            <a:ahLst/>
            <a:cxnLst/>
            <a:rect l="l" t="t" r="r" b="b"/>
            <a:pathLst>
              <a:path w="2047518" h="529795">
                <a:moveTo>
                  <a:pt x="0" y="0"/>
                </a:moveTo>
                <a:lnTo>
                  <a:pt x="2047518" y="0"/>
                </a:lnTo>
                <a:lnTo>
                  <a:pt x="2047518" y="529795"/>
                </a:lnTo>
                <a:lnTo>
                  <a:pt x="0" y="5297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745900" y="1559129"/>
            <a:ext cx="7716427" cy="677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05"/>
              </a:lnSpc>
              <a:spcBef>
                <a:spcPct val="0"/>
              </a:spcBef>
            </a:pPr>
            <a:r>
              <a:rPr lang="en-US" sz="4641">
                <a:solidFill>
                  <a:srgbClr val="171717"/>
                </a:solidFill>
                <a:latin typeface="Bobby Jones"/>
                <a:ea typeface="Bobby Jones"/>
                <a:cs typeface="Bobby Jones"/>
                <a:sym typeface="Bobby Jones"/>
              </a:rPr>
              <a:t>Qu’est-ce qu’un intérêt 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768188" y="4136826"/>
            <a:ext cx="9166506" cy="293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5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L’intérêt est ce qui me pousse vers quelque chose, un penchant, un goût marqué pour un genre d’activité. C’est ce qui me plaît, ce qui m’attire, c’est une préférence vécue.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9259" b="-3851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52392" y="6989603"/>
            <a:ext cx="2446035" cy="2268697"/>
          </a:xfrm>
          <a:custGeom>
            <a:avLst/>
            <a:gdLst/>
            <a:ahLst/>
            <a:cxnLst/>
            <a:rect l="l" t="t" r="r" b="b"/>
            <a:pathLst>
              <a:path w="2446035" h="2268697">
                <a:moveTo>
                  <a:pt x="0" y="0"/>
                </a:moveTo>
                <a:lnTo>
                  <a:pt x="2446034" y="0"/>
                </a:lnTo>
                <a:lnTo>
                  <a:pt x="2446034" y="2268697"/>
                </a:lnTo>
                <a:lnTo>
                  <a:pt x="0" y="22686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7474146" y="1413020"/>
            <a:ext cx="9619162" cy="8450447"/>
            <a:chOff x="0" y="0"/>
            <a:chExt cx="2533442" cy="222563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33442" cy="2225632"/>
            </a:xfrm>
            <a:custGeom>
              <a:avLst/>
              <a:gdLst/>
              <a:ahLst/>
              <a:cxnLst/>
              <a:rect l="l" t="t" r="r" b="b"/>
              <a:pathLst>
                <a:path w="2533442" h="2225632">
                  <a:moveTo>
                    <a:pt x="0" y="0"/>
                  </a:moveTo>
                  <a:lnTo>
                    <a:pt x="2533442" y="0"/>
                  </a:lnTo>
                  <a:lnTo>
                    <a:pt x="2533442" y="2225632"/>
                  </a:lnTo>
                  <a:lnTo>
                    <a:pt x="0" y="22256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533442" cy="2254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7899372" y="2644873"/>
            <a:ext cx="8538784" cy="686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b="1">
                <a:solidFill>
                  <a:srgbClr val="BF2241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Une qualité</a:t>
            </a:r>
          </a:p>
          <a:p>
            <a:pPr algn="ctr">
              <a:lnSpc>
                <a:spcPts val="2749"/>
              </a:lnSpc>
              <a:spcBef>
                <a:spcPct val="0"/>
              </a:spcBef>
            </a:pPr>
            <a:r>
              <a:rPr lang="en-US" sz="2499">
                <a:solidFill>
                  <a:srgbClr val="171717"/>
                </a:solidFill>
                <a:latin typeface="IBM Plex Mono"/>
                <a:ea typeface="IBM Plex Mono"/>
                <a:cs typeface="IBM Plex Mono"/>
                <a:sym typeface="IBM Plex Mono"/>
              </a:rPr>
              <a:t>(ex. : patient, créatif, sociable)</a:t>
            </a:r>
          </a:p>
          <a:p>
            <a:pPr algn="ctr">
              <a:lnSpc>
                <a:spcPts val="3300"/>
              </a:lnSpc>
              <a:spcBef>
                <a:spcPct val="0"/>
              </a:spcBef>
            </a:pPr>
            <a:endParaRPr lang="en-US" sz="2499">
              <a:solidFill>
                <a:srgbClr val="171717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b="1">
                <a:solidFill>
                  <a:srgbClr val="BF2241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Un intérêt qui me passionne </a:t>
            </a:r>
          </a:p>
          <a:p>
            <a:pPr algn="ctr">
              <a:lnSpc>
                <a:spcPts val="2749"/>
              </a:lnSpc>
              <a:spcBef>
                <a:spcPct val="0"/>
              </a:spcBef>
            </a:pPr>
            <a:r>
              <a:rPr lang="en-US" sz="2499">
                <a:solidFill>
                  <a:srgbClr val="171717"/>
                </a:solidFill>
                <a:latin typeface="IBM Plex Mono"/>
                <a:ea typeface="IBM Plex Mono"/>
                <a:cs typeface="IBM Plex Mono"/>
                <a:sym typeface="IBM Plex Mono"/>
              </a:rPr>
              <a:t>(ex. : cuisiner, jeux vidéo, musique, sports, …)</a:t>
            </a:r>
          </a:p>
          <a:p>
            <a:pPr algn="ctr">
              <a:lnSpc>
                <a:spcPts val="3300"/>
              </a:lnSpc>
              <a:spcBef>
                <a:spcPct val="0"/>
              </a:spcBef>
            </a:pPr>
            <a:endParaRPr lang="en-US" sz="2499">
              <a:solidFill>
                <a:srgbClr val="171717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b="1">
                <a:solidFill>
                  <a:srgbClr val="BF2241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Un métier qui m’attire </a:t>
            </a:r>
          </a:p>
          <a:p>
            <a:pPr algn="ctr">
              <a:lnSpc>
                <a:spcPts val="2749"/>
              </a:lnSpc>
              <a:spcBef>
                <a:spcPct val="0"/>
              </a:spcBef>
            </a:pPr>
            <a:r>
              <a:rPr lang="en-US" sz="2499">
                <a:solidFill>
                  <a:srgbClr val="171717"/>
                </a:solidFill>
                <a:latin typeface="IBM Plex Mono"/>
                <a:ea typeface="IBM Plex Mono"/>
                <a:cs typeface="IBM Plex Mono"/>
                <a:sym typeface="IBM Plex Mono"/>
              </a:rPr>
              <a:t>(ex. : mécanicien, éducatrice, cuisinier, briqueteur …)</a:t>
            </a:r>
          </a:p>
          <a:p>
            <a:pPr algn="ctr">
              <a:lnSpc>
                <a:spcPts val="3300"/>
              </a:lnSpc>
              <a:spcBef>
                <a:spcPct val="0"/>
              </a:spcBef>
            </a:pPr>
            <a:endParaRPr lang="en-US" sz="2499">
              <a:solidFill>
                <a:srgbClr val="171717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b="1">
                <a:solidFill>
                  <a:srgbClr val="BF2241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Un trait distinctif</a:t>
            </a:r>
          </a:p>
          <a:p>
            <a:pPr algn="ctr">
              <a:lnSpc>
                <a:spcPts val="2749"/>
              </a:lnSpc>
              <a:spcBef>
                <a:spcPct val="0"/>
              </a:spcBef>
            </a:pPr>
            <a:r>
              <a:rPr lang="en-US" sz="2499">
                <a:solidFill>
                  <a:srgbClr val="171717"/>
                </a:solidFill>
                <a:latin typeface="IBM Plex Mono"/>
                <a:ea typeface="IBM Plex Mono"/>
                <a:cs typeface="IBM Plex Mono"/>
                <a:sym typeface="IBM Plex Mono"/>
              </a:rPr>
              <a:t>(ex.: Grand, charmeur, cours le plus vite, ...)</a:t>
            </a:r>
          </a:p>
          <a:p>
            <a:pPr algn="ctr">
              <a:lnSpc>
                <a:spcPts val="3300"/>
              </a:lnSpc>
              <a:spcBef>
                <a:spcPct val="0"/>
              </a:spcBef>
            </a:pPr>
            <a:endParaRPr lang="en-US" sz="2499">
              <a:solidFill>
                <a:srgbClr val="171717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3000" b="1">
                <a:solidFill>
                  <a:srgbClr val="BF2241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Une chose que tu détestes</a:t>
            </a:r>
          </a:p>
          <a:p>
            <a:pPr algn="ctr">
              <a:lnSpc>
                <a:spcPts val="2749"/>
              </a:lnSpc>
              <a:spcBef>
                <a:spcPct val="0"/>
              </a:spcBef>
            </a:pPr>
            <a:r>
              <a:rPr lang="en-US" sz="2499">
                <a:solidFill>
                  <a:srgbClr val="171717"/>
                </a:solidFill>
                <a:latin typeface="IBM Plex Mono"/>
                <a:ea typeface="IBM Plex Mono"/>
                <a:cs typeface="IBM Plex Mono"/>
                <a:sym typeface="IBM Plex Mono"/>
              </a:rPr>
              <a:t>(ex.: Brocolie, les pieds, entendre quelqu’un ronfler)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52392" y="2276834"/>
            <a:ext cx="5845365" cy="4355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97"/>
              </a:lnSpc>
            </a:pPr>
            <a:r>
              <a:rPr lang="en-US" sz="7725">
                <a:solidFill>
                  <a:srgbClr val="171717"/>
                </a:solidFill>
                <a:latin typeface="Bobby Jones"/>
                <a:ea typeface="Bobby Jones"/>
                <a:cs typeface="Bobby Jones"/>
                <a:sym typeface="Bobby Jones"/>
              </a:rPr>
              <a:t>Que doit minimalement contenir </a:t>
            </a:r>
          </a:p>
          <a:p>
            <a:pPr algn="l">
              <a:lnSpc>
                <a:spcPts val="8497"/>
              </a:lnSpc>
            </a:pPr>
            <a:r>
              <a:rPr lang="en-US" sz="7725">
                <a:solidFill>
                  <a:srgbClr val="171717"/>
                </a:solidFill>
                <a:latin typeface="Bobby Jones"/>
                <a:ea typeface="Bobby Jones"/>
                <a:cs typeface="Bobby Jones"/>
                <a:sym typeface="Bobby Jones"/>
              </a:rPr>
              <a:t>Mon avatar</a:t>
            </a:r>
          </a:p>
        </p:txBody>
      </p:sp>
      <p:sp>
        <p:nvSpPr>
          <p:cNvPr id="9" name="Freeform 9"/>
          <p:cNvSpPr/>
          <p:nvPr/>
        </p:nvSpPr>
        <p:spPr>
          <a:xfrm>
            <a:off x="11039099" y="975983"/>
            <a:ext cx="2489256" cy="1068117"/>
          </a:xfrm>
          <a:custGeom>
            <a:avLst/>
            <a:gdLst/>
            <a:ahLst/>
            <a:cxnLst/>
            <a:rect l="l" t="t" r="r" b="b"/>
            <a:pathLst>
              <a:path w="2489256" h="1068117">
                <a:moveTo>
                  <a:pt x="0" y="0"/>
                </a:moveTo>
                <a:lnTo>
                  <a:pt x="2489257" y="0"/>
                </a:lnTo>
                <a:lnTo>
                  <a:pt x="2489257" y="1068117"/>
                </a:lnTo>
                <a:lnTo>
                  <a:pt x="0" y="10681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9259" b="-38518"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531385" y="2398267"/>
            <a:ext cx="4922254" cy="4922254"/>
            <a:chOff x="0" y="0"/>
            <a:chExt cx="6350000" cy="6350000"/>
          </a:xfrm>
        </p:grpSpPr>
        <p:sp>
          <p:nvSpPr>
            <p:cNvPr id="4" name="Freeform 4"/>
            <p:cNvSpPr/>
            <p:nvPr/>
          </p:nvSpPr>
          <p:spPr>
            <a:xfrm>
              <a:off x="15240" y="15240"/>
              <a:ext cx="6319520" cy="6319520"/>
            </a:xfrm>
            <a:custGeom>
              <a:avLst/>
              <a:gdLst/>
              <a:ahLst/>
              <a:cxnLst/>
              <a:rect l="l" t="t" r="r" b="b"/>
              <a:pathLst>
                <a:path w="6319520" h="6319520">
                  <a:moveTo>
                    <a:pt x="6319520" y="6319520"/>
                  </a:moveTo>
                  <a:lnTo>
                    <a:pt x="0" y="6319520"/>
                  </a:lnTo>
                  <a:lnTo>
                    <a:pt x="0" y="0"/>
                  </a:lnTo>
                  <a:lnTo>
                    <a:pt x="6319520" y="0"/>
                  </a:lnTo>
                  <a:lnTo>
                    <a:pt x="6319520" y="631952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id="5" name="Freeform 5"/>
            <p:cNvSpPr/>
            <p:nvPr/>
          </p:nvSpPr>
          <p:spPr>
            <a:xfrm>
              <a:off x="15240" y="15240"/>
              <a:ext cx="6319520" cy="6319520"/>
            </a:xfrm>
            <a:custGeom>
              <a:avLst/>
              <a:gdLst/>
              <a:ahLst/>
              <a:cxnLst/>
              <a:rect l="l" t="t" r="r" b="b"/>
              <a:pathLst>
                <a:path w="6319520" h="6319520">
                  <a:moveTo>
                    <a:pt x="6319520" y="6319520"/>
                  </a:moveTo>
                  <a:lnTo>
                    <a:pt x="0" y="6319520"/>
                  </a:lnTo>
                  <a:lnTo>
                    <a:pt x="0" y="5365750"/>
                  </a:lnTo>
                  <a:lnTo>
                    <a:pt x="6319520" y="5365750"/>
                  </a:lnTo>
                  <a:lnTo>
                    <a:pt x="6319520" y="6319520"/>
                  </a:lnTo>
                  <a:close/>
                  <a:moveTo>
                    <a:pt x="6319520" y="0"/>
                  </a:moveTo>
                  <a:lnTo>
                    <a:pt x="0" y="0"/>
                  </a:lnTo>
                  <a:lnTo>
                    <a:pt x="0" y="635000"/>
                  </a:lnTo>
                  <a:lnTo>
                    <a:pt x="6319520" y="635000"/>
                  </a:lnTo>
                  <a:lnTo>
                    <a:pt x="6319520" y="0"/>
                  </a:lnTo>
                  <a:close/>
                </a:path>
              </a:pathLst>
            </a:custGeom>
            <a:solidFill>
              <a:srgbClr val="FF00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2917190" y="5591810"/>
              <a:ext cx="530860" cy="532130"/>
            </a:xfrm>
            <a:custGeom>
              <a:avLst/>
              <a:gdLst/>
              <a:ahLst/>
              <a:cxnLst/>
              <a:rect l="l" t="t" r="r" b="b"/>
              <a:pathLst>
                <a:path w="530860" h="532130">
                  <a:moveTo>
                    <a:pt x="530860" y="266700"/>
                  </a:moveTo>
                  <a:cubicBezTo>
                    <a:pt x="530860" y="414020"/>
                    <a:pt x="411480" y="532130"/>
                    <a:pt x="265430" y="532130"/>
                  </a:cubicBezTo>
                  <a:cubicBezTo>
                    <a:pt x="118110" y="532130"/>
                    <a:pt x="0" y="412750"/>
                    <a:pt x="0" y="266700"/>
                  </a:cubicBezTo>
                  <a:cubicBezTo>
                    <a:pt x="0" y="119380"/>
                    <a:pt x="119380" y="1270"/>
                    <a:pt x="265430" y="1270"/>
                  </a:cubicBezTo>
                  <a:cubicBezTo>
                    <a:pt x="412750" y="0"/>
                    <a:pt x="530860" y="119380"/>
                    <a:pt x="530860" y="2667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387090" y="5858510"/>
                  </a:moveTo>
                  <a:lnTo>
                    <a:pt x="3079750" y="6036310"/>
                  </a:lnTo>
                  <a:lnTo>
                    <a:pt x="3079750" y="5681980"/>
                  </a:lnTo>
                  <a:lnTo>
                    <a:pt x="3387090" y="5858510"/>
                  </a:lnTo>
                  <a:close/>
                  <a:moveTo>
                    <a:pt x="3920490" y="5970270"/>
                  </a:moveTo>
                  <a:lnTo>
                    <a:pt x="3971290" y="5970270"/>
                  </a:lnTo>
                  <a:lnTo>
                    <a:pt x="3971290" y="5746750"/>
                  </a:lnTo>
                  <a:lnTo>
                    <a:pt x="3920490" y="5746750"/>
                  </a:lnTo>
                  <a:lnTo>
                    <a:pt x="3920490" y="5829300"/>
                  </a:lnTo>
                  <a:lnTo>
                    <a:pt x="3778250" y="5746750"/>
                  </a:lnTo>
                  <a:lnTo>
                    <a:pt x="3778250" y="5970270"/>
                  </a:lnTo>
                  <a:lnTo>
                    <a:pt x="3920490" y="5887720"/>
                  </a:lnTo>
                  <a:lnTo>
                    <a:pt x="3920490" y="5970270"/>
                  </a:lnTo>
                  <a:close/>
                  <a:moveTo>
                    <a:pt x="2429510" y="5887720"/>
                  </a:moveTo>
                  <a:lnTo>
                    <a:pt x="2571750" y="5970270"/>
                  </a:lnTo>
                  <a:lnTo>
                    <a:pt x="2571750" y="5746750"/>
                  </a:lnTo>
                  <a:lnTo>
                    <a:pt x="2429510" y="5829300"/>
                  </a:lnTo>
                  <a:lnTo>
                    <a:pt x="2429510" y="5746750"/>
                  </a:lnTo>
                  <a:lnTo>
                    <a:pt x="2378710" y="5746750"/>
                  </a:lnTo>
                  <a:lnTo>
                    <a:pt x="2378710" y="5970270"/>
                  </a:lnTo>
                  <a:lnTo>
                    <a:pt x="2429510" y="5970270"/>
                  </a:lnTo>
                  <a:lnTo>
                    <a:pt x="2429510" y="5887720"/>
                  </a:lnTo>
                  <a:close/>
                  <a:moveTo>
                    <a:pt x="6350000" y="15240"/>
                  </a:moveTo>
                  <a:lnTo>
                    <a:pt x="6350000" y="650240"/>
                  </a:lnTo>
                  <a:lnTo>
                    <a:pt x="6350000" y="5380990"/>
                  </a:lnTo>
                  <a:lnTo>
                    <a:pt x="6350000" y="6334760"/>
                  </a:lnTo>
                  <a:cubicBezTo>
                    <a:pt x="6350000" y="6343650"/>
                    <a:pt x="6343650" y="6350000"/>
                    <a:pt x="6334760" y="6350000"/>
                  </a:cubicBezTo>
                  <a:lnTo>
                    <a:pt x="15240" y="6350000"/>
                  </a:lnTo>
                  <a:cubicBezTo>
                    <a:pt x="6350" y="6350000"/>
                    <a:pt x="0" y="6343650"/>
                    <a:pt x="0" y="6334760"/>
                  </a:cubicBezTo>
                  <a:lnTo>
                    <a:pt x="0" y="5380990"/>
                  </a:lnTo>
                  <a:lnTo>
                    <a:pt x="0" y="650240"/>
                  </a:lnTo>
                  <a:lnTo>
                    <a:pt x="0" y="15240"/>
                  </a:lnTo>
                  <a:cubicBezTo>
                    <a:pt x="0" y="6350"/>
                    <a:pt x="6350" y="0"/>
                    <a:pt x="15240" y="0"/>
                  </a:cubicBezTo>
                  <a:lnTo>
                    <a:pt x="6334760" y="0"/>
                  </a:lnTo>
                  <a:cubicBezTo>
                    <a:pt x="6343650" y="0"/>
                    <a:pt x="6350000" y="6350"/>
                    <a:pt x="6350000" y="15240"/>
                  </a:cubicBezTo>
                  <a:close/>
                  <a:moveTo>
                    <a:pt x="6319520" y="5396230"/>
                  </a:moveTo>
                  <a:lnTo>
                    <a:pt x="30480" y="5396230"/>
                  </a:lnTo>
                  <a:lnTo>
                    <a:pt x="30480" y="6319520"/>
                  </a:lnTo>
                  <a:lnTo>
                    <a:pt x="6320790" y="6319520"/>
                  </a:lnTo>
                  <a:lnTo>
                    <a:pt x="6320790" y="5396230"/>
                  </a:lnTo>
                  <a:close/>
                  <a:moveTo>
                    <a:pt x="6319520" y="665480"/>
                  </a:moveTo>
                  <a:lnTo>
                    <a:pt x="30480" y="665480"/>
                  </a:lnTo>
                  <a:lnTo>
                    <a:pt x="30480" y="5365750"/>
                  </a:lnTo>
                  <a:lnTo>
                    <a:pt x="6320790" y="5365750"/>
                  </a:lnTo>
                  <a:lnTo>
                    <a:pt x="6320790" y="665480"/>
                  </a:lnTo>
                  <a:close/>
                  <a:moveTo>
                    <a:pt x="6319520" y="30480"/>
                  </a:moveTo>
                  <a:lnTo>
                    <a:pt x="30480" y="30480"/>
                  </a:lnTo>
                  <a:lnTo>
                    <a:pt x="30480" y="635000"/>
                  </a:lnTo>
                  <a:lnTo>
                    <a:pt x="6320790" y="635000"/>
                  </a:lnTo>
                  <a:lnTo>
                    <a:pt x="6320790" y="30480"/>
                  </a:lnTo>
                  <a:close/>
                  <a:moveTo>
                    <a:pt x="5410200" y="480060"/>
                  </a:moveTo>
                  <a:lnTo>
                    <a:pt x="5651500" y="480060"/>
                  </a:lnTo>
                  <a:cubicBezTo>
                    <a:pt x="5660390" y="480060"/>
                    <a:pt x="5666740" y="473710"/>
                    <a:pt x="5666740" y="464820"/>
                  </a:cubicBezTo>
                  <a:cubicBezTo>
                    <a:pt x="5666740" y="455930"/>
                    <a:pt x="5660390" y="449580"/>
                    <a:pt x="5651500" y="449580"/>
                  </a:cubicBezTo>
                  <a:lnTo>
                    <a:pt x="5410200" y="449580"/>
                  </a:lnTo>
                  <a:cubicBezTo>
                    <a:pt x="5401310" y="449580"/>
                    <a:pt x="5394960" y="455930"/>
                    <a:pt x="5394960" y="464820"/>
                  </a:cubicBezTo>
                  <a:cubicBezTo>
                    <a:pt x="5394960" y="473710"/>
                    <a:pt x="5401310" y="480060"/>
                    <a:pt x="5410200" y="480060"/>
                  </a:cubicBezTo>
                  <a:close/>
                  <a:moveTo>
                    <a:pt x="5853430" y="476250"/>
                  </a:moveTo>
                  <a:cubicBezTo>
                    <a:pt x="5855970" y="478790"/>
                    <a:pt x="5859780" y="480060"/>
                    <a:pt x="5863590" y="480060"/>
                  </a:cubicBezTo>
                  <a:cubicBezTo>
                    <a:pt x="5867400" y="480060"/>
                    <a:pt x="5871210" y="478790"/>
                    <a:pt x="5873750" y="476250"/>
                  </a:cubicBezTo>
                  <a:lnTo>
                    <a:pt x="5995670" y="354330"/>
                  </a:lnTo>
                  <a:lnTo>
                    <a:pt x="6117590" y="476250"/>
                  </a:lnTo>
                  <a:cubicBezTo>
                    <a:pt x="6120130" y="478790"/>
                    <a:pt x="6123940" y="480060"/>
                    <a:pt x="6127750" y="480060"/>
                  </a:cubicBezTo>
                  <a:cubicBezTo>
                    <a:pt x="6131559" y="480060"/>
                    <a:pt x="6135370" y="478790"/>
                    <a:pt x="6137909" y="476250"/>
                  </a:cubicBezTo>
                  <a:cubicBezTo>
                    <a:pt x="6144259" y="469900"/>
                    <a:pt x="6144259" y="461010"/>
                    <a:pt x="6137909" y="454660"/>
                  </a:cubicBezTo>
                  <a:lnTo>
                    <a:pt x="6015989" y="332740"/>
                  </a:lnTo>
                  <a:lnTo>
                    <a:pt x="6137909" y="210820"/>
                  </a:lnTo>
                  <a:cubicBezTo>
                    <a:pt x="6144259" y="204470"/>
                    <a:pt x="6144259" y="195580"/>
                    <a:pt x="6137909" y="189230"/>
                  </a:cubicBezTo>
                  <a:cubicBezTo>
                    <a:pt x="6131559" y="182880"/>
                    <a:pt x="6122669" y="182880"/>
                    <a:pt x="6116319" y="189230"/>
                  </a:cubicBezTo>
                  <a:lnTo>
                    <a:pt x="5994399" y="311150"/>
                  </a:lnTo>
                  <a:lnTo>
                    <a:pt x="5872479" y="189230"/>
                  </a:lnTo>
                  <a:cubicBezTo>
                    <a:pt x="5866129" y="182880"/>
                    <a:pt x="5857239" y="182880"/>
                    <a:pt x="5850889" y="189230"/>
                  </a:cubicBezTo>
                  <a:cubicBezTo>
                    <a:pt x="5844539" y="195580"/>
                    <a:pt x="5844539" y="204470"/>
                    <a:pt x="5850889" y="210820"/>
                  </a:cubicBezTo>
                  <a:lnTo>
                    <a:pt x="5972809" y="332740"/>
                  </a:lnTo>
                  <a:lnTo>
                    <a:pt x="5850889" y="454660"/>
                  </a:lnTo>
                  <a:cubicBezTo>
                    <a:pt x="5847080" y="459740"/>
                    <a:pt x="5847080" y="469900"/>
                    <a:pt x="5853430" y="476250"/>
                  </a:cubicBezTo>
                  <a:close/>
                  <a:moveTo>
                    <a:pt x="2901950" y="5858510"/>
                  </a:moveTo>
                  <a:cubicBezTo>
                    <a:pt x="2901950" y="5703570"/>
                    <a:pt x="3027680" y="5577840"/>
                    <a:pt x="3182620" y="5577840"/>
                  </a:cubicBezTo>
                  <a:cubicBezTo>
                    <a:pt x="3337560" y="5577840"/>
                    <a:pt x="3463290" y="5703570"/>
                    <a:pt x="3463290" y="5858510"/>
                  </a:cubicBezTo>
                  <a:cubicBezTo>
                    <a:pt x="3463290" y="6013450"/>
                    <a:pt x="3337560" y="6139180"/>
                    <a:pt x="3182620" y="6139180"/>
                  </a:cubicBezTo>
                  <a:cubicBezTo>
                    <a:pt x="3027680" y="6139180"/>
                    <a:pt x="2901950" y="6013450"/>
                    <a:pt x="2901950" y="5858510"/>
                  </a:cubicBezTo>
                  <a:close/>
                  <a:moveTo>
                    <a:pt x="2932430" y="5858510"/>
                  </a:moveTo>
                  <a:cubicBezTo>
                    <a:pt x="2932430" y="5996940"/>
                    <a:pt x="3045460" y="6108700"/>
                    <a:pt x="3182620" y="6108700"/>
                  </a:cubicBezTo>
                  <a:cubicBezTo>
                    <a:pt x="3321050" y="6108700"/>
                    <a:pt x="3432810" y="5995670"/>
                    <a:pt x="3432810" y="5858510"/>
                  </a:cubicBezTo>
                  <a:cubicBezTo>
                    <a:pt x="3432810" y="5720080"/>
                    <a:pt x="3319780" y="5608320"/>
                    <a:pt x="3182620" y="5608320"/>
                  </a:cubicBezTo>
                  <a:cubicBezTo>
                    <a:pt x="3044190" y="5607050"/>
                    <a:pt x="2932430" y="5720080"/>
                    <a:pt x="2932430" y="5858510"/>
                  </a:cubicBezTo>
                  <a:close/>
                </a:path>
              </a:pathLst>
            </a:custGeom>
            <a:solidFill>
              <a:srgbClr val="171717"/>
            </a:solidFill>
          </p:spPr>
        </p:sp>
      </p:grpSp>
      <p:sp>
        <p:nvSpPr>
          <p:cNvPr id="8" name="Freeform 8"/>
          <p:cNvSpPr/>
          <p:nvPr/>
        </p:nvSpPr>
        <p:spPr>
          <a:xfrm>
            <a:off x="2163712" y="4340472"/>
            <a:ext cx="3657600" cy="1037844"/>
          </a:xfrm>
          <a:custGeom>
            <a:avLst/>
            <a:gdLst/>
            <a:ahLst/>
            <a:cxnLst/>
            <a:rect l="l" t="t" r="r" b="b"/>
            <a:pathLst>
              <a:path w="3657600" h="1037844">
                <a:moveTo>
                  <a:pt x="0" y="0"/>
                </a:moveTo>
                <a:lnTo>
                  <a:pt x="3657600" y="0"/>
                </a:lnTo>
                <a:lnTo>
                  <a:pt x="3657600" y="1037844"/>
                </a:lnTo>
                <a:lnTo>
                  <a:pt x="0" y="10378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984947" y="3199730"/>
            <a:ext cx="6015130" cy="1034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892"/>
              </a:lnSpc>
              <a:spcBef>
                <a:spcPct val="0"/>
              </a:spcBef>
            </a:pPr>
            <a:r>
              <a:rPr lang="en-US" sz="7175">
                <a:solidFill>
                  <a:srgbClr val="171717"/>
                </a:solidFill>
                <a:latin typeface="Bobby Jones"/>
                <a:ea typeface="Bobby Jones"/>
                <a:cs typeface="Bobby Jones"/>
                <a:sym typeface="Bobby Jones"/>
              </a:rPr>
              <a:t>exemple 1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136003" y="514893"/>
            <a:ext cx="8270804" cy="9172678"/>
            <a:chOff x="0" y="0"/>
            <a:chExt cx="2805479" cy="241584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05479" cy="2415849"/>
            </a:xfrm>
            <a:custGeom>
              <a:avLst/>
              <a:gdLst/>
              <a:ahLst/>
              <a:cxnLst/>
              <a:rect l="l" t="t" r="r" b="b"/>
              <a:pathLst>
                <a:path w="2805479" h="2415849">
                  <a:moveTo>
                    <a:pt x="0" y="0"/>
                  </a:moveTo>
                  <a:lnTo>
                    <a:pt x="2805479" y="0"/>
                  </a:lnTo>
                  <a:lnTo>
                    <a:pt x="2805479" y="2415849"/>
                  </a:lnTo>
                  <a:lnTo>
                    <a:pt x="0" y="241584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2805479" cy="2444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13" name="Image 12">
            <a:extLst>
              <a:ext uri="{FF2B5EF4-FFF2-40B4-BE49-F238E27FC236}">
                <a16:creationId xmlns:a16="http://schemas.microsoft.com/office/drawing/2014/main" id="{9A26BC64-7069-836F-02C0-09326375A3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3686" y="803189"/>
            <a:ext cx="6618357" cy="85725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9259" b="-38518"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569485" y="2950717"/>
            <a:ext cx="4922254" cy="4922254"/>
            <a:chOff x="0" y="0"/>
            <a:chExt cx="6350000" cy="6350000"/>
          </a:xfrm>
        </p:grpSpPr>
        <p:sp>
          <p:nvSpPr>
            <p:cNvPr id="4" name="Freeform 4"/>
            <p:cNvSpPr/>
            <p:nvPr/>
          </p:nvSpPr>
          <p:spPr>
            <a:xfrm>
              <a:off x="15240" y="15240"/>
              <a:ext cx="6319520" cy="6319520"/>
            </a:xfrm>
            <a:custGeom>
              <a:avLst/>
              <a:gdLst/>
              <a:ahLst/>
              <a:cxnLst/>
              <a:rect l="l" t="t" r="r" b="b"/>
              <a:pathLst>
                <a:path w="6319520" h="6319520">
                  <a:moveTo>
                    <a:pt x="6319520" y="6319520"/>
                  </a:moveTo>
                  <a:lnTo>
                    <a:pt x="0" y="6319520"/>
                  </a:lnTo>
                  <a:lnTo>
                    <a:pt x="0" y="0"/>
                  </a:lnTo>
                  <a:lnTo>
                    <a:pt x="6319520" y="0"/>
                  </a:lnTo>
                  <a:lnTo>
                    <a:pt x="6319520" y="631952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id="5" name="Freeform 5"/>
            <p:cNvSpPr/>
            <p:nvPr/>
          </p:nvSpPr>
          <p:spPr>
            <a:xfrm>
              <a:off x="15240" y="15240"/>
              <a:ext cx="6319520" cy="6319520"/>
            </a:xfrm>
            <a:custGeom>
              <a:avLst/>
              <a:gdLst/>
              <a:ahLst/>
              <a:cxnLst/>
              <a:rect l="l" t="t" r="r" b="b"/>
              <a:pathLst>
                <a:path w="6319520" h="6319520">
                  <a:moveTo>
                    <a:pt x="6319520" y="6319520"/>
                  </a:moveTo>
                  <a:lnTo>
                    <a:pt x="0" y="6319520"/>
                  </a:lnTo>
                  <a:lnTo>
                    <a:pt x="0" y="5365750"/>
                  </a:lnTo>
                  <a:lnTo>
                    <a:pt x="6319520" y="5365750"/>
                  </a:lnTo>
                  <a:lnTo>
                    <a:pt x="6319520" y="6319520"/>
                  </a:lnTo>
                  <a:close/>
                  <a:moveTo>
                    <a:pt x="6319520" y="0"/>
                  </a:moveTo>
                  <a:lnTo>
                    <a:pt x="0" y="0"/>
                  </a:lnTo>
                  <a:lnTo>
                    <a:pt x="0" y="635000"/>
                  </a:lnTo>
                  <a:lnTo>
                    <a:pt x="6319520" y="635000"/>
                  </a:lnTo>
                  <a:lnTo>
                    <a:pt x="6319520" y="0"/>
                  </a:lnTo>
                  <a:close/>
                </a:path>
              </a:pathLst>
            </a:custGeom>
            <a:solidFill>
              <a:srgbClr val="29E9E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2917190" y="5591810"/>
              <a:ext cx="530860" cy="532130"/>
            </a:xfrm>
            <a:custGeom>
              <a:avLst/>
              <a:gdLst/>
              <a:ahLst/>
              <a:cxnLst/>
              <a:rect l="l" t="t" r="r" b="b"/>
              <a:pathLst>
                <a:path w="530860" h="532130">
                  <a:moveTo>
                    <a:pt x="530860" y="266700"/>
                  </a:moveTo>
                  <a:cubicBezTo>
                    <a:pt x="530860" y="414020"/>
                    <a:pt x="411480" y="532130"/>
                    <a:pt x="265430" y="532130"/>
                  </a:cubicBezTo>
                  <a:cubicBezTo>
                    <a:pt x="118110" y="532130"/>
                    <a:pt x="0" y="412750"/>
                    <a:pt x="0" y="266700"/>
                  </a:cubicBezTo>
                  <a:cubicBezTo>
                    <a:pt x="0" y="119380"/>
                    <a:pt x="119380" y="1270"/>
                    <a:pt x="265430" y="1270"/>
                  </a:cubicBezTo>
                  <a:cubicBezTo>
                    <a:pt x="412750" y="0"/>
                    <a:pt x="530860" y="119380"/>
                    <a:pt x="530860" y="2667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387090" y="5858510"/>
                  </a:moveTo>
                  <a:lnTo>
                    <a:pt x="3079750" y="6036310"/>
                  </a:lnTo>
                  <a:lnTo>
                    <a:pt x="3079750" y="5681980"/>
                  </a:lnTo>
                  <a:lnTo>
                    <a:pt x="3387090" y="5858510"/>
                  </a:lnTo>
                  <a:close/>
                  <a:moveTo>
                    <a:pt x="3920490" y="5970270"/>
                  </a:moveTo>
                  <a:lnTo>
                    <a:pt x="3971290" y="5970270"/>
                  </a:lnTo>
                  <a:lnTo>
                    <a:pt x="3971290" y="5746750"/>
                  </a:lnTo>
                  <a:lnTo>
                    <a:pt x="3920490" y="5746750"/>
                  </a:lnTo>
                  <a:lnTo>
                    <a:pt x="3920490" y="5829300"/>
                  </a:lnTo>
                  <a:lnTo>
                    <a:pt x="3778250" y="5746750"/>
                  </a:lnTo>
                  <a:lnTo>
                    <a:pt x="3778250" y="5970270"/>
                  </a:lnTo>
                  <a:lnTo>
                    <a:pt x="3920490" y="5887720"/>
                  </a:lnTo>
                  <a:lnTo>
                    <a:pt x="3920490" y="5970270"/>
                  </a:lnTo>
                  <a:close/>
                  <a:moveTo>
                    <a:pt x="2429510" y="5887720"/>
                  </a:moveTo>
                  <a:lnTo>
                    <a:pt x="2571750" y="5970270"/>
                  </a:lnTo>
                  <a:lnTo>
                    <a:pt x="2571750" y="5746750"/>
                  </a:lnTo>
                  <a:lnTo>
                    <a:pt x="2429510" y="5829300"/>
                  </a:lnTo>
                  <a:lnTo>
                    <a:pt x="2429510" y="5746750"/>
                  </a:lnTo>
                  <a:lnTo>
                    <a:pt x="2378710" y="5746750"/>
                  </a:lnTo>
                  <a:lnTo>
                    <a:pt x="2378710" y="5970270"/>
                  </a:lnTo>
                  <a:lnTo>
                    <a:pt x="2429510" y="5970270"/>
                  </a:lnTo>
                  <a:lnTo>
                    <a:pt x="2429510" y="5887720"/>
                  </a:lnTo>
                  <a:close/>
                  <a:moveTo>
                    <a:pt x="6350000" y="15240"/>
                  </a:moveTo>
                  <a:lnTo>
                    <a:pt x="6350000" y="650240"/>
                  </a:lnTo>
                  <a:lnTo>
                    <a:pt x="6350000" y="5380990"/>
                  </a:lnTo>
                  <a:lnTo>
                    <a:pt x="6350000" y="6334760"/>
                  </a:lnTo>
                  <a:cubicBezTo>
                    <a:pt x="6350000" y="6343650"/>
                    <a:pt x="6343650" y="6350000"/>
                    <a:pt x="6334760" y="6350000"/>
                  </a:cubicBezTo>
                  <a:lnTo>
                    <a:pt x="15240" y="6350000"/>
                  </a:lnTo>
                  <a:cubicBezTo>
                    <a:pt x="6350" y="6350000"/>
                    <a:pt x="0" y="6343650"/>
                    <a:pt x="0" y="6334760"/>
                  </a:cubicBezTo>
                  <a:lnTo>
                    <a:pt x="0" y="5380990"/>
                  </a:lnTo>
                  <a:lnTo>
                    <a:pt x="0" y="650240"/>
                  </a:lnTo>
                  <a:lnTo>
                    <a:pt x="0" y="15240"/>
                  </a:lnTo>
                  <a:cubicBezTo>
                    <a:pt x="0" y="6350"/>
                    <a:pt x="6350" y="0"/>
                    <a:pt x="15240" y="0"/>
                  </a:cubicBezTo>
                  <a:lnTo>
                    <a:pt x="6334760" y="0"/>
                  </a:lnTo>
                  <a:cubicBezTo>
                    <a:pt x="6343650" y="0"/>
                    <a:pt x="6350000" y="6350"/>
                    <a:pt x="6350000" y="15240"/>
                  </a:cubicBezTo>
                  <a:close/>
                  <a:moveTo>
                    <a:pt x="6319520" y="5396230"/>
                  </a:moveTo>
                  <a:lnTo>
                    <a:pt x="30480" y="5396230"/>
                  </a:lnTo>
                  <a:lnTo>
                    <a:pt x="30480" y="6319520"/>
                  </a:lnTo>
                  <a:lnTo>
                    <a:pt x="6320790" y="6319520"/>
                  </a:lnTo>
                  <a:lnTo>
                    <a:pt x="6320790" y="5396230"/>
                  </a:lnTo>
                  <a:close/>
                  <a:moveTo>
                    <a:pt x="6319520" y="665480"/>
                  </a:moveTo>
                  <a:lnTo>
                    <a:pt x="30480" y="665480"/>
                  </a:lnTo>
                  <a:lnTo>
                    <a:pt x="30480" y="5365750"/>
                  </a:lnTo>
                  <a:lnTo>
                    <a:pt x="6320790" y="5365750"/>
                  </a:lnTo>
                  <a:lnTo>
                    <a:pt x="6320790" y="665480"/>
                  </a:lnTo>
                  <a:close/>
                  <a:moveTo>
                    <a:pt x="6319520" y="30480"/>
                  </a:moveTo>
                  <a:lnTo>
                    <a:pt x="30480" y="30480"/>
                  </a:lnTo>
                  <a:lnTo>
                    <a:pt x="30480" y="635000"/>
                  </a:lnTo>
                  <a:lnTo>
                    <a:pt x="6320790" y="635000"/>
                  </a:lnTo>
                  <a:lnTo>
                    <a:pt x="6320790" y="30480"/>
                  </a:lnTo>
                  <a:close/>
                  <a:moveTo>
                    <a:pt x="5410200" y="480060"/>
                  </a:moveTo>
                  <a:lnTo>
                    <a:pt x="5651500" y="480060"/>
                  </a:lnTo>
                  <a:cubicBezTo>
                    <a:pt x="5660390" y="480060"/>
                    <a:pt x="5666740" y="473710"/>
                    <a:pt x="5666740" y="464820"/>
                  </a:cubicBezTo>
                  <a:cubicBezTo>
                    <a:pt x="5666740" y="455930"/>
                    <a:pt x="5660390" y="449580"/>
                    <a:pt x="5651500" y="449580"/>
                  </a:cubicBezTo>
                  <a:lnTo>
                    <a:pt x="5410200" y="449580"/>
                  </a:lnTo>
                  <a:cubicBezTo>
                    <a:pt x="5401310" y="449580"/>
                    <a:pt x="5394960" y="455930"/>
                    <a:pt x="5394960" y="464820"/>
                  </a:cubicBezTo>
                  <a:cubicBezTo>
                    <a:pt x="5394960" y="473710"/>
                    <a:pt x="5401310" y="480060"/>
                    <a:pt x="5410200" y="480060"/>
                  </a:cubicBezTo>
                  <a:close/>
                  <a:moveTo>
                    <a:pt x="5853430" y="476250"/>
                  </a:moveTo>
                  <a:cubicBezTo>
                    <a:pt x="5855970" y="478790"/>
                    <a:pt x="5859780" y="480060"/>
                    <a:pt x="5863590" y="480060"/>
                  </a:cubicBezTo>
                  <a:cubicBezTo>
                    <a:pt x="5867400" y="480060"/>
                    <a:pt x="5871210" y="478790"/>
                    <a:pt x="5873750" y="476250"/>
                  </a:cubicBezTo>
                  <a:lnTo>
                    <a:pt x="5995670" y="354330"/>
                  </a:lnTo>
                  <a:lnTo>
                    <a:pt x="6117590" y="476250"/>
                  </a:lnTo>
                  <a:cubicBezTo>
                    <a:pt x="6120130" y="478790"/>
                    <a:pt x="6123940" y="480060"/>
                    <a:pt x="6127750" y="480060"/>
                  </a:cubicBezTo>
                  <a:cubicBezTo>
                    <a:pt x="6131559" y="480060"/>
                    <a:pt x="6135370" y="478790"/>
                    <a:pt x="6137909" y="476250"/>
                  </a:cubicBezTo>
                  <a:cubicBezTo>
                    <a:pt x="6144259" y="469900"/>
                    <a:pt x="6144259" y="461010"/>
                    <a:pt x="6137909" y="454660"/>
                  </a:cubicBezTo>
                  <a:lnTo>
                    <a:pt x="6015989" y="332740"/>
                  </a:lnTo>
                  <a:lnTo>
                    <a:pt x="6137909" y="210820"/>
                  </a:lnTo>
                  <a:cubicBezTo>
                    <a:pt x="6144259" y="204470"/>
                    <a:pt x="6144259" y="195580"/>
                    <a:pt x="6137909" y="189230"/>
                  </a:cubicBezTo>
                  <a:cubicBezTo>
                    <a:pt x="6131559" y="182880"/>
                    <a:pt x="6122669" y="182880"/>
                    <a:pt x="6116319" y="189230"/>
                  </a:cubicBezTo>
                  <a:lnTo>
                    <a:pt x="5994399" y="311150"/>
                  </a:lnTo>
                  <a:lnTo>
                    <a:pt x="5872479" y="189230"/>
                  </a:lnTo>
                  <a:cubicBezTo>
                    <a:pt x="5866129" y="182880"/>
                    <a:pt x="5857239" y="182880"/>
                    <a:pt x="5850889" y="189230"/>
                  </a:cubicBezTo>
                  <a:cubicBezTo>
                    <a:pt x="5844539" y="195580"/>
                    <a:pt x="5844539" y="204470"/>
                    <a:pt x="5850889" y="210820"/>
                  </a:cubicBezTo>
                  <a:lnTo>
                    <a:pt x="5972809" y="332740"/>
                  </a:lnTo>
                  <a:lnTo>
                    <a:pt x="5850889" y="454660"/>
                  </a:lnTo>
                  <a:cubicBezTo>
                    <a:pt x="5847080" y="459740"/>
                    <a:pt x="5847080" y="469900"/>
                    <a:pt x="5853430" y="476250"/>
                  </a:cubicBezTo>
                  <a:close/>
                  <a:moveTo>
                    <a:pt x="2901950" y="5858510"/>
                  </a:moveTo>
                  <a:cubicBezTo>
                    <a:pt x="2901950" y="5703570"/>
                    <a:pt x="3027680" y="5577840"/>
                    <a:pt x="3182620" y="5577840"/>
                  </a:cubicBezTo>
                  <a:cubicBezTo>
                    <a:pt x="3337560" y="5577840"/>
                    <a:pt x="3463290" y="5703570"/>
                    <a:pt x="3463290" y="5858510"/>
                  </a:cubicBezTo>
                  <a:cubicBezTo>
                    <a:pt x="3463290" y="6013450"/>
                    <a:pt x="3337560" y="6139180"/>
                    <a:pt x="3182620" y="6139180"/>
                  </a:cubicBezTo>
                  <a:cubicBezTo>
                    <a:pt x="3027680" y="6139180"/>
                    <a:pt x="2901950" y="6013450"/>
                    <a:pt x="2901950" y="5858510"/>
                  </a:cubicBezTo>
                  <a:close/>
                  <a:moveTo>
                    <a:pt x="2932430" y="5858510"/>
                  </a:moveTo>
                  <a:cubicBezTo>
                    <a:pt x="2932430" y="5996940"/>
                    <a:pt x="3045460" y="6108700"/>
                    <a:pt x="3182620" y="6108700"/>
                  </a:cubicBezTo>
                  <a:cubicBezTo>
                    <a:pt x="3321050" y="6108700"/>
                    <a:pt x="3432810" y="5995670"/>
                    <a:pt x="3432810" y="5858510"/>
                  </a:cubicBezTo>
                  <a:cubicBezTo>
                    <a:pt x="3432810" y="5720080"/>
                    <a:pt x="3319780" y="5608320"/>
                    <a:pt x="3182620" y="5608320"/>
                  </a:cubicBezTo>
                  <a:cubicBezTo>
                    <a:pt x="3044190" y="5607050"/>
                    <a:pt x="2932430" y="5720080"/>
                    <a:pt x="2932430" y="5858510"/>
                  </a:cubicBezTo>
                  <a:close/>
                </a:path>
              </a:pathLst>
            </a:custGeom>
            <a:solidFill>
              <a:srgbClr val="171717"/>
            </a:solidFill>
          </p:spPr>
        </p:sp>
      </p:grpSp>
      <p:sp>
        <p:nvSpPr>
          <p:cNvPr id="8" name="Freeform 8"/>
          <p:cNvSpPr/>
          <p:nvPr/>
        </p:nvSpPr>
        <p:spPr>
          <a:xfrm>
            <a:off x="2201812" y="4892922"/>
            <a:ext cx="3657600" cy="1037844"/>
          </a:xfrm>
          <a:custGeom>
            <a:avLst/>
            <a:gdLst/>
            <a:ahLst/>
            <a:cxnLst/>
            <a:rect l="l" t="t" r="r" b="b"/>
            <a:pathLst>
              <a:path w="3657600" h="1037844">
                <a:moveTo>
                  <a:pt x="0" y="0"/>
                </a:moveTo>
                <a:lnTo>
                  <a:pt x="3657600" y="0"/>
                </a:lnTo>
                <a:lnTo>
                  <a:pt x="3657600" y="1037844"/>
                </a:lnTo>
                <a:lnTo>
                  <a:pt x="0" y="10378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40753" y="514893"/>
            <a:ext cx="9070904" cy="9172678"/>
            <a:chOff x="0" y="0"/>
            <a:chExt cx="2805479" cy="241584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805479" cy="2415849"/>
            </a:xfrm>
            <a:custGeom>
              <a:avLst/>
              <a:gdLst/>
              <a:ahLst/>
              <a:cxnLst/>
              <a:rect l="l" t="t" r="r" b="b"/>
              <a:pathLst>
                <a:path w="2805479" h="2415849">
                  <a:moveTo>
                    <a:pt x="0" y="0"/>
                  </a:moveTo>
                  <a:lnTo>
                    <a:pt x="2805479" y="0"/>
                  </a:lnTo>
                  <a:lnTo>
                    <a:pt x="2805479" y="2415849"/>
                  </a:lnTo>
                  <a:lnTo>
                    <a:pt x="0" y="241584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2805479" cy="2444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3047" y="3847430"/>
            <a:ext cx="6015130" cy="1034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892"/>
              </a:lnSpc>
              <a:spcBef>
                <a:spcPct val="0"/>
              </a:spcBef>
            </a:pPr>
            <a:r>
              <a:rPr lang="en-US" sz="7175">
                <a:solidFill>
                  <a:srgbClr val="171717"/>
                </a:solidFill>
                <a:latin typeface="Bobby Jones"/>
                <a:ea typeface="Bobby Jones"/>
                <a:cs typeface="Bobby Jones"/>
                <a:sym typeface="Bobby Jones"/>
              </a:rPr>
              <a:t>exemple 2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B6429B47-E8FF-5F3E-DE51-09E96D2C1E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8146" y="742950"/>
            <a:ext cx="6746558" cy="87439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9259" b="-38518"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4755670" y="755170"/>
            <a:ext cx="8776660" cy="8776660"/>
            <a:chOff x="0" y="0"/>
            <a:chExt cx="6350000" cy="6350000"/>
          </a:xfrm>
        </p:grpSpPr>
        <p:sp>
          <p:nvSpPr>
            <p:cNvPr id="4" name="Freeform 4"/>
            <p:cNvSpPr/>
            <p:nvPr/>
          </p:nvSpPr>
          <p:spPr>
            <a:xfrm>
              <a:off x="15240" y="15240"/>
              <a:ext cx="6319520" cy="6319520"/>
            </a:xfrm>
            <a:custGeom>
              <a:avLst/>
              <a:gdLst/>
              <a:ahLst/>
              <a:cxnLst/>
              <a:rect l="l" t="t" r="r" b="b"/>
              <a:pathLst>
                <a:path w="6319520" h="6319520">
                  <a:moveTo>
                    <a:pt x="6319520" y="6319520"/>
                  </a:moveTo>
                  <a:lnTo>
                    <a:pt x="0" y="6319520"/>
                  </a:lnTo>
                  <a:lnTo>
                    <a:pt x="0" y="0"/>
                  </a:lnTo>
                  <a:lnTo>
                    <a:pt x="6319520" y="0"/>
                  </a:lnTo>
                  <a:lnTo>
                    <a:pt x="6319520" y="631952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id="5" name="Freeform 5"/>
            <p:cNvSpPr/>
            <p:nvPr/>
          </p:nvSpPr>
          <p:spPr>
            <a:xfrm>
              <a:off x="15240" y="15240"/>
              <a:ext cx="6319520" cy="6319520"/>
            </a:xfrm>
            <a:custGeom>
              <a:avLst/>
              <a:gdLst/>
              <a:ahLst/>
              <a:cxnLst/>
              <a:rect l="l" t="t" r="r" b="b"/>
              <a:pathLst>
                <a:path w="6319520" h="6319520">
                  <a:moveTo>
                    <a:pt x="6319520" y="6319520"/>
                  </a:moveTo>
                  <a:lnTo>
                    <a:pt x="0" y="6319520"/>
                  </a:lnTo>
                  <a:lnTo>
                    <a:pt x="0" y="5365750"/>
                  </a:lnTo>
                  <a:lnTo>
                    <a:pt x="6319520" y="5365750"/>
                  </a:lnTo>
                  <a:lnTo>
                    <a:pt x="6319520" y="6319520"/>
                  </a:lnTo>
                  <a:close/>
                  <a:moveTo>
                    <a:pt x="6319520" y="0"/>
                  </a:moveTo>
                  <a:lnTo>
                    <a:pt x="0" y="0"/>
                  </a:lnTo>
                  <a:lnTo>
                    <a:pt x="0" y="635000"/>
                  </a:lnTo>
                  <a:lnTo>
                    <a:pt x="6319520" y="635000"/>
                  </a:lnTo>
                  <a:lnTo>
                    <a:pt x="6319520" y="0"/>
                  </a:lnTo>
                  <a:close/>
                </a:path>
              </a:pathLst>
            </a:custGeom>
            <a:solidFill>
              <a:srgbClr val="29E9E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2917190" y="5591810"/>
              <a:ext cx="530860" cy="532130"/>
            </a:xfrm>
            <a:custGeom>
              <a:avLst/>
              <a:gdLst/>
              <a:ahLst/>
              <a:cxnLst/>
              <a:rect l="l" t="t" r="r" b="b"/>
              <a:pathLst>
                <a:path w="530860" h="532130">
                  <a:moveTo>
                    <a:pt x="530860" y="266700"/>
                  </a:moveTo>
                  <a:cubicBezTo>
                    <a:pt x="530860" y="414020"/>
                    <a:pt x="411480" y="532130"/>
                    <a:pt x="265430" y="532130"/>
                  </a:cubicBezTo>
                  <a:cubicBezTo>
                    <a:pt x="118110" y="532130"/>
                    <a:pt x="0" y="412750"/>
                    <a:pt x="0" y="266700"/>
                  </a:cubicBezTo>
                  <a:cubicBezTo>
                    <a:pt x="0" y="119380"/>
                    <a:pt x="119380" y="1270"/>
                    <a:pt x="265430" y="1270"/>
                  </a:cubicBezTo>
                  <a:cubicBezTo>
                    <a:pt x="412750" y="0"/>
                    <a:pt x="530860" y="119380"/>
                    <a:pt x="530860" y="2667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387090" y="5858510"/>
                  </a:moveTo>
                  <a:lnTo>
                    <a:pt x="3079750" y="6036310"/>
                  </a:lnTo>
                  <a:lnTo>
                    <a:pt x="3079750" y="5681980"/>
                  </a:lnTo>
                  <a:lnTo>
                    <a:pt x="3387090" y="5858510"/>
                  </a:lnTo>
                  <a:close/>
                  <a:moveTo>
                    <a:pt x="3920490" y="5970270"/>
                  </a:moveTo>
                  <a:lnTo>
                    <a:pt x="3971290" y="5970270"/>
                  </a:lnTo>
                  <a:lnTo>
                    <a:pt x="3971290" y="5746750"/>
                  </a:lnTo>
                  <a:lnTo>
                    <a:pt x="3920490" y="5746750"/>
                  </a:lnTo>
                  <a:lnTo>
                    <a:pt x="3920490" y="5829300"/>
                  </a:lnTo>
                  <a:lnTo>
                    <a:pt x="3778250" y="5746750"/>
                  </a:lnTo>
                  <a:lnTo>
                    <a:pt x="3778250" y="5970270"/>
                  </a:lnTo>
                  <a:lnTo>
                    <a:pt x="3920490" y="5887720"/>
                  </a:lnTo>
                  <a:lnTo>
                    <a:pt x="3920490" y="5970270"/>
                  </a:lnTo>
                  <a:close/>
                  <a:moveTo>
                    <a:pt x="2429510" y="5887720"/>
                  </a:moveTo>
                  <a:lnTo>
                    <a:pt x="2571750" y="5970270"/>
                  </a:lnTo>
                  <a:lnTo>
                    <a:pt x="2571750" y="5746750"/>
                  </a:lnTo>
                  <a:lnTo>
                    <a:pt x="2429510" y="5829300"/>
                  </a:lnTo>
                  <a:lnTo>
                    <a:pt x="2429510" y="5746750"/>
                  </a:lnTo>
                  <a:lnTo>
                    <a:pt x="2378710" y="5746750"/>
                  </a:lnTo>
                  <a:lnTo>
                    <a:pt x="2378710" y="5970270"/>
                  </a:lnTo>
                  <a:lnTo>
                    <a:pt x="2429510" y="5970270"/>
                  </a:lnTo>
                  <a:lnTo>
                    <a:pt x="2429510" y="5887720"/>
                  </a:lnTo>
                  <a:close/>
                  <a:moveTo>
                    <a:pt x="6350000" y="15240"/>
                  </a:moveTo>
                  <a:lnTo>
                    <a:pt x="6350000" y="650240"/>
                  </a:lnTo>
                  <a:lnTo>
                    <a:pt x="6350000" y="5380990"/>
                  </a:lnTo>
                  <a:lnTo>
                    <a:pt x="6350000" y="6334760"/>
                  </a:lnTo>
                  <a:cubicBezTo>
                    <a:pt x="6350000" y="6343650"/>
                    <a:pt x="6343650" y="6350000"/>
                    <a:pt x="6334760" y="6350000"/>
                  </a:cubicBezTo>
                  <a:lnTo>
                    <a:pt x="15240" y="6350000"/>
                  </a:lnTo>
                  <a:cubicBezTo>
                    <a:pt x="6350" y="6350000"/>
                    <a:pt x="0" y="6343650"/>
                    <a:pt x="0" y="6334760"/>
                  </a:cubicBezTo>
                  <a:lnTo>
                    <a:pt x="0" y="5380990"/>
                  </a:lnTo>
                  <a:lnTo>
                    <a:pt x="0" y="650240"/>
                  </a:lnTo>
                  <a:lnTo>
                    <a:pt x="0" y="15240"/>
                  </a:lnTo>
                  <a:cubicBezTo>
                    <a:pt x="0" y="6350"/>
                    <a:pt x="6350" y="0"/>
                    <a:pt x="15240" y="0"/>
                  </a:cubicBezTo>
                  <a:lnTo>
                    <a:pt x="6334760" y="0"/>
                  </a:lnTo>
                  <a:cubicBezTo>
                    <a:pt x="6343650" y="0"/>
                    <a:pt x="6350000" y="6350"/>
                    <a:pt x="6350000" y="15240"/>
                  </a:cubicBezTo>
                  <a:close/>
                  <a:moveTo>
                    <a:pt x="6319520" y="5396230"/>
                  </a:moveTo>
                  <a:lnTo>
                    <a:pt x="30480" y="5396230"/>
                  </a:lnTo>
                  <a:lnTo>
                    <a:pt x="30480" y="6319520"/>
                  </a:lnTo>
                  <a:lnTo>
                    <a:pt x="6320790" y="6319520"/>
                  </a:lnTo>
                  <a:lnTo>
                    <a:pt x="6320790" y="5396230"/>
                  </a:lnTo>
                  <a:close/>
                  <a:moveTo>
                    <a:pt x="6319520" y="665480"/>
                  </a:moveTo>
                  <a:lnTo>
                    <a:pt x="30480" y="665480"/>
                  </a:lnTo>
                  <a:lnTo>
                    <a:pt x="30480" y="5365750"/>
                  </a:lnTo>
                  <a:lnTo>
                    <a:pt x="6320790" y="5365750"/>
                  </a:lnTo>
                  <a:lnTo>
                    <a:pt x="6320790" y="665480"/>
                  </a:lnTo>
                  <a:close/>
                  <a:moveTo>
                    <a:pt x="6319520" y="30480"/>
                  </a:moveTo>
                  <a:lnTo>
                    <a:pt x="30480" y="30480"/>
                  </a:lnTo>
                  <a:lnTo>
                    <a:pt x="30480" y="635000"/>
                  </a:lnTo>
                  <a:lnTo>
                    <a:pt x="6320790" y="635000"/>
                  </a:lnTo>
                  <a:lnTo>
                    <a:pt x="6320790" y="30480"/>
                  </a:lnTo>
                  <a:close/>
                  <a:moveTo>
                    <a:pt x="5410200" y="480060"/>
                  </a:moveTo>
                  <a:lnTo>
                    <a:pt x="5651500" y="480060"/>
                  </a:lnTo>
                  <a:cubicBezTo>
                    <a:pt x="5660390" y="480060"/>
                    <a:pt x="5666740" y="473710"/>
                    <a:pt x="5666740" y="464820"/>
                  </a:cubicBezTo>
                  <a:cubicBezTo>
                    <a:pt x="5666740" y="455930"/>
                    <a:pt x="5660390" y="449580"/>
                    <a:pt x="5651500" y="449580"/>
                  </a:cubicBezTo>
                  <a:lnTo>
                    <a:pt x="5410200" y="449580"/>
                  </a:lnTo>
                  <a:cubicBezTo>
                    <a:pt x="5401310" y="449580"/>
                    <a:pt x="5394960" y="455930"/>
                    <a:pt x="5394960" y="464820"/>
                  </a:cubicBezTo>
                  <a:cubicBezTo>
                    <a:pt x="5394960" y="473710"/>
                    <a:pt x="5401310" y="480060"/>
                    <a:pt x="5410200" y="480060"/>
                  </a:cubicBezTo>
                  <a:close/>
                  <a:moveTo>
                    <a:pt x="5853430" y="476250"/>
                  </a:moveTo>
                  <a:cubicBezTo>
                    <a:pt x="5855970" y="478790"/>
                    <a:pt x="5859780" y="480060"/>
                    <a:pt x="5863590" y="480060"/>
                  </a:cubicBezTo>
                  <a:cubicBezTo>
                    <a:pt x="5867400" y="480060"/>
                    <a:pt x="5871210" y="478790"/>
                    <a:pt x="5873750" y="476250"/>
                  </a:cubicBezTo>
                  <a:lnTo>
                    <a:pt x="5995670" y="354330"/>
                  </a:lnTo>
                  <a:lnTo>
                    <a:pt x="6117590" y="476250"/>
                  </a:lnTo>
                  <a:cubicBezTo>
                    <a:pt x="6120130" y="478790"/>
                    <a:pt x="6123940" y="480060"/>
                    <a:pt x="6127750" y="480060"/>
                  </a:cubicBezTo>
                  <a:cubicBezTo>
                    <a:pt x="6131559" y="480060"/>
                    <a:pt x="6135370" y="478790"/>
                    <a:pt x="6137909" y="476250"/>
                  </a:cubicBezTo>
                  <a:cubicBezTo>
                    <a:pt x="6144259" y="469900"/>
                    <a:pt x="6144259" y="461010"/>
                    <a:pt x="6137909" y="454660"/>
                  </a:cubicBezTo>
                  <a:lnTo>
                    <a:pt x="6015989" y="332740"/>
                  </a:lnTo>
                  <a:lnTo>
                    <a:pt x="6137909" y="210820"/>
                  </a:lnTo>
                  <a:cubicBezTo>
                    <a:pt x="6144259" y="204470"/>
                    <a:pt x="6144259" y="195580"/>
                    <a:pt x="6137909" y="189230"/>
                  </a:cubicBezTo>
                  <a:cubicBezTo>
                    <a:pt x="6131559" y="182880"/>
                    <a:pt x="6122669" y="182880"/>
                    <a:pt x="6116319" y="189230"/>
                  </a:cubicBezTo>
                  <a:lnTo>
                    <a:pt x="5994399" y="311150"/>
                  </a:lnTo>
                  <a:lnTo>
                    <a:pt x="5872479" y="189230"/>
                  </a:lnTo>
                  <a:cubicBezTo>
                    <a:pt x="5866129" y="182880"/>
                    <a:pt x="5857239" y="182880"/>
                    <a:pt x="5850889" y="189230"/>
                  </a:cubicBezTo>
                  <a:cubicBezTo>
                    <a:pt x="5844539" y="195580"/>
                    <a:pt x="5844539" y="204470"/>
                    <a:pt x="5850889" y="210820"/>
                  </a:cubicBezTo>
                  <a:lnTo>
                    <a:pt x="5972809" y="332740"/>
                  </a:lnTo>
                  <a:lnTo>
                    <a:pt x="5850889" y="454660"/>
                  </a:lnTo>
                  <a:cubicBezTo>
                    <a:pt x="5847080" y="459740"/>
                    <a:pt x="5847080" y="469900"/>
                    <a:pt x="5853430" y="476250"/>
                  </a:cubicBezTo>
                  <a:close/>
                  <a:moveTo>
                    <a:pt x="2901950" y="5858510"/>
                  </a:moveTo>
                  <a:cubicBezTo>
                    <a:pt x="2901950" y="5703570"/>
                    <a:pt x="3027680" y="5577840"/>
                    <a:pt x="3182620" y="5577840"/>
                  </a:cubicBezTo>
                  <a:cubicBezTo>
                    <a:pt x="3337560" y="5577840"/>
                    <a:pt x="3463290" y="5703570"/>
                    <a:pt x="3463290" y="5858510"/>
                  </a:cubicBezTo>
                  <a:cubicBezTo>
                    <a:pt x="3463290" y="6013450"/>
                    <a:pt x="3337560" y="6139180"/>
                    <a:pt x="3182620" y="6139180"/>
                  </a:cubicBezTo>
                  <a:cubicBezTo>
                    <a:pt x="3027680" y="6139180"/>
                    <a:pt x="2901950" y="6013450"/>
                    <a:pt x="2901950" y="5858510"/>
                  </a:cubicBezTo>
                  <a:close/>
                  <a:moveTo>
                    <a:pt x="2932430" y="5858510"/>
                  </a:moveTo>
                  <a:cubicBezTo>
                    <a:pt x="2932430" y="5996940"/>
                    <a:pt x="3045460" y="6108700"/>
                    <a:pt x="3182620" y="6108700"/>
                  </a:cubicBezTo>
                  <a:cubicBezTo>
                    <a:pt x="3321050" y="6108700"/>
                    <a:pt x="3432810" y="5995670"/>
                    <a:pt x="3432810" y="5858510"/>
                  </a:cubicBezTo>
                  <a:cubicBezTo>
                    <a:pt x="3432810" y="5720080"/>
                    <a:pt x="3319780" y="5608320"/>
                    <a:pt x="3182620" y="5608320"/>
                  </a:cubicBezTo>
                  <a:cubicBezTo>
                    <a:pt x="3044190" y="5607050"/>
                    <a:pt x="2932430" y="5720080"/>
                    <a:pt x="2932430" y="5858510"/>
                  </a:cubicBezTo>
                  <a:close/>
                </a:path>
              </a:pathLst>
            </a:custGeom>
            <a:solidFill>
              <a:srgbClr val="171717"/>
            </a:solidFill>
          </p:spPr>
        </p:sp>
      </p:grpSp>
      <p:sp>
        <p:nvSpPr>
          <p:cNvPr id="8" name="Freeform 8"/>
          <p:cNvSpPr/>
          <p:nvPr/>
        </p:nvSpPr>
        <p:spPr>
          <a:xfrm>
            <a:off x="7522299" y="5947363"/>
            <a:ext cx="3243401" cy="1929824"/>
          </a:xfrm>
          <a:custGeom>
            <a:avLst/>
            <a:gdLst/>
            <a:ahLst/>
            <a:cxnLst/>
            <a:rect l="l" t="t" r="r" b="b"/>
            <a:pathLst>
              <a:path w="3243401" h="1929824">
                <a:moveTo>
                  <a:pt x="0" y="0"/>
                </a:moveTo>
                <a:lnTo>
                  <a:pt x="3243402" y="0"/>
                </a:lnTo>
                <a:lnTo>
                  <a:pt x="3243402" y="1929823"/>
                </a:lnTo>
                <a:lnTo>
                  <a:pt x="0" y="19298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0" y="0"/>
            <a:ext cx="4156364" cy="4114800"/>
          </a:xfrm>
          <a:custGeom>
            <a:avLst/>
            <a:gdLst/>
            <a:ahLst/>
            <a:cxnLst/>
            <a:rect l="l" t="t" r="r" b="b"/>
            <a:pathLst>
              <a:path w="4156364" h="4114800">
                <a:moveTo>
                  <a:pt x="0" y="0"/>
                </a:moveTo>
                <a:lnTo>
                  <a:pt x="4156364" y="0"/>
                </a:lnTo>
                <a:lnTo>
                  <a:pt x="41563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389962" y="3014587"/>
            <a:ext cx="7508077" cy="2571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000">
                <a:solidFill>
                  <a:srgbClr val="171717"/>
                </a:solidFill>
                <a:latin typeface="Bobby Jones"/>
                <a:ea typeface="Bobby Jones"/>
                <a:cs typeface="Bobby Jones"/>
                <a:sym typeface="Bobby Jones"/>
              </a:rPr>
              <a:t>À vous de jouer</a:t>
            </a:r>
          </a:p>
        </p:txBody>
      </p:sp>
      <p:sp>
        <p:nvSpPr>
          <p:cNvPr id="11" name="Freeform 11"/>
          <p:cNvSpPr/>
          <p:nvPr/>
        </p:nvSpPr>
        <p:spPr>
          <a:xfrm rot="-10800000">
            <a:off x="14131636" y="6172200"/>
            <a:ext cx="4156364" cy="4114800"/>
          </a:xfrm>
          <a:custGeom>
            <a:avLst/>
            <a:gdLst/>
            <a:ahLst/>
            <a:cxnLst/>
            <a:rect l="l" t="t" r="r" b="b"/>
            <a:pathLst>
              <a:path w="4156364" h="4114800">
                <a:moveTo>
                  <a:pt x="0" y="0"/>
                </a:moveTo>
                <a:lnTo>
                  <a:pt x="4156364" y="0"/>
                </a:lnTo>
                <a:lnTo>
                  <a:pt x="41563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9259" b="-38518"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2488386" y="3447867"/>
            <a:ext cx="13311227" cy="4463260"/>
            <a:chOff x="0" y="0"/>
            <a:chExt cx="18938240" cy="6350000"/>
          </a:xfrm>
        </p:grpSpPr>
        <p:sp>
          <p:nvSpPr>
            <p:cNvPr id="4" name="Freeform 4"/>
            <p:cNvSpPr/>
            <p:nvPr/>
          </p:nvSpPr>
          <p:spPr>
            <a:xfrm>
              <a:off x="27940" y="27940"/>
              <a:ext cx="18882360" cy="918210"/>
            </a:xfrm>
            <a:custGeom>
              <a:avLst/>
              <a:gdLst/>
              <a:ahLst/>
              <a:cxnLst/>
              <a:rect l="l" t="t" r="r" b="b"/>
              <a:pathLst>
                <a:path w="18882360" h="918210">
                  <a:moveTo>
                    <a:pt x="18882360" y="918210"/>
                  </a:moveTo>
                  <a:lnTo>
                    <a:pt x="12447270" y="918210"/>
                  </a:lnTo>
                  <a:moveTo>
                    <a:pt x="12447270" y="918210"/>
                  </a:moveTo>
                  <a:lnTo>
                    <a:pt x="0" y="918210"/>
                  </a:lnTo>
                  <a:lnTo>
                    <a:pt x="0" y="445770"/>
                  </a:lnTo>
                  <a:cubicBezTo>
                    <a:pt x="0" y="200660"/>
                    <a:pt x="199390" y="0"/>
                    <a:pt x="445770" y="0"/>
                  </a:cubicBezTo>
                  <a:lnTo>
                    <a:pt x="18437860" y="0"/>
                  </a:lnTo>
                  <a:cubicBezTo>
                    <a:pt x="18682971" y="0"/>
                    <a:pt x="18882360" y="199390"/>
                    <a:pt x="18882360" y="445770"/>
                  </a:cubicBezTo>
                  <a:lnTo>
                    <a:pt x="18882360" y="918210"/>
                  </a:lnTo>
                </a:path>
              </a:pathLst>
            </a:custGeom>
            <a:solidFill>
              <a:srgbClr val="46BCDB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27940" y="944880"/>
              <a:ext cx="18882360" cy="5377180"/>
            </a:xfrm>
            <a:custGeom>
              <a:avLst/>
              <a:gdLst/>
              <a:ahLst/>
              <a:cxnLst/>
              <a:rect l="l" t="t" r="r" b="b"/>
              <a:pathLst>
                <a:path w="18882360" h="5377180">
                  <a:moveTo>
                    <a:pt x="9331960" y="0"/>
                  </a:moveTo>
                  <a:lnTo>
                    <a:pt x="18882360" y="0"/>
                  </a:lnTo>
                  <a:lnTo>
                    <a:pt x="18882360" y="4931410"/>
                  </a:lnTo>
                  <a:cubicBezTo>
                    <a:pt x="18882360" y="5176520"/>
                    <a:pt x="18682971" y="5377180"/>
                    <a:pt x="18436590" y="5377180"/>
                  </a:cubicBezTo>
                  <a:lnTo>
                    <a:pt x="445770" y="5377180"/>
                  </a:lnTo>
                  <a:cubicBezTo>
                    <a:pt x="200660" y="5377180"/>
                    <a:pt x="0" y="5177790"/>
                    <a:pt x="0" y="4931410"/>
                  </a:cubicBezTo>
                  <a:lnTo>
                    <a:pt x="0" y="0"/>
                  </a:lnTo>
                  <a:lnTo>
                    <a:pt x="9014460" y="0"/>
                  </a:lnTo>
                  <a:moveTo>
                    <a:pt x="9014460" y="0"/>
                  </a:moveTo>
                  <a:lnTo>
                    <a:pt x="9331960" y="0"/>
                  </a:lnTo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499110" y="299720"/>
              <a:ext cx="1515110" cy="368300"/>
            </a:xfrm>
            <a:custGeom>
              <a:avLst/>
              <a:gdLst/>
              <a:ahLst/>
              <a:cxnLst/>
              <a:rect l="l" t="t" r="r" b="b"/>
              <a:pathLst>
                <a:path w="1515110" h="368300">
                  <a:moveTo>
                    <a:pt x="184150" y="0"/>
                  </a:moveTo>
                  <a:cubicBezTo>
                    <a:pt x="82550" y="0"/>
                    <a:pt x="0" y="82550"/>
                    <a:pt x="0" y="184150"/>
                  </a:cubicBezTo>
                  <a:cubicBezTo>
                    <a:pt x="0" y="285750"/>
                    <a:pt x="82550" y="368300"/>
                    <a:pt x="184150" y="368300"/>
                  </a:cubicBezTo>
                  <a:cubicBezTo>
                    <a:pt x="285750" y="368300"/>
                    <a:pt x="368300" y="285750"/>
                    <a:pt x="368300" y="184150"/>
                  </a:cubicBezTo>
                  <a:cubicBezTo>
                    <a:pt x="368300" y="82550"/>
                    <a:pt x="285750" y="0"/>
                    <a:pt x="184150" y="0"/>
                  </a:cubicBezTo>
                  <a:close/>
                  <a:moveTo>
                    <a:pt x="756920" y="0"/>
                  </a:moveTo>
                  <a:cubicBezTo>
                    <a:pt x="655320" y="0"/>
                    <a:pt x="572770" y="82550"/>
                    <a:pt x="572770" y="184150"/>
                  </a:cubicBezTo>
                  <a:cubicBezTo>
                    <a:pt x="572770" y="285750"/>
                    <a:pt x="655320" y="368300"/>
                    <a:pt x="756920" y="368300"/>
                  </a:cubicBezTo>
                  <a:cubicBezTo>
                    <a:pt x="858520" y="368300"/>
                    <a:pt x="941070" y="285750"/>
                    <a:pt x="941070" y="184150"/>
                  </a:cubicBezTo>
                  <a:cubicBezTo>
                    <a:pt x="941070" y="82550"/>
                    <a:pt x="858520" y="0"/>
                    <a:pt x="756920" y="0"/>
                  </a:cubicBezTo>
                  <a:close/>
                  <a:moveTo>
                    <a:pt x="1330960" y="0"/>
                  </a:moveTo>
                  <a:cubicBezTo>
                    <a:pt x="1229360" y="0"/>
                    <a:pt x="1146810" y="82550"/>
                    <a:pt x="1146810" y="184150"/>
                  </a:cubicBezTo>
                  <a:cubicBezTo>
                    <a:pt x="1146810" y="285750"/>
                    <a:pt x="1229360" y="368300"/>
                    <a:pt x="1330960" y="368300"/>
                  </a:cubicBezTo>
                  <a:cubicBezTo>
                    <a:pt x="1432560" y="368300"/>
                    <a:pt x="1515110" y="285750"/>
                    <a:pt x="1515110" y="184150"/>
                  </a:cubicBezTo>
                  <a:cubicBezTo>
                    <a:pt x="1515110" y="82550"/>
                    <a:pt x="1432560" y="0"/>
                    <a:pt x="133096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18939511" cy="6350000"/>
            </a:xfrm>
            <a:custGeom>
              <a:avLst/>
              <a:gdLst/>
              <a:ahLst/>
              <a:cxnLst/>
              <a:rect l="l" t="t" r="r" b="b"/>
              <a:pathLst>
                <a:path w="18939511" h="6350000">
                  <a:moveTo>
                    <a:pt x="18464530" y="0"/>
                  </a:moveTo>
                  <a:lnTo>
                    <a:pt x="473710" y="0"/>
                  </a:lnTo>
                  <a:cubicBezTo>
                    <a:pt x="212090" y="0"/>
                    <a:pt x="0" y="212090"/>
                    <a:pt x="0" y="473710"/>
                  </a:cubicBezTo>
                  <a:lnTo>
                    <a:pt x="0" y="946150"/>
                  </a:lnTo>
                  <a:lnTo>
                    <a:pt x="0" y="5877560"/>
                  </a:lnTo>
                  <a:cubicBezTo>
                    <a:pt x="0" y="6137910"/>
                    <a:pt x="212090" y="6350000"/>
                    <a:pt x="473710" y="6350000"/>
                  </a:cubicBezTo>
                  <a:lnTo>
                    <a:pt x="18465800" y="6350000"/>
                  </a:lnTo>
                  <a:cubicBezTo>
                    <a:pt x="18727420" y="6350000"/>
                    <a:pt x="18939511" y="6137910"/>
                    <a:pt x="18939511" y="5876290"/>
                  </a:cubicBezTo>
                  <a:lnTo>
                    <a:pt x="18939511" y="944880"/>
                  </a:lnTo>
                  <a:lnTo>
                    <a:pt x="18939511" y="473710"/>
                  </a:lnTo>
                  <a:cubicBezTo>
                    <a:pt x="18938239" y="212090"/>
                    <a:pt x="18726150" y="0"/>
                    <a:pt x="18464530" y="0"/>
                  </a:cubicBezTo>
                  <a:close/>
                  <a:moveTo>
                    <a:pt x="55880" y="473710"/>
                  </a:moveTo>
                  <a:cubicBezTo>
                    <a:pt x="55880" y="243840"/>
                    <a:pt x="242570" y="55880"/>
                    <a:pt x="473710" y="55880"/>
                  </a:cubicBezTo>
                  <a:lnTo>
                    <a:pt x="18465800" y="55880"/>
                  </a:lnTo>
                  <a:cubicBezTo>
                    <a:pt x="18695670" y="55880"/>
                    <a:pt x="18883630" y="242570"/>
                    <a:pt x="18883630" y="473710"/>
                  </a:cubicBezTo>
                  <a:lnTo>
                    <a:pt x="18883630" y="918210"/>
                  </a:lnTo>
                  <a:lnTo>
                    <a:pt x="55880" y="918210"/>
                  </a:lnTo>
                  <a:lnTo>
                    <a:pt x="55880" y="473710"/>
                  </a:lnTo>
                  <a:close/>
                  <a:moveTo>
                    <a:pt x="18464530" y="6294120"/>
                  </a:moveTo>
                  <a:lnTo>
                    <a:pt x="473710" y="6294120"/>
                  </a:lnTo>
                  <a:cubicBezTo>
                    <a:pt x="243840" y="6294120"/>
                    <a:pt x="55880" y="6107430"/>
                    <a:pt x="55880" y="5876290"/>
                  </a:cubicBezTo>
                  <a:lnTo>
                    <a:pt x="55880" y="972820"/>
                  </a:lnTo>
                  <a:lnTo>
                    <a:pt x="18882361" y="972820"/>
                  </a:lnTo>
                  <a:lnTo>
                    <a:pt x="18882361" y="5876290"/>
                  </a:lnTo>
                  <a:cubicBezTo>
                    <a:pt x="18882361" y="6107430"/>
                    <a:pt x="18695670" y="6294120"/>
                    <a:pt x="18464530" y="6294120"/>
                  </a:cubicBezTo>
                  <a:close/>
                  <a:moveTo>
                    <a:pt x="683260" y="273050"/>
                  </a:moveTo>
                  <a:cubicBezTo>
                    <a:pt x="566420" y="273050"/>
                    <a:pt x="471170" y="368300"/>
                    <a:pt x="471170" y="485140"/>
                  </a:cubicBezTo>
                  <a:cubicBezTo>
                    <a:pt x="471170" y="601980"/>
                    <a:pt x="566420" y="697230"/>
                    <a:pt x="683260" y="697230"/>
                  </a:cubicBezTo>
                  <a:cubicBezTo>
                    <a:pt x="800100" y="697230"/>
                    <a:pt x="895350" y="601980"/>
                    <a:pt x="895350" y="485140"/>
                  </a:cubicBezTo>
                  <a:cubicBezTo>
                    <a:pt x="895350" y="368300"/>
                    <a:pt x="800100" y="273050"/>
                    <a:pt x="683260" y="273050"/>
                  </a:cubicBezTo>
                  <a:close/>
                  <a:moveTo>
                    <a:pt x="683260" y="641350"/>
                  </a:moveTo>
                  <a:cubicBezTo>
                    <a:pt x="596900" y="641350"/>
                    <a:pt x="527050" y="571500"/>
                    <a:pt x="527050" y="485140"/>
                  </a:cubicBezTo>
                  <a:cubicBezTo>
                    <a:pt x="527050" y="398780"/>
                    <a:pt x="596900" y="328930"/>
                    <a:pt x="683260" y="328930"/>
                  </a:cubicBezTo>
                  <a:cubicBezTo>
                    <a:pt x="769620" y="328930"/>
                    <a:pt x="839470" y="398780"/>
                    <a:pt x="839470" y="485140"/>
                  </a:cubicBezTo>
                  <a:cubicBezTo>
                    <a:pt x="839470" y="571500"/>
                    <a:pt x="769620" y="641350"/>
                    <a:pt x="683260" y="641350"/>
                  </a:cubicBezTo>
                  <a:close/>
                  <a:moveTo>
                    <a:pt x="1256030" y="273050"/>
                  </a:moveTo>
                  <a:cubicBezTo>
                    <a:pt x="1139190" y="273050"/>
                    <a:pt x="1043940" y="368300"/>
                    <a:pt x="1043940" y="485140"/>
                  </a:cubicBezTo>
                  <a:cubicBezTo>
                    <a:pt x="1043940" y="601980"/>
                    <a:pt x="1139190" y="697230"/>
                    <a:pt x="1256030" y="697230"/>
                  </a:cubicBezTo>
                  <a:cubicBezTo>
                    <a:pt x="1372870" y="697230"/>
                    <a:pt x="1468120" y="601980"/>
                    <a:pt x="1468120" y="485140"/>
                  </a:cubicBezTo>
                  <a:cubicBezTo>
                    <a:pt x="1468120" y="368300"/>
                    <a:pt x="1372870" y="273050"/>
                    <a:pt x="1256030" y="273050"/>
                  </a:cubicBezTo>
                  <a:close/>
                  <a:moveTo>
                    <a:pt x="1256030" y="641350"/>
                  </a:moveTo>
                  <a:cubicBezTo>
                    <a:pt x="1169670" y="641350"/>
                    <a:pt x="1099820" y="571500"/>
                    <a:pt x="1099820" y="485140"/>
                  </a:cubicBezTo>
                  <a:cubicBezTo>
                    <a:pt x="1099820" y="398780"/>
                    <a:pt x="1169670" y="328930"/>
                    <a:pt x="1256030" y="328930"/>
                  </a:cubicBezTo>
                  <a:cubicBezTo>
                    <a:pt x="1342390" y="328930"/>
                    <a:pt x="1412240" y="398780"/>
                    <a:pt x="1412240" y="485140"/>
                  </a:cubicBezTo>
                  <a:cubicBezTo>
                    <a:pt x="1412240" y="571500"/>
                    <a:pt x="1342390" y="641350"/>
                    <a:pt x="1256030" y="641350"/>
                  </a:cubicBezTo>
                  <a:close/>
                  <a:moveTo>
                    <a:pt x="1830070" y="273050"/>
                  </a:moveTo>
                  <a:cubicBezTo>
                    <a:pt x="1713230" y="273050"/>
                    <a:pt x="1617980" y="368300"/>
                    <a:pt x="1617980" y="485140"/>
                  </a:cubicBezTo>
                  <a:cubicBezTo>
                    <a:pt x="1617980" y="601980"/>
                    <a:pt x="1713230" y="697230"/>
                    <a:pt x="1830070" y="697230"/>
                  </a:cubicBezTo>
                  <a:cubicBezTo>
                    <a:pt x="1946910" y="697230"/>
                    <a:pt x="2042160" y="601980"/>
                    <a:pt x="2042160" y="485140"/>
                  </a:cubicBezTo>
                  <a:cubicBezTo>
                    <a:pt x="2042160" y="368300"/>
                    <a:pt x="1946910" y="273050"/>
                    <a:pt x="1830070" y="273050"/>
                  </a:cubicBezTo>
                  <a:close/>
                  <a:moveTo>
                    <a:pt x="1830070" y="641350"/>
                  </a:moveTo>
                  <a:cubicBezTo>
                    <a:pt x="1743710" y="641350"/>
                    <a:pt x="1673860" y="571500"/>
                    <a:pt x="1673860" y="485140"/>
                  </a:cubicBezTo>
                  <a:cubicBezTo>
                    <a:pt x="1673860" y="398780"/>
                    <a:pt x="1743710" y="328930"/>
                    <a:pt x="1830070" y="328930"/>
                  </a:cubicBezTo>
                  <a:cubicBezTo>
                    <a:pt x="1916430" y="328930"/>
                    <a:pt x="1986280" y="398780"/>
                    <a:pt x="1986280" y="485140"/>
                  </a:cubicBezTo>
                  <a:cubicBezTo>
                    <a:pt x="1986280" y="571500"/>
                    <a:pt x="1915160" y="641350"/>
                    <a:pt x="1830070" y="641350"/>
                  </a:cubicBezTo>
                  <a:close/>
                  <a:moveTo>
                    <a:pt x="18502630" y="488950"/>
                  </a:moveTo>
                  <a:cubicBezTo>
                    <a:pt x="18502630" y="504190"/>
                    <a:pt x="18489930" y="516890"/>
                    <a:pt x="18474691" y="516890"/>
                  </a:cubicBezTo>
                  <a:lnTo>
                    <a:pt x="18474691" y="516890"/>
                  </a:lnTo>
                  <a:lnTo>
                    <a:pt x="18318480" y="515620"/>
                  </a:lnTo>
                  <a:lnTo>
                    <a:pt x="18318480" y="670560"/>
                  </a:lnTo>
                  <a:cubicBezTo>
                    <a:pt x="18318480" y="685800"/>
                    <a:pt x="18305780" y="698500"/>
                    <a:pt x="18290541" y="698500"/>
                  </a:cubicBezTo>
                  <a:cubicBezTo>
                    <a:pt x="18275302" y="698500"/>
                    <a:pt x="18262602" y="685800"/>
                    <a:pt x="18262602" y="670560"/>
                  </a:cubicBezTo>
                  <a:lnTo>
                    <a:pt x="18262602" y="515620"/>
                  </a:lnTo>
                  <a:lnTo>
                    <a:pt x="18106391" y="514350"/>
                  </a:lnTo>
                  <a:cubicBezTo>
                    <a:pt x="18091152" y="514350"/>
                    <a:pt x="18078452" y="501650"/>
                    <a:pt x="18078452" y="486410"/>
                  </a:cubicBezTo>
                  <a:cubicBezTo>
                    <a:pt x="18078452" y="471170"/>
                    <a:pt x="18091152" y="458470"/>
                    <a:pt x="18106391" y="458470"/>
                  </a:cubicBezTo>
                  <a:lnTo>
                    <a:pt x="18106391" y="458470"/>
                  </a:lnTo>
                  <a:lnTo>
                    <a:pt x="18262602" y="459740"/>
                  </a:lnTo>
                  <a:lnTo>
                    <a:pt x="18262602" y="302260"/>
                  </a:lnTo>
                  <a:cubicBezTo>
                    <a:pt x="18262602" y="287020"/>
                    <a:pt x="18275302" y="274320"/>
                    <a:pt x="18290541" y="274320"/>
                  </a:cubicBezTo>
                  <a:cubicBezTo>
                    <a:pt x="18305780" y="274320"/>
                    <a:pt x="18318480" y="287020"/>
                    <a:pt x="18318480" y="302260"/>
                  </a:cubicBezTo>
                  <a:lnTo>
                    <a:pt x="18318480" y="459740"/>
                  </a:lnTo>
                  <a:lnTo>
                    <a:pt x="18474691" y="461010"/>
                  </a:lnTo>
                  <a:cubicBezTo>
                    <a:pt x="18491200" y="461010"/>
                    <a:pt x="18502630" y="473710"/>
                    <a:pt x="18502630" y="488950"/>
                  </a:cubicBezTo>
                  <a:close/>
                </a:path>
              </a:pathLst>
            </a:custGeom>
            <a:solidFill>
              <a:srgbClr val="171717"/>
            </a:solidFill>
          </p:spPr>
        </p:sp>
      </p:grpSp>
      <p:sp>
        <p:nvSpPr>
          <p:cNvPr id="8" name="Freeform 8"/>
          <p:cNvSpPr/>
          <p:nvPr/>
        </p:nvSpPr>
        <p:spPr>
          <a:xfrm>
            <a:off x="5486400" y="7246109"/>
            <a:ext cx="7315200" cy="1330036"/>
          </a:xfrm>
          <a:custGeom>
            <a:avLst/>
            <a:gdLst/>
            <a:ahLst/>
            <a:cxnLst/>
            <a:rect l="l" t="t" r="r" b="b"/>
            <a:pathLst>
              <a:path w="7315200" h="1330036">
                <a:moveTo>
                  <a:pt x="0" y="0"/>
                </a:moveTo>
                <a:lnTo>
                  <a:pt x="7315200" y="0"/>
                </a:lnTo>
                <a:lnTo>
                  <a:pt x="7315200" y="1330036"/>
                </a:lnTo>
                <a:lnTo>
                  <a:pt x="0" y="13300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793009" y="2367299"/>
            <a:ext cx="2161137" cy="2161137"/>
          </a:xfrm>
          <a:custGeom>
            <a:avLst/>
            <a:gdLst/>
            <a:ahLst/>
            <a:cxnLst/>
            <a:rect l="l" t="t" r="r" b="b"/>
            <a:pathLst>
              <a:path w="2161137" h="2161137">
                <a:moveTo>
                  <a:pt x="0" y="0"/>
                </a:moveTo>
                <a:lnTo>
                  <a:pt x="2161137" y="0"/>
                </a:lnTo>
                <a:lnTo>
                  <a:pt x="2161137" y="2161136"/>
                </a:lnTo>
                <a:lnTo>
                  <a:pt x="0" y="21611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650086" y="4521460"/>
            <a:ext cx="10987827" cy="1730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24"/>
              </a:lnSpc>
            </a:pPr>
            <a:r>
              <a:rPr lang="en-US" sz="11499">
                <a:solidFill>
                  <a:srgbClr val="171717"/>
                </a:solidFill>
                <a:latin typeface="Bobby Jones"/>
                <a:ea typeface="Bobby Jones"/>
                <a:cs typeface="Bobby Jones"/>
                <a:sym typeface="Bobby Jones"/>
              </a:rPr>
              <a:t>2E PARTIE</a:t>
            </a:r>
          </a:p>
        </p:txBody>
      </p:sp>
      <p:sp>
        <p:nvSpPr>
          <p:cNvPr id="11" name="Freeform 11"/>
          <p:cNvSpPr/>
          <p:nvPr/>
        </p:nvSpPr>
        <p:spPr>
          <a:xfrm>
            <a:off x="-628456" y="585050"/>
            <a:ext cx="7315200" cy="1782249"/>
          </a:xfrm>
          <a:custGeom>
            <a:avLst/>
            <a:gdLst/>
            <a:ahLst/>
            <a:cxnLst/>
            <a:rect l="l" t="t" r="r" b="b"/>
            <a:pathLst>
              <a:path w="7315200" h="1782249">
                <a:moveTo>
                  <a:pt x="0" y="0"/>
                </a:moveTo>
                <a:lnTo>
                  <a:pt x="7315200" y="0"/>
                </a:lnTo>
                <a:lnTo>
                  <a:pt x="7315200" y="1782249"/>
                </a:lnTo>
                <a:lnTo>
                  <a:pt x="0" y="178224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650086" y="6110460"/>
            <a:ext cx="10987827" cy="746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0"/>
              </a:lnSpc>
            </a:pPr>
            <a:r>
              <a:rPr lang="en-US" sz="5000">
                <a:solidFill>
                  <a:srgbClr val="171717"/>
                </a:solidFill>
                <a:latin typeface="Bobby Jones"/>
                <a:ea typeface="Bobby Jones"/>
                <a:cs typeface="Bobby Jones"/>
                <a:sym typeface="Bobby Jones"/>
              </a:rPr>
              <a:t>“SPEED-DATING”</a:t>
            </a:r>
          </a:p>
        </p:txBody>
      </p:sp>
      <p:sp>
        <p:nvSpPr>
          <p:cNvPr id="13" name="Freeform 13"/>
          <p:cNvSpPr/>
          <p:nvPr/>
        </p:nvSpPr>
        <p:spPr>
          <a:xfrm>
            <a:off x="13754100" y="8404306"/>
            <a:ext cx="3505200" cy="853994"/>
          </a:xfrm>
          <a:custGeom>
            <a:avLst/>
            <a:gdLst/>
            <a:ahLst/>
            <a:cxnLst/>
            <a:rect l="l" t="t" r="r" b="b"/>
            <a:pathLst>
              <a:path w="3505200" h="853994">
                <a:moveTo>
                  <a:pt x="0" y="0"/>
                </a:moveTo>
                <a:lnTo>
                  <a:pt x="3505200" y="0"/>
                </a:lnTo>
                <a:lnTo>
                  <a:pt x="3505200" y="853994"/>
                </a:lnTo>
                <a:lnTo>
                  <a:pt x="0" y="85399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9259" b="-38518"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028700" y="1804409"/>
            <a:ext cx="6676846" cy="6678182"/>
            <a:chOff x="0" y="0"/>
            <a:chExt cx="6348730" cy="6350000"/>
          </a:xfrm>
        </p:grpSpPr>
        <p:sp>
          <p:nvSpPr>
            <p:cNvPr id="4" name="Freeform 4"/>
            <p:cNvSpPr/>
            <p:nvPr/>
          </p:nvSpPr>
          <p:spPr>
            <a:xfrm>
              <a:off x="12700" y="524510"/>
              <a:ext cx="6324600" cy="5812790"/>
            </a:xfrm>
            <a:custGeom>
              <a:avLst/>
              <a:gdLst/>
              <a:ahLst/>
              <a:cxnLst/>
              <a:rect l="l" t="t" r="r" b="b"/>
              <a:pathLst>
                <a:path w="6324600" h="5812790">
                  <a:moveTo>
                    <a:pt x="6323330" y="591820"/>
                  </a:moveTo>
                  <a:lnTo>
                    <a:pt x="6324600" y="5812790"/>
                  </a:lnTo>
                  <a:lnTo>
                    <a:pt x="6324600" y="5812790"/>
                  </a:lnTo>
                  <a:lnTo>
                    <a:pt x="0" y="5812790"/>
                  </a:lnTo>
                  <a:lnTo>
                    <a:pt x="0" y="0"/>
                  </a:lnTo>
                  <a:lnTo>
                    <a:pt x="6323330" y="0"/>
                  </a:lnTo>
                  <a:moveTo>
                    <a:pt x="6323330" y="0"/>
                  </a:moveTo>
                  <a:lnTo>
                    <a:pt x="6323330" y="591820"/>
                  </a:lnTo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id="5" name="Freeform 5"/>
            <p:cNvSpPr/>
            <p:nvPr/>
          </p:nvSpPr>
          <p:spPr>
            <a:xfrm>
              <a:off x="12700" y="12700"/>
              <a:ext cx="6324600" cy="511810"/>
            </a:xfrm>
            <a:custGeom>
              <a:avLst/>
              <a:gdLst/>
              <a:ahLst/>
              <a:cxnLst/>
              <a:rect l="l" t="t" r="r" b="b"/>
              <a:pathLst>
                <a:path w="6324600" h="511810">
                  <a:moveTo>
                    <a:pt x="6323330" y="0"/>
                  </a:moveTo>
                  <a:lnTo>
                    <a:pt x="6323330" y="232410"/>
                  </a:lnTo>
                  <a:moveTo>
                    <a:pt x="6323330" y="232410"/>
                  </a:moveTo>
                  <a:lnTo>
                    <a:pt x="6324600" y="511810"/>
                  </a:lnTo>
                  <a:lnTo>
                    <a:pt x="6324600" y="511810"/>
                  </a:lnTo>
                  <a:lnTo>
                    <a:pt x="0" y="511810"/>
                  </a:lnTo>
                  <a:lnTo>
                    <a:pt x="0" y="0"/>
                  </a:lnTo>
                  <a:lnTo>
                    <a:pt x="6323330" y="0"/>
                  </a:lnTo>
                </a:path>
              </a:pathLst>
            </a:custGeom>
            <a:solidFill>
              <a:srgbClr val="F44336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5062220" y="129540"/>
              <a:ext cx="1275080" cy="6207760"/>
            </a:xfrm>
            <a:custGeom>
              <a:avLst/>
              <a:gdLst/>
              <a:ahLst/>
              <a:cxnLst/>
              <a:rect l="l" t="t" r="r" b="b"/>
              <a:pathLst>
                <a:path w="1275080" h="6207760">
                  <a:moveTo>
                    <a:pt x="1275080" y="6207760"/>
                  </a:moveTo>
                  <a:lnTo>
                    <a:pt x="1037590" y="6207760"/>
                  </a:lnTo>
                  <a:lnTo>
                    <a:pt x="1037590" y="394970"/>
                  </a:lnTo>
                  <a:lnTo>
                    <a:pt x="1275080" y="394970"/>
                  </a:lnTo>
                  <a:lnTo>
                    <a:pt x="1275080" y="6207760"/>
                  </a:lnTo>
                  <a:close/>
                  <a:moveTo>
                    <a:pt x="279400" y="0"/>
                  </a:moveTo>
                  <a:lnTo>
                    <a:pt x="0" y="0"/>
                  </a:lnTo>
                  <a:lnTo>
                    <a:pt x="0" y="279400"/>
                  </a:lnTo>
                  <a:lnTo>
                    <a:pt x="279400" y="279400"/>
                  </a:lnTo>
                  <a:lnTo>
                    <a:pt x="279400" y="0"/>
                  </a:lnTo>
                  <a:close/>
                  <a:moveTo>
                    <a:pt x="1106170" y="0"/>
                  </a:moveTo>
                  <a:lnTo>
                    <a:pt x="826770" y="0"/>
                  </a:lnTo>
                  <a:lnTo>
                    <a:pt x="826770" y="279400"/>
                  </a:lnTo>
                  <a:lnTo>
                    <a:pt x="1106170" y="279400"/>
                  </a:lnTo>
                  <a:lnTo>
                    <a:pt x="1106170" y="0"/>
                  </a:lnTo>
                  <a:close/>
                  <a:moveTo>
                    <a:pt x="692150" y="0"/>
                  </a:moveTo>
                  <a:lnTo>
                    <a:pt x="412750" y="0"/>
                  </a:lnTo>
                  <a:lnTo>
                    <a:pt x="412750" y="279400"/>
                  </a:lnTo>
                  <a:lnTo>
                    <a:pt x="692150" y="279400"/>
                  </a:lnTo>
                  <a:lnTo>
                    <a:pt x="69215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099810" y="1642110"/>
              <a:ext cx="237490" cy="2237740"/>
            </a:xfrm>
            <a:custGeom>
              <a:avLst/>
              <a:gdLst/>
              <a:ahLst/>
              <a:cxnLst/>
              <a:rect l="l" t="t" r="r" b="b"/>
              <a:pathLst>
                <a:path w="237490" h="2237740">
                  <a:moveTo>
                    <a:pt x="237490" y="0"/>
                  </a:moveTo>
                  <a:lnTo>
                    <a:pt x="237490" y="2237740"/>
                  </a:lnTo>
                  <a:lnTo>
                    <a:pt x="0" y="2237740"/>
                  </a:lnTo>
                  <a:lnTo>
                    <a:pt x="0" y="0"/>
                  </a:lnTo>
                  <a:moveTo>
                    <a:pt x="0" y="0"/>
                  </a:moveTo>
                  <a:lnTo>
                    <a:pt x="237490" y="0"/>
                  </a:lnTo>
                </a:path>
              </a:pathLst>
            </a:custGeom>
            <a:solidFill>
              <a:srgbClr val="29E9E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0" y="0"/>
              <a:ext cx="6348730" cy="6350000"/>
            </a:xfrm>
            <a:custGeom>
              <a:avLst/>
              <a:gdLst/>
              <a:ahLst/>
              <a:cxnLst/>
              <a:rect l="l" t="t" r="r" b="b"/>
              <a:pathLst>
                <a:path w="6348730" h="6350000">
                  <a:moveTo>
                    <a:pt x="12700" y="6350000"/>
                  </a:moveTo>
                  <a:cubicBezTo>
                    <a:pt x="6350" y="6350000"/>
                    <a:pt x="0" y="6344920"/>
                    <a:pt x="0" y="6337300"/>
                  </a:cubicBezTo>
                  <a:lnTo>
                    <a:pt x="0" y="12700"/>
                  </a:lnTo>
                  <a:cubicBezTo>
                    <a:pt x="0" y="6350"/>
                    <a:pt x="6350" y="0"/>
                    <a:pt x="12700" y="0"/>
                  </a:cubicBezTo>
                  <a:lnTo>
                    <a:pt x="6337300" y="0"/>
                  </a:lnTo>
                  <a:cubicBezTo>
                    <a:pt x="6341110" y="0"/>
                    <a:pt x="6344920" y="1270"/>
                    <a:pt x="6346190" y="5080"/>
                  </a:cubicBezTo>
                  <a:cubicBezTo>
                    <a:pt x="6348730" y="7620"/>
                    <a:pt x="6348730" y="10160"/>
                    <a:pt x="6348730" y="13970"/>
                  </a:cubicBezTo>
                  <a:lnTo>
                    <a:pt x="6348730" y="524510"/>
                  </a:lnTo>
                  <a:lnTo>
                    <a:pt x="6348730" y="6337300"/>
                  </a:lnTo>
                  <a:cubicBezTo>
                    <a:pt x="6348730" y="6343650"/>
                    <a:pt x="6343650" y="6350000"/>
                    <a:pt x="6336030" y="6350000"/>
                  </a:cubicBezTo>
                  <a:lnTo>
                    <a:pt x="12700" y="6350000"/>
                  </a:lnTo>
                  <a:close/>
                  <a:moveTo>
                    <a:pt x="6323330" y="6323330"/>
                  </a:moveTo>
                  <a:lnTo>
                    <a:pt x="6323330" y="3892550"/>
                  </a:lnTo>
                  <a:lnTo>
                    <a:pt x="6112510" y="3892550"/>
                  </a:lnTo>
                  <a:lnTo>
                    <a:pt x="6112510" y="6323330"/>
                  </a:lnTo>
                  <a:lnTo>
                    <a:pt x="6323330" y="6323330"/>
                  </a:lnTo>
                  <a:close/>
                  <a:moveTo>
                    <a:pt x="6085840" y="6323330"/>
                  </a:moveTo>
                  <a:lnTo>
                    <a:pt x="6085840" y="537210"/>
                  </a:lnTo>
                  <a:lnTo>
                    <a:pt x="26670" y="537210"/>
                  </a:lnTo>
                  <a:lnTo>
                    <a:pt x="26670" y="6323330"/>
                  </a:lnTo>
                  <a:lnTo>
                    <a:pt x="6085840" y="6323330"/>
                  </a:lnTo>
                  <a:close/>
                  <a:moveTo>
                    <a:pt x="6323330" y="3865880"/>
                  </a:moveTo>
                  <a:lnTo>
                    <a:pt x="6323330" y="1656080"/>
                  </a:lnTo>
                  <a:lnTo>
                    <a:pt x="6112510" y="1656080"/>
                  </a:lnTo>
                  <a:lnTo>
                    <a:pt x="6112510" y="3865880"/>
                  </a:lnTo>
                  <a:lnTo>
                    <a:pt x="6323330" y="3865880"/>
                  </a:lnTo>
                  <a:close/>
                  <a:moveTo>
                    <a:pt x="6323330" y="1629410"/>
                  </a:moveTo>
                  <a:lnTo>
                    <a:pt x="6323330" y="537210"/>
                  </a:lnTo>
                  <a:lnTo>
                    <a:pt x="6112510" y="537210"/>
                  </a:lnTo>
                  <a:lnTo>
                    <a:pt x="6112510" y="1629410"/>
                  </a:lnTo>
                  <a:lnTo>
                    <a:pt x="6323330" y="1629410"/>
                  </a:lnTo>
                  <a:close/>
                  <a:moveTo>
                    <a:pt x="6324600" y="511810"/>
                  </a:moveTo>
                  <a:lnTo>
                    <a:pt x="6324600" y="26670"/>
                  </a:lnTo>
                  <a:lnTo>
                    <a:pt x="26670" y="26670"/>
                  </a:lnTo>
                  <a:lnTo>
                    <a:pt x="26670" y="511810"/>
                  </a:lnTo>
                  <a:lnTo>
                    <a:pt x="6324600" y="511810"/>
                  </a:lnTo>
                  <a:close/>
                  <a:moveTo>
                    <a:pt x="5888990" y="421640"/>
                  </a:moveTo>
                  <a:cubicBezTo>
                    <a:pt x="5882640" y="421640"/>
                    <a:pt x="5876290" y="416560"/>
                    <a:pt x="5876290" y="408940"/>
                  </a:cubicBezTo>
                  <a:lnTo>
                    <a:pt x="5876290" y="129540"/>
                  </a:lnTo>
                  <a:cubicBezTo>
                    <a:pt x="5876290" y="121920"/>
                    <a:pt x="5882640" y="116840"/>
                    <a:pt x="5888990" y="116840"/>
                  </a:cubicBezTo>
                  <a:lnTo>
                    <a:pt x="6168390" y="116840"/>
                  </a:lnTo>
                  <a:cubicBezTo>
                    <a:pt x="6174740" y="116840"/>
                    <a:pt x="6181090" y="121920"/>
                    <a:pt x="6181090" y="129540"/>
                  </a:cubicBezTo>
                  <a:lnTo>
                    <a:pt x="6181090" y="408940"/>
                  </a:lnTo>
                  <a:cubicBezTo>
                    <a:pt x="6181090" y="415290"/>
                    <a:pt x="6176010" y="421640"/>
                    <a:pt x="6168390" y="421640"/>
                  </a:cubicBezTo>
                  <a:lnTo>
                    <a:pt x="5888990" y="421640"/>
                  </a:lnTo>
                  <a:close/>
                  <a:moveTo>
                    <a:pt x="6155690" y="394970"/>
                  </a:moveTo>
                  <a:lnTo>
                    <a:pt x="6155690" y="142240"/>
                  </a:lnTo>
                  <a:lnTo>
                    <a:pt x="5902960" y="142240"/>
                  </a:lnTo>
                  <a:lnTo>
                    <a:pt x="5902960" y="394970"/>
                  </a:lnTo>
                  <a:cubicBezTo>
                    <a:pt x="5902960" y="394970"/>
                    <a:pt x="6155690" y="394970"/>
                    <a:pt x="6155690" y="394970"/>
                  </a:cubicBezTo>
                  <a:close/>
                  <a:moveTo>
                    <a:pt x="5476240" y="421640"/>
                  </a:moveTo>
                  <a:cubicBezTo>
                    <a:pt x="5469890" y="421640"/>
                    <a:pt x="5463540" y="416560"/>
                    <a:pt x="5463540" y="408940"/>
                  </a:cubicBezTo>
                  <a:lnTo>
                    <a:pt x="5463540" y="129540"/>
                  </a:lnTo>
                  <a:cubicBezTo>
                    <a:pt x="5463540" y="123190"/>
                    <a:pt x="5468620" y="116840"/>
                    <a:pt x="5476240" y="116840"/>
                  </a:cubicBezTo>
                  <a:lnTo>
                    <a:pt x="5755640" y="116840"/>
                  </a:lnTo>
                  <a:cubicBezTo>
                    <a:pt x="5760720" y="116840"/>
                    <a:pt x="5764530" y="118110"/>
                    <a:pt x="5765800" y="120650"/>
                  </a:cubicBezTo>
                  <a:cubicBezTo>
                    <a:pt x="5768340" y="123190"/>
                    <a:pt x="5768340" y="125730"/>
                    <a:pt x="5768340" y="129540"/>
                  </a:cubicBezTo>
                  <a:lnTo>
                    <a:pt x="5768340" y="407670"/>
                  </a:lnTo>
                  <a:cubicBezTo>
                    <a:pt x="5768340" y="414020"/>
                    <a:pt x="5763260" y="420370"/>
                    <a:pt x="5755640" y="420370"/>
                  </a:cubicBezTo>
                  <a:lnTo>
                    <a:pt x="5476240" y="420370"/>
                  </a:lnTo>
                  <a:lnTo>
                    <a:pt x="5476240" y="421640"/>
                  </a:lnTo>
                  <a:close/>
                  <a:moveTo>
                    <a:pt x="5741670" y="394970"/>
                  </a:moveTo>
                  <a:lnTo>
                    <a:pt x="5741670" y="142240"/>
                  </a:lnTo>
                  <a:lnTo>
                    <a:pt x="5488940" y="142240"/>
                  </a:lnTo>
                  <a:lnTo>
                    <a:pt x="5488940" y="394970"/>
                  </a:lnTo>
                  <a:cubicBezTo>
                    <a:pt x="5488940" y="394970"/>
                    <a:pt x="5741670" y="394970"/>
                    <a:pt x="5741670" y="394970"/>
                  </a:cubicBezTo>
                  <a:close/>
                  <a:moveTo>
                    <a:pt x="5062220" y="421640"/>
                  </a:moveTo>
                  <a:cubicBezTo>
                    <a:pt x="5055870" y="421640"/>
                    <a:pt x="5049520" y="416560"/>
                    <a:pt x="5049520" y="408940"/>
                  </a:cubicBezTo>
                  <a:lnTo>
                    <a:pt x="5049520" y="129540"/>
                  </a:lnTo>
                  <a:cubicBezTo>
                    <a:pt x="5049520" y="123190"/>
                    <a:pt x="5054600" y="116840"/>
                    <a:pt x="5062220" y="116840"/>
                  </a:cubicBezTo>
                  <a:lnTo>
                    <a:pt x="5341620" y="116840"/>
                  </a:lnTo>
                  <a:cubicBezTo>
                    <a:pt x="5346700" y="116840"/>
                    <a:pt x="5350510" y="118110"/>
                    <a:pt x="5351780" y="120650"/>
                  </a:cubicBezTo>
                  <a:cubicBezTo>
                    <a:pt x="5354320" y="123190"/>
                    <a:pt x="5354320" y="125730"/>
                    <a:pt x="5354320" y="129540"/>
                  </a:cubicBezTo>
                  <a:lnTo>
                    <a:pt x="5354320" y="407670"/>
                  </a:lnTo>
                  <a:cubicBezTo>
                    <a:pt x="5354320" y="414020"/>
                    <a:pt x="5349240" y="420370"/>
                    <a:pt x="5341620" y="420370"/>
                  </a:cubicBezTo>
                  <a:lnTo>
                    <a:pt x="5062220" y="420370"/>
                  </a:lnTo>
                  <a:lnTo>
                    <a:pt x="5062220" y="421640"/>
                  </a:lnTo>
                  <a:close/>
                  <a:moveTo>
                    <a:pt x="5328920" y="394970"/>
                  </a:moveTo>
                  <a:lnTo>
                    <a:pt x="5328920" y="142240"/>
                  </a:lnTo>
                  <a:lnTo>
                    <a:pt x="5076190" y="142240"/>
                  </a:lnTo>
                  <a:lnTo>
                    <a:pt x="5076190" y="394970"/>
                  </a:lnTo>
                  <a:cubicBezTo>
                    <a:pt x="5076190" y="394970"/>
                    <a:pt x="5328920" y="394970"/>
                    <a:pt x="5328920" y="394970"/>
                  </a:cubicBezTo>
                  <a:close/>
                  <a:moveTo>
                    <a:pt x="6098540" y="351790"/>
                  </a:moveTo>
                  <a:cubicBezTo>
                    <a:pt x="6096000" y="351790"/>
                    <a:pt x="6092190" y="350520"/>
                    <a:pt x="6089650" y="349250"/>
                  </a:cubicBezTo>
                  <a:lnTo>
                    <a:pt x="6028690" y="288290"/>
                  </a:lnTo>
                  <a:lnTo>
                    <a:pt x="5967730" y="349250"/>
                  </a:lnTo>
                  <a:cubicBezTo>
                    <a:pt x="5963920" y="353060"/>
                    <a:pt x="5961380" y="353060"/>
                    <a:pt x="5958840" y="353060"/>
                  </a:cubicBezTo>
                  <a:cubicBezTo>
                    <a:pt x="5956300" y="353060"/>
                    <a:pt x="5952490" y="351790"/>
                    <a:pt x="5949950" y="350520"/>
                  </a:cubicBezTo>
                  <a:cubicBezTo>
                    <a:pt x="5944870" y="345440"/>
                    <a:pt x="5944870" y="336550"/>
                    <a:pt x="5948680" y="331470"/>
                  </a:cubicBezTo>
                  <a:lnTo>
                    <a:pt x="6009640" y="270510"/>
                  </a:lnTo>
                  <a:lnTo>
                    <a:pt x="5948680" y="209550"/>
                  </a:lnTo>
                  <a:cubicBezTo>
                    <a:pt x="5943600" y="204470"/>
                    <a:pt x="5943600" y="195580"/>
                    <a:pt x="5948680" y="190500"/>
                  </a:cubicBezTo>
                  <a:cubicBezTo>
                    <a:pt x="5951220" y="187960"/>
                    <a:pt x="5953760" y="186690"/>
                    <a:pt x="5957570" y="186690"/>
                  </a:cubicBezTo>
                  <a:cubicBezTo>
                    <a:pt x="5961380" y="186690"/>
                    <a:pt x="5965190" y="187960"/>
                    <a:pt x="5966460" y="190500"/>
                  </a:cubicBezTo>
                  <a:lnTo>
                    <a:pt x="6027420" y="251460"/>
                  </a:lnTo>
                  <a:lnTo>
                    <a:pt x="6088380" y="190500"/>
                  </a:lnTo>
                  <a:cubicBezTo>
                    <a:pt x="6090920" y="187960"/>
                    <a:pt x="6093460" y="186690"/>
                    <a:pt x="6097270" y="186690"/>
                  </a:cubicBezTo>
                  <a:cubicBezTo>
                    <a:pt x="6101080" y="186690"/>
                    <a:pt x="6104890" y="187960"/>
                    <a:pt x="6106160" y="190500"/>
                  </a:cubicBezTo>
                  <a:cubicBezTo>
                    <a:pt x="6108700" y="193040"/>
                    <a:pt x="6109970" y="196850"/>
                    <a:pt x="6109970" y="201930"/>
                  </a:cubicBezTo>
                  <a:cubicBezTo>
                    <a:pt x="6109970" y="205740"/>
                    <a:pt x="6108700" y="208280"/>
                    <a:pt x="6106160" y="209550"/>
                  </a:cubicBezTo>
                  <a:lnTo>
                    <a:pt x="6046470" y="269240"/>
                  </a:lnTo>
                  <a:lnTo>
                    <a:pt x="6107430" y="330200"/>
                  </a:lnTo>
                  <a:cubicBezTo>
                    <a:pt x="6112510" y="335280"/>
                    <a:pt x="6112510" y="344170"/>
                    <a:pt x="6107430" y="349250"/>
                  </a:cubicBezTo>
                  <a:cubicBezTo>
                    <a:pt x="6104890" y="351790"/>
                    <a:pt x="6101080" y="351790"/>
                    <a:pt x="6098540" y="351790"/>
                  </a:cubicBezTo>
                  <a:close/>
                  <a:moveTo>
                    <a:pt x="5538470" y="351790"/>
                  </a:moveTo>
                  <a:cubicBezTo>
                    <a:pt x="5532120" y="351790"/>
                    <a:pt x="5525770" y="345440"/>
                    <a:pt x="5525770" y="339090"/>
                  </a:cubicBezTo>
                  <a:lnTo>
                    <a:pt x="5525770" y="199390"/>
                  </a:lnTo>
                  <a:cubicBezTo>
                    <a:pt x="5525770" y="193040"/>
                    <a:pt x="5530850" y="186690"/>
                    <a:pt x="5538470" y="186690"/>
                  </a:cubicBezTo>
                  <a:lnTo>
                    <a:pt x="5692140" y="186690"/>
                  </a:lnTo>
                  <a:cubicBezTo>
                    <a:pt x="5698490" y="186690"/>
                    <a:pt x="5704840" y="191770"/>
                    <a:pt x="5704840" y="199390"/>
                  </a:cubicBezTo>
                  <a:lnTo>
                    <a:pt x="5704840" y="339090"/>
                  </a:lnTo>
                  <a:cubicBezTo>
                    <a:pt x="5704840" y="345440"/>
                    <a:pt x="5699760" y="351790"/>
                    <a:pt x="5692140" y="351790"/>
                  </a:cubicBezTo>
                  <a:lnTo>
                    <a:pt x="5538470" y="351790"/>
                  </a:lnTo>
                  <a:close/>
                  <a:moveTo>
                    <a:pt x="5679440" y="325120"/>
                  </a:moveTo>
                  <a:lnTo>
                    <a:pt x="5679440" y="245110"/>
                  </a:lnTo>
                  <a:lnTo>
                    <a:pt x="5551170" y="245110"/>
                  </a:lnTo>
                  <a:lnTo>
                    <a:pt x="5551170" y="325120"/>
                  </a:lnTo>
                  <a:cubicBezTo>
                    <a:pt x="5551170" y="325120"/>
                    <a:pt x="5679440" y="325120"/>
                    <a:pt x="5679440" y="325120"/>
                  </a:cubicBezTo>
                  <a:close/>
                  <a:moveTo>
                    <a:pt x="5116830" y="351790"/>
                  </a:moveTo>
                  <a:cubicBezTo>
                    <a:pt x="5109210" y="351790"/>
                    <a:pt x="5104130" y="345440"/>
                    <a:pt x="5104130" y="339090"/>
                  </a:cubicBezTo>
                  <a:cubicBezTo>
                    <a:pt x="5104130" y="331470"/>
                    <a:pt x="5110480" y="326390"/>
                    <a:pt x="5116830" y="326390"/>
                  </a:cubicBezTo>
                  <a:lnTo>
                    <a:pt x="5288280" y="326390"/>
                  </a:lnTo>
                  <a:cubicBezTo>
                    <a:pt x="5295900" y="326390"/>
                    <a:pt x="5300980" y="332740"/>
                    <a:pt x="5300980" y="339090"/>
                  </a:cubicBezTo>
                  <a:cubicBezTo>
                    <a:pt x="5300980" y="346710"/>
                    <a:pt x="5294630" y="351790"/>
                    <a:pt x="5288280" y="351790"/>
                  </a:cubicBezTo>
                  <a:lnTo>
                    <a:pt x="5116830" y="351790"/>
                  </a:lnTo>
                  <a:close/>
                </a:path>
              </a:pathLst>
            </a:custGeom>
            <a:solidFill>
              <a:srgbClr val="171717"/>
            </a:solidFill>
          </p:spPr>
        </p:sp>
      </p:grpSp>
      <p:sp>
        <p:nvSpPr>
          <p:cNvPr id="9" name="Freeform 9"/>
          <p:cNvSpPr/>
          <p:nvPr/>
        </p:nvSpPr>
        <p:spPr>
          <a:xfrm>
            <a:off x="15603093" y="7621405"/>
            <a:ext cx="1656207" cy="2538248"/>
          </a:xfrm>
          <a:custGeom>
            <a:avLst/>
            <a:gdLst/>
            <a:ahLst/>
            <a:cxnLst/>
            <a:rect l="l" t="t" r="r" b="b"/>
            <a:pathLst>
              <a:path w="1656207" h="2538248">
                <a:moveTo>
                  <a:pt x="0" y="0"/>
                </a:moveTo>
                <a:lnTo>
                  <a:pt x="1656207" y="0"/>
                </a:lnTo>
                <a:lnTo>
                  <a:pt x="1656207" y="2538248"/>
                </a:lnTo>
                <a:lnTo>
                  <a:pt x="0" y="25382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8495848" y="4052792"/>
            <a:ext cx="8592459" cy="3992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312" lvl="1" indent="-285656" algn="l">
              <a:lnSpc>
                <a:spcPts val="3969"/>
              </a:lnSpc>
              <a:buAutoNum type="arabicPeriod"/>
            </a:pPr>
            <a:r>
              <a:rPr lang="en-US" sz="2646">
                <a:solidFill>
                  <a:srgbClr val="171717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Former deux groupes égaux, disposés en face-à-face</a:t>
            </a:r>
          </a:p>
          <a:p>
            <a:pPr marL="571312" lvl="1" indent="-285656" algn="l">
              <a:lnSpc>
                <a:spcPts val="3969"/>
              </a:lnSpc>
              <a:buAutoNum type="arabicPeriod"/>
            </a:pPr>
            <a:r>
              <a:rPr lang="en-US" sz="2646">
                <a:solidFill>
                  <a:srgbClr val="171717"/>
                </a:solidFill>
                <a:latin typeface="IBM Plex Mono"/>
                <a:ea typeface="IBM Plex Mono"/>
                <a:cs typeface="IBM Plex Mono"/>
                <a:sym typeface="IBM Plex Mono"/>
              </a:rPr>
              <a:t>Présenter son avatar à son vis-à-vis et échanger pendant 4 minutes.</a:t>
            </a:r>
          </a:p>
          <a:p>
            <a:pPr marL="571312" lvl="1" indent="-285656" algn="l">
              <a:lnSpc>
                <a:spcPts val="3969"/>
              </a:lnSpc>
              <a:buAutoNum type="arabicPeriod"/>
            </a:pPr>
            <a:r>
              <a:rPr lang="en-US" sz="2646">
                <a:solidFill>
                  <a:srgbClr val="171717"/>
                </a:solidFill>
                <a:latin typeface="IBM Plex Mono"/>
                <a:ea typeface="IBM Plex Mono"/>
                <a:cs typeface="IBM Plex Mono"/>
                <a:sym typeface="IBM Plex Mono"/>
              </a:rPr>
              <a:t>Au signal, chaque élève se déplace d’une place vers la gauche</a:t>
            </a:r>
          </a:p>
          <a:p>
            <a:pPr marL="571312" lvl="1" indent="-285656" algn="l">
              <a:lnSpc>
                <a:spcPts val="3969"/>
              </a:lnSpc>
              <a:buAutoNum type="arabicPeriod"/>
            </a:pPr>
            <a:r>
              <a:rPr lang="en-US" sz="2646">
                <a:solidFill>
                  <a:srgbClr val="171717"/>
                </a:solidFill>
                <a:latin typeface="IBM Plex Mono"/>
                <a:ea typeface="IBM Plex Mono"/>
                <a:cs typeface="IBM Plex Mono"/>
                <a:sym typeface="IBM Plex Mono"/>
              </a:rPr>
              <a:t>L'activité prend fin quand tous les élèves se sont rencontrés</a:t>
            </a:r>
          </a:p>
        </p:txBody>
      </p:sp>
      <p:sp>
        <p:nvSpPr>
          <p:cNvPr id="11" name="Freeform 11"/>
          <p:cNvSpPr/>
          <p:nvPr/>
        </p:nvSpPr>
        <p:spPr>
          <a:xfrm rot="-10800000">
            <a:off x="8495848" y="-252991"/>
            <a:ext cx="1728216" cy="4114800"/>
          </a:xfrm>
          <a:custGeom>
            <a:avLst/>
            <a:gdLst/>
            <a:ahLst/>
            <a:cxnLst/>
            <a:rect l="l" t="t" r="r" b="b"/>
            <a:pathLst>
              <a:path w="1728216" h="4114800">
                <a:moveTo>
                  <a:pt x="0" y="0"/>
                </a:moveTo>
                <a:lnTo>
                  <a:pt x="1728216" y="0"/>
                </a:lnTo>
                <a:lnTo>
                  <a:pt x="17282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872074" y="4163693"/>
            <a:ext cx="4990099" cy="2183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15"/>
              </a:lnSpc>
            </a:pPr>
            <a:r>
              <a:rPr lang="en-US" sz="7650">
                <a:solidFill>
                  <a:srgbClr val="171717"/>
                </a:solidFill>
                <a:latin typeface="Bobby Jones"/>
                <a:ea typeface="Bobby Jones"/>
                <a:cs typeface="Bobby Jones"/>
                <a:sym typeface="Bobby Jones"/>
              </a:rPr>
              <a:t>speed dating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9259" b="-3851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8288000" cy="12182262"/>
          </a:xfrm>
          <a:custGeom>
            <a:avLst/>
            <a:gdLst/>
            <a:ahLst/>
            <a:cxnLst/>
            <a:rect l="l" t="t" r="r" b="b"/>
            <a:pathLst>
              <a:path w="18288000" h="12182262">
                <a:moveTo>
                  <a:pt x="0" y="0"/>
                </a:moveTo>
                <a:lnTo>
                  <a:pt x="18288000" y="0"/>
                </a:lnTo>
                <a:lnTo>
                  <a:pt x="18288000" y="12182262"/>
                </a:lnTo>
                <a:lnTo>
                  <a:pt x="0" y="121822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</p:spPr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2488386" y="3447867"/>
            <a:ext cx="13311227" cy="4463260"/>
            <a:chOff x="0" y="0"/>
            <a:chExt cx="18938240" cy="6350000"/>
          </a:xfrm>
        </p:grpSpPr>
        <p:sp>
          <p:nvSpPr>
            <p:cNvPr id="5" name="Freeform 5"/>
            <p:cNvSpPr/>
            <p:nvPr/>
          </p:nvSpPr>
          <p:spPr>
            <a:xfrm>
              <a:off x="27940" y="27940"/>
              <a:ext cx="18882360" cy="918210"/>
            </a:xfrm>
            <a:custGeom>
              <a:avLst/>
              <a:gdLst/>
              <a:ahLst/>
              <a:cxnLst/>
              <a:rect l="l" t="t" r="r" b="b"/>
              <a:pathLst>
                <a:path w="18882360" h="918210">
                  <a:moveTo>
                    <a:pt x="18882360" y="918210"/>
                  </a:moveTo>
                  <a:lnTo>
                    <a:pt x="12447270" y="918210"/>
                  </a:lnTo>
                  <a:moveTo>
                    <a:pt x="12447270" y="918210"/>
                  </a:moveTo>
                  <a:lnTo>
                    <a:pt x="0" y="918210"/>
                  </a:lnTo>
                  <a:lnTo>
                    <a:pt x="0" y="445770"/>
                  </a:lnTo>
                  <a:cubicBezTo>
                    <a:pt x="0" y="200660"/>
                    <a:pt x="199390" y="0"/>
                    <a:pt x="445770" y="0"/>
                  </a:cubicBezTo>
                  <a:lnTo>
                    <a:pt x="18437860" y="0"/>
                  </a:lnTo>
                  <a:cubicBezTo>
                    <a:pt x="18682971" y="0"/>
                    <a:pt x="18882360" y="199390"/>
                    <a:pt x="18882360" y="445770"/>
                  </a:cubicBezTo>
                  <a:lnTo>
                    <a:pt x="18882360" y="918210"/>
                  </a:lnTo>
                </a:path>
              </a:pathLst>
            </a:custGeom>
            <a:solidFill>
              <a:srgbClr val="46BCDB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27940" y="944880"/>
              <a:ext cx="18882360" cy="5377180"/>
            </a:xfrm>
            <a:custGeom>
              <a:avLst/>
              <a:gdLst/>
              <a:ahLst/>
              <a:cxnLst/>
              <a:rect l="l" t="t" r="r" b="b"/>
              <a:pathLst>
                <a:path w="18882360" h="5377180">
                  <a:moveTo>
                    <a:pt x="9331960" y="0"/>
                  </a:moveTo>
                  <a:lnTo>
                    <a:pt x="18882360" y="0"/>
                  </a:lnTo>
                  <a:lnTo>
                    <a:pt x="18882360" y="4931410"/>
                  </a:lnTo>
                  <a:cubicBezTo>
                    <a:pt x="18882360" y="5176520"/>
                    <a:pt x="18682971" y="5377180"/>
                    <a:pt x="18436590" y="5377180"/>
                  </a:cubicBezTo>
                  <a:lnTo>
                    <a:pt x="445770" y="5377180"/>
                  </a:lnTo>
                  <a:cubicBezTo>
                    <a:pt x="200660" y="5377180"/>
                    <a:pt x="0" y="5177790"/>
                    <a:pt x="0" y="4931410"/>
                  </a:cubicBezTo>
                  <a:lnTo>
                    <a:pt x="0" y="0"/>
                  </a:lnTo>
                  <a:lnTo>
                    <a:pt x="9014460" y="0"/>
                  </a:lnTo>
                  <a:moveTo>
                    <a:pt x="9014460" y="0"/>
                  </a:moveTo>
                  <a:lnTo>
                    <a:pt x="9331960" y="0"/>
                  </a:lnTo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499110" y="299720"/>
              <a:ext cx="1515110" cy="368300"/>
            </a:xfrm>
            <a:custGeom>
              <a:avLst/>
              <a:gdLst/>
              <a:ahLst/>
              <a:cxnLst/>
              <a:rect l="l" t="t" r="r" b="b"/>
              <a:pathLst>
                <a:path w="1515110" h="368300">
                  <a:moveTo>
                    <a:pt x="184150" y="0"/>
                  </a:moveTo>
                  <a:cubicBezTo>
                    <a:pt x="82550" y="0"/>
                    <a:pt x="0" y="82550"/>
                    <a:pt x="0" y="184150"/>
                  </a:cubicBezTo>
                  <a:cubicBezTo>
                    <a:pt x="0" y="285750"/>
                    <a:pt x="82550" y="368300"/>
                    <a:pt x="184150" y="368300"/>
                  </a:cubicBezTo>
                  <a:cubicBezTo>
                    <a:pt x="285750" y="368300"/>
                    <a:pt x="368300" y="285750"/>
                    <a:pt x="368300" y="184150"/>
                  </a:cubicBezTo>
                  <a:cubicBezTo>
                    <a:pt x="368300" y="82550"/>
                    <a:pt x="285750" y="0"/>
                    <a:pt x="184150" y="0"/>
                  </a:cubicBezTo>
                  <a:close/>
                  <a:moveTo>
                    <a:pt x="756920" y="0"/>
                  </a:moveTo>
                  <a:cubicBezTo>
                    <a:pt x="655320" y="0"/>
                    <a:pt x="572770" y="82550"/>
                    <a:pt x="572770" y="184150"/>
                  </a:cubicBezTo>
                  <a:cubicBezTo>
                    <a:pt x="572770" y="285750"/>
                    <a:pt x="655320" y="368300"/>
                    <a:pt x="756920" y="368300"/>
                  </a:cubicBezTo>
                  <a:cubicBezTo>
                    <a:pt x="858520" y="368300"/>
                    <a:pt x="941070" y="285750"/>
                    <a:pt x="941070" y="184150"/>
                  </a:cubicBezTo>
                  <a:cubicBezTo>
                    <a:pt x="941070" y="82550"/>
                    <a:pt x="858520" y="0"/>
                    <a:pt x="756920" y="0"/>
                  </a:cubicBezTo>
                  <a:close/>
                  <a:moveTo>
                    <a:pt x="1330960" y="0"/>
                  </a:moveTo>
                  <a:cubicBezTo>
                    <a:pt x="1229360" y="0"/>
                    <a:pt x="1146810" y="82550"/>
                    <a:pt x="1146810" y="184150"/>
                  </a:cubicBezTo>
                  <a:cubicBezTo>
                    <a:pt x="1146810" y="285750"/>
                    <a:pt x="1229360" y="368300"/>
                    <a:pt x="1330960" y="368300"/>
                  </a:cubicBezTo>
                  <a:cubicBezTo>
                    <a:pt x="1432560" y="368300"/>
                    <a:pt x="1515110" y="285750"/>
                    <a:pt x="1515110" y="184150"/>
                  </a:cubicBezTo>
                  <a:cubicBezTo>
                    <a:pt x="1515110" y="82550"/>
                    <a:pt x="1432560" y="0"/>
                    <a:pt x="133096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0" y="0"/>
              <a:ext cx="18939511" cy="6350000"/>
            </a:xfrm>
            <a:custGeom>
              <a:avLst/>
              <a:gdLst/>
              <a:ahLst/>
              <a:cxnLst/>
              <a:rect l="l" t="t" r="r" b="b"/>
              <a:pathLst>
                <a:path w="18939511" h="6350000">
                  <a:moveTo>
                    <a:pt x="18464530" y="0"/>
                  </a:moveTo>
                  <a:lnTo>
                    <a:pt x="473710" y="0"/>
                  </a:lnTo>
                  <a:cubicBezTo>
                    <a:pt x="212090" y="0"/>
                    <a:pt x="0" y="212090"/>
                    <a:pt x="0" y="473710"/>
                  </a:cubicBezTo>
                  <a:lnTo>
                    <a:pt x="0" y="946150"/>
                  </a:lnTo>
                  <a:lnTo>
                    <a:pt x="0" y="5877560"/>
                  </a:lnTo>
                  <a:cubicBezTo>
                    <a:pt x="0" y="6137910"/>
                    <a:pt x="212090" y="6350000"/>
                    <a:pt x="473710" y="6350000"/>
                  </a:cubicBezTo>
                  <a:lnTo>
                    <a:pt x="18465800" y="6350000"/>
                  </a:lnTo>
                  <a:cubicBezTo>
                    <a:pt x="18727420" y="6350000"/>
                    <a:pt x="18939511" y="6137910"/>
                    <a:pt x="18939511" y="5876290"/>
                  </a:cubicBezTo>
                  <a:lnTo>
                    <a:pt x="18939511" y="944880"/>
                  </a:lnTo>
                  <a:lnTo>
                    <a:pt x="18939511" y="473710"/>
                  </a:lnTo>
                  <a:cubicBezTo>
                    <a:pt x="18938239" y="212090"/>
                    <a:pt x="18726150" y="0"/>
                    <a:pt x="18464530" y="0"/>
                  </a:cubicBezTo>
                  <a:close/>
                  <a:moveTo>
                    <a:pt x="55880" y="473710"/>
                  </a:moveTo>
                  <a:cubicBezTo>
                    <a:pt x="55880" y="243840"/>
                    <a:pt x="242570" y="55880"/>
                    <a:pt x="473710" y="55880"/>
                  </a:cubicBezTo>
                  <a:lnTo>
                    <a:pt x="18465800" y="55880"/>
                  </a:lnTo>
                  <a:cubicBezTo>
                    <a:pt x="18695670" y="55880"/>
                    <a:pt x="18883630" y="242570"/>
                    <a:pt x="18883630" y="473710"/>
                  </a:cubicBezTo>
                  <a:lnTo>
                    <a:pt x="18883630" y="918210"/>
                  </a:lnTo>
                  <a:lnTo>
                    <a:pt x="55880" y="918210"/>
                  </a:lnTo>
                  <a:lnTo>
                    <a:pt x="55880" y="473710"/>
                  </a:lnTo>
                  <a:close/>
                  <a:moveTo>
                    <a:pt x="18464530" y="6294120"/>
                  </a:moveTo>
                  <a:lnTo>
                    <a:pt x="473710" y="6294120"/>
                  </a:lnTo>
                  <a:cubicBezTo>
                    <a:pt x="243840" y="6294120"/>
                    <a:pt x="55880" y="6107430"/>
                    <a:pt x="55880" y="5876290"/>
                  </a:cubicBezTo>
                  <a:lnTo>
                    <a:pt x="55880" y="972820"/>
                  </a:lnTo>
                  <a:lnTo>
                    <a:pt x="18882361" y="972820"/>
                  </a:lnTo>
                  <a:lnTo>
                    <a:pt x="18882361" y="5876290"/>
                  </a:lnTo>
                  <a:cubicBezTo>
                    <a:pt x="18882361" y="6107430"/>
                    <a:pt x="18695670" y="6294120"/>
                    <a:pt x="18464530" y="6294120"/>
                  </a:cubicBezTo>
                  <a:close/>
                  <a:moveTo>
                    <a:pt x="683260" y="273050"/>
                  </a:moveTo>
                  <a:cubicBezTo>
                    <a:pt x="566420" y="273050"/>
                    <a:pt x="471170" y="368300"/>
                    <a:pt x="471170" y="485140"/>
                  </a:cubicBezTo>
                  <a:cubicBezTo>
                    <a:pt x="471170" y="601980"/>
                    <a:pt x="566420" y="697230"/>
                    <a:pt x="683260" y="697230"/>
                  </a:cubicBezTo>
                  <a:cubicBezTo>
                    <a:pt x="800100" y="697230"/>
                    <a:pt x="895350" y="601980"/>
                    <a:pt x="895350" y="485140"/>
                  </a:cubicBezTo>
                  <a:cubicBezTo>
                    <a:pt x="895350" y="368300"/>
                    <a:pt x="800100" y="273050"/>
                    <a:pt x="683260" y="273050"/>
                  </a:cubicBezTo>
                  <a:close/>
                  <a:moveTo>
                    <a:pt x="683260" y="641350"/>
                  </a:moveTo>
                  <a:cubicBezTo>
                    <a:pt x="596900" y="641350"/>
                    <a:pt x="527050" y="571500"/>
                    <a:pt x="527050" y="485140"/>
                  </a:cubicBezTo>
                  <a:cubicBezTo>
                    <a:pt x="527050" y="398780"/>
                    <a:pt x="596900" y="328930"/>
                    <a:pt x="683260" y="328930"/>
                  </a:cubicBezTo>
                  <a:cubicBezTo>
                    <a:pt x="769620" y="328930"/>
                    <a:pt x="839470" y="398780"/>
                    <a:pt x="839470" y="485140"/>
                  </a:cubicBezTo>
                  <a:cubicBezTo>
                    <a:pt x="839470" y="571500"/>
                    <a:pt x="769620" y="641350"/>
                    <a:pt x="683260" y="641350"/>
                  </a:cubicBezTo>
                  <a:close/>
                  <a:moveTo>
                    <a:pt x="1256030" y="273050"/>
                  </a:moveTo>
                  <a:cubicBezTo>
                    <a:pt x="1139190" y="273050"/>
                    <a:pt x="1043940" y="368300"/>
                    <a:pt x="1043940" y="485140"/>
                  </a:cubicBezTo>
                  <a:cubicBezTo>
                    <a:pt x="1043940" y="601980"/>
                    <a:pt x="1139190" y="697230"/>
                    <a:pt x="1256030" y="697230"/>
                  </a:cubicBezTo>
                  <a:cubicBezTo>
                    <a:pt x="1372870" y="697230"/>
                    <a:pt x="1468120" y="601980"/>
                    <a:pt x="1468120" y="485140"/>
                  </a:cubicBezTo>
                  <a:cubicBezTo>
                    <a:pt x="1468120" y="368300"/>
                    <a:pt x="1372870" y="273050"/>
                    <a:pt x="1256030" y="273050"/>
                  </a:cubicBezTo>
                  <a:close/>
                  <a:moveTo>
                    <a:pt x="1256030" y="641350"/>
                  </a:moveTo>
                  <a:cubicBezTo>
                    <a:pt x="1169670" y="641350"/>
                    <a:pt x="1099820" y="571500"/>
                    <a:pt x="1099820" y="485140"/>
                  </a:cubicBezTo>
                  <a:cubicBezTo>
                    <a:pt x="1099820" y="398780"/>
                    <a:pt x="1169670" y="328930"/>
                    <a:pt x="1256030" y="328930"/>
                  </a:cubicBezTo>
                  <a:cubicBezTo>
                    <a:pt x="1342390" y="328930"/>
                    <a:pt x="1412240" y="398780"/>
                    <a:pt x="1412240" y="485140"/>
                  </a:cubicBezTo>
                  <a:cubicBezTo>
                    <a:pt x="1412240" y="571500"/>
                    <a:pt x="1342390" y="641350"/>
                    <a:pt x="1256030" y="641350"/>
                  </a:cubicBezTo>
                  <a:close/>
                  <a:moveTo>
                    <a:pt x="1830070" y="273050"/>
                  </a:moveTo>
                  <a:cubicBezTo>
                    <a:pt x="1713230" y="273050"/>
                    <a:pt x="1617980" y="368300"/>
                    <a:pt x="1617980" y="485140"/>
                  </a:cubicBezTo>
                  <a:cubicBezTo>
                    <a:pt x="1617980" y="601980"/>
                    <a:pt x="1713230" y="697230"/>
                    <a:pt x="1830070" y="697230"/>
                  </a:cubicBezTo>
                  <a:cubicBezTo>
                    <a:pt x="1946910" y="697230"/>
                    <a:pt x="2042160" y="601980"/>
                    <a:pt x="2042160" y="485140"/>
                  </a:cubicBezTo>
                  <a:cubicBezTo>
                    <a:pt x="2042160" y="368300"/>
                    <a:pt x="1946910" y="273050"/>
                    <a:pt x="1830070" y="273050"/>
                  </a:cubicBezTo>
                  <a:close/>
                  <a:moveTo>
                    <a:pt x="1830070" y="641350"/>
                  </a:moveTo>
                  <a:cubicBezTo>
                    <a:pt x="1743710" y="641350"/>
                    <a:pt x="1673860" y="571500"/>
                    <a:pt x="1673860" y="485140"/>
                  </a:cubicBezTo>
                  <a:cubicBezTo>
                    <a:pt x="1673860" y="398780"/>
                    <a:pt x="1743710" y="328930"/>
                    <a:pt x="1830070" y="328930"/>
                  </a:cubicBezTo>
                  <a:cubicBezTo>
                    <a:pt x="1916430" y="328930"/>
                    <a:pt x="1986280" y="398780"/>
                    <a:pt x="1986280" y="485140"/>
                  </a:cubicBezTo>
                  <a:cubicBezTo>
                    <a:pt x="1986280" y="571500"/>
                    <a:pt x="1915160" y="641350"/>
                    <a:pt x="1830070" y="641350"/>
                  </a:cubicBezTo>
                  <a:close/>
                  <a:moveTo>
                    <a:pt x="18502630" y="488950"/>
                  </a:moveTo>
                  <a:cubicBezTo>
                    <a:pt x="18502630" y="504190"/>
                    <a:pt x="18489930" y="516890"/>
                    <a:pt x="18474691" y="516890"/>
                  </a:cubicBezTo>
                  <a:lnTo>
                    <a:pt x="18474691" y="516890"/>
                  </a:lnTo>
                  <a:lnTo>
                    <a:pt x="18318480" y="515620"/>
                  </a:lnTo>
                  <a:lnTo>
                    <a:pt x="18318480" y="670560"/>
                  </a:lnTo>
                  <a:cubicBezTo>
                    <a:pt x="18318480" y="685800"/>
                    <a:pt x="18305780" y="698500"/>
                    <a:pt x="18290541" y="698500"/>
                  </a:cubicBezTo>
                  <a:cubicBezTo>
                    <a:pt x="18275302" y="698500"/>
                    <a:pt x="18262602" y="685800"/>
                    <a:pt x="18262602" y="670560"/>
                  </a:cubicBezTo>
                  <a:lnTo>
                    <a:pt x="18262602" y="515620"/>
                  </a:lnTo>
                  <a:lnTo>
                    <a:pt x="18106391" y="514350"/>
                  </a:lnTo>
                  <a:cubicBezTo>
                    <a:pt x="18091152" y="514350"/>
                    <a:pt x="18078452" y="501650"/>
                    <a:pt x="18078452" y="486410"/>
                  </a:cubicBezTo>
                  <a:cubicBezTo>
                    <a:pt x="18078452" y="471170"/>
                    <a:pt x="18091152" y="458470"/>
                    <a:pt x="18106391" y="458470"/>
                  </a:cubicBezTo>
                  <a:lnTo>
                    <a:pt x="18106391" y="458470"/>
                  </a:lnTo>
                  <a:lnTo>
                    <a:pt x="18262602" y="459740"/>
                  </a:lnTo>
                  <a:lnTo>
                    <a:pt x="18262602" y="302260"/>
                  </a:lnTo>
                  <a:cubicBezTo>
                    <a:pt x="18262602" y="287020"/>
                    <a:pt x="18275302" y="274320"/>
                    <a:pt x="18290541" y="274320"/>
                  </a:cubicBezTo>
                  <a:cubicBezTo>
                    <a:pt x="18305780" y="274320"/>
                    <a:pt x="18318480" y="287020"/>
                    <a:pt x="18318480" y="302260"/>
                  </a:cubicBezTo>
                  <a:lnTo>
                    <a:pt x="18318480" y="459740"/>
                  </a:lnTo>
                  <a:lnTo>
                    <a:pt x="18474691" y="461010"/>
                  </a:lnTo>
                  <a:cubicBezTo>
                    <a:pt x="18491200" y="461010"/>
                    <a:pt x="18502630" y="473710"/>
                    <a:pt x="18502630" y="488950"/>
                  </a:cubicBezTo>
                  <a:close/>
                </a:path>
              </a:pathLst>
            </a:custGeom>
            <a:solidFill>
              <a:srgbClr val="171717"/>
            </a:solidFill>
          </p:spPr>
        </p:sp>
      </p:grpSp>
      <p:sp>
        <p:nvSpPr>
          <p:cNvPr id="9" name="Freeform 9"/>
          <p:cNvSpPr/>
          <p:nvPr/>
        </p:nvSpPr>
        <p:spPr>
          <a:xfrm>
            <a:off x="8325394" y="6251834"/>
            <a:ext cx="1637211" cy="1420281"/>
          </a:xfrm>
          <a:custGeom>
            <a:avLst/>
            <a:gdLst/>
            <a:ahLst/>
            <a:cxnLst/>
            <a:rect l="l" t="t" r="r" b="b"/>
            <a:pathLst>
              <a:path w="1637211" h="1420281">
                <a:moveTo>
                  <a:pt x="0" y="0"/>
                </a:moveTo>
                <a:lnTo>
                  <a:pt x="1637212" y="0"/>
                </a:lnTo>
                <a:lnTo>
                  <a:pt x="1637212" y="1420281"/>
                </a:lnTo>
                <a:lnTo>
                  <a:pt x="0" y="14202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650086" y="4521460"/>
            <a:ext cx="10987827" cy="1730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24"/>
              </a:lnSpc>
            </a:pPr>
            <a:r>
              <a:rPr lang="en-US" sz="11499">
                <a:solidFill>
                  <a:srgbClr val="171717"/>
                </a:solidFill>
                <a:latin typeface="Bobby Jones"/>
                <a:ea typeface="Bobby Jones"/>
                <a:cs typeface="Bobby Jones"/>
                <a:sym typeface="Bobby Jones"/>
              </a:rPr>
              <a:t>RETOUR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70D17D98E537F4E9427EF7D53CD531A" ma:contentTypeVersion="13" ma:contentTypeDescription="Crée un document." ma:contentTypeScope="" ma:versionID="95e775c0f23dc584bef897cf3cac0127">
  <xsd:schema xmlns:xsd="http://www.w3.org/2001/XMLSchema" xmlns:xs="http://www.w3.org/2001/XMLSchema" xmlns:p="http://schemas.microsoft.com/office/2006/metadata/properties" xmlns:ns2="615257dd-5c63-4906-959a-e99ea12263b6" xmlns:ns3="55d1b9d6-7d16-4906-bdab-40ef09eda5cb" targetNamespace="http://schemas.microsoft.com/office/2006/metadata/properties" ma:root="true" ma:fieldsID="f21dfc697254c317fe97afcb3be8ac2f" ns2:_="" ns3:_="">
    <xsd:import namespace="615257dd-5c63-4906-959a-e99ea12263b6"/>
    <xsd:import namespace="55d1b9d6-7d16-4906-bdab-40ef09eda5c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5257dd-5c63-4906-959a-e99ea12263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91b0bf99-4294-4a90-b621-b034e5770e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d1b9d6-7d16-4906-bdab-40ef09eda5c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c44ee18-befb-46ac-b372-6933ef7e311b}" ma:internalName="TaxCatchAll" ma:showField="CatchAllData" ma:web="55d1b9d6-7d16-4906-bdab-40ef09eda5c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5d1b9d6-7d16-4906-bdab-40ef09eda5cb" xsi:nil="true"/>
    <lcf76f155ced4ddcb4097134ff3c332f xmlns="615257dd-5c63-4906-959a-e99ea12263b6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2D8A881-2A42-40A3-AB70-A36E7C5DF2AB}"/>
</file>

<file path=customXml/itemProps2.xml><?xml version="1.0" encoding="utf-8"?>
<ds:datastoreItem xmlns:ds="http://schemas.openxmlformats.org/officeDocument/2006/customXml" ds:itemID="{E3982678-CAC5-43A1-9312-976C41C4E79C}">
  <ds:schemaRefs>
    <ds:schemaRef ds:uri="http://schemas.microsoft.com/office/2006/metadata/properties"/>
    <ds:schemaRef ds:uri="http://schemas.microsoft.com/office/infopath/2007/PartnerControls"/>
    <ds:schemaRef ds:uri="5d7cae21-21f0-403e-bb18-c2c81173a10c"/>
    <ds:schemaRef ds:uri="dcfa764e-74e9-4b5b-89b1-df2473755663"/>
  </ds:schemaRefs>
</ds:datastoreItem>
</file>

<file path=customXml/itemProps3.xml><?xml version="1.0" encoding="utf-8"?>
<ds:datastoreItem xmlns:ds="http://schemas.openxmlformats.org/officeDocument/2006/customXml" ds:itemID="{50FDDEBB-DC82-495B-AB3C-E7A8CC03AFD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4fd72d2-863b-4358-94e1-5fb16c5f1682}" enabled="1" method="Standard" siteId="{5c5d95e5-3d31-489a-9cf0-160067e48ac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Personnalisé</PresentationFormat>
  <Paragraphs>0</Paragraphs>
  <Slides>11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2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 avatar</dc:title>
  <cp:revision>15</cp:revision>
  <dcterms:created xsi:type="dcterms:W3CDTF">2006-08-16T00:00:00Z</dcterms:created>
  <dcterms:modified xsi:type="dcterms:W3CDTF">2025-08-29T19:55:18Z</dcterms:modified>
  <dc:identifier>DAGv4Qn_DaY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0x010100170D17D98E537F4E9427EF7D53CD531A</vt:lpwstr>
  </property>
  <property fmtid="{D5CDD505-2E9C-101B-9397-08002B2CF9AE}" pid="3" name="MediaServiceImageTags">
    <vt:lpwstr/>
  </property>
  <property fmtid="{D5CDD505-2E9C-101B-9397-08002B2CF9AE}" pid="4" name="Order">
    <vt:r8>8900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</Properties>
</file>