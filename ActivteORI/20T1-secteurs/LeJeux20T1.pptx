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notesSlides/notesSlide2.xml" ContentType="application/vnd.openxmlformats-officedocument.presentationml.notesSlide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notesSlides/notesSlide3.xml" ContentType="application/vnd.openxmlformats-officedocument.presentationml.notesSlide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70"/>
  </p:notesMasterIdLst>
  <p:sldIdLst>
    <p:sldId id="256" r:id="rId5"/>
    <p:sldId id="339" r:id="rId6"/>
    <p:sldId id="265" r:id="rId7"/>
    <p:sldId id="270" r:id="rId8"/>
    <p:sldId id="273" r:id="rId9"/>
    <p:sldId id="272" r:id="rId10"/>
    <p:sldId id="274" r:id="rId11"/>
    <p:sldId id="275" r:id="rId12"/>
    <p:sldId id="276" r:id="rId13"/>
    <p:sldId id="277" r:id="rId14"/>
    <p:sldId id="279" r:id="rId15"/>
    <p:sldId id="280" r:id="rId16"/>
    <p:sldId id="281" r:id="rId17"/>
    <p:sldId id="282" r:id="rId18"/>
    <p:sldId id="283" r:id="rId19"/>
    <p:sldId id="284" r:id="rId20"/>
    <p:sldId id="278" r:id="rId21"/>
    <p:sldId id="336" r:id="rId22"/>
    <p:sldId id="285" r:id="rId23"/>
    <p:sldId id="286" r:id="rId24"/>
    <p:sldId id="287" r:id="rId25"/>
    <p:sldId id="291" r:id="rId26"/>
    <p:sldId id="292" r:id="rId27"/>
    <p:sldId id="289" r:id="rId28"/>
    <p:sldId id="293" r:id="rId29"/>
    <p:sldId id="294" r:id="rId30"/>
    <p:sldId id="290" r:id="rId31"/>
    <p:sldId id="295" r:id="rId32"/>
    <p:sldId id="296" r:id="rId33"/>
    <p:sldId id="297" r:id="rId34"/>
    <p:sldId id="306" r:id="rId35"/>
    <p:sldId id="337" r:id="rId36"/>
    <p:sldId id="299" r:id="rId37"/>
    <p:sldId id="340" r:id="rId38"/>
    <p:sldId id="300" r:id="rId39"/>
    <p:sldId id="308" r:id="rId40"/>
    <p:sldId id="342" r:id="rId41"/>
    <p:sldId id="327" r:id="rId42"/>
    <p:sldId id="309" r:id="rId43"/>
    <p:sldId id="302" r:id="rId44"/>
    <p:sldId id="310" r:id="rId45"/>
    <p:sldId id="343" r:id="rId46"/>
    <p:sldId id="303" r:id="rId47"/>
    <p:sldId id="312" r:id="rId48"/>
    <p:sldId id="316" r:id="rId49"/>
    <p:sldId id="311" r:id="rId50"/>
    <p:sldId id="313" r:id="rId51"/>
    <p:sldId id="317" r:id="rId52"/>
    <p:sldId id="304" r:id="rId53"/>
    <p:sldId id="318" r:id="rId54"/>
    <p:sldId id="344" r:id="rId55"/>
    <p:sldId id="305" r:id="rId56"/>
    <p:sldId id="319" r:id="rId57"/>
    <p:sldId id="320" r:id="rId58"/>
    <p:sldId id="324" r:id="rId59"/>
    <p:sldId id="338" r:id="rId60"/>
    <p:sldId id="325" r:id="rId61"/>
    <p:sldId id="321" r:id="rId62"/>
    <p:sldId id="326" r:id="rId63"/>
    <p:sldId id="345" r:id="rId64"/>
    <p:sldId id="328" r:id="rId65"/>
    <p:sldId id="322" r:id="rId66"/>
    <p:sldId id="341" r:id="rId67"/>
    <p:sldId id="323" r:id="rId68"/>
    <p:sldId id="331" r:id="rId69"/>
  </p:sldIdLst>
  <p:sldSz cx="9144000" cy="6858000" type="screen4x3"/>
  <p:notesSz cx="6858000" cy="91440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3C00"/>
    <a:srgbClr val="D66520"/>
    <a:srgbClr val="646464"/>
    <a:srgbClr val="FFFFFF"/>
    <a:srgbClr val="E81818"/>
    <a:srgbClr val="C0C0C0"/>
    <a:srgbClr val="CDCD75"/>
    <a:srgbClr val="FFFF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14" autoAdjust="0"/>
    <p:restoredTop sz="94660"/>
  </p:normalViewPr>
  <p:slideViewPr>
    <p:cSldViewPr>
      <p:cViewPr varScale="1">
        <p:scale>
          <a:sx n="74" d="100"/>
          <a:sy n="74" d="100"/>
        </p:scale>
        <p:origin x="-69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4DF0C9-8C7F-C10A-93A1-6A4A962EE50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113CDBB-1422-0241-DC7E-6CA499A977F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CFEBA0F3-09D4-4E02-4928-4C21D954D04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7ED166A-4869-9F4D-2EF9-140137EF8E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noProof="0"/>
              <a:t>Cliquez pour modifier les styles du texte du masque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  <a:p>
            <a:pPr lvl="4"/>
            <a:r>
              <a:rPr lang="fr-CA" noProof="0"/>
              <a:t>Cinquième niveau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4D070D2-7980-DF6F-460A-06B976AF5A0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D01BD571-0990-335D-669E-01E64C7FB6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56F1D5A-ECD6-4FDD-BC3A-D65A27332D9E}" type="slidenum">
              <a:rPr lang="fr-CA" altLang="fr-FR"/>
              <a:pPr/>
              <a:t>‹N°›</a:t>
            </a:fld>
            <a:endParaRPr lang="fr-CA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>
            <a:extLst>
              <a:ext uri="{FF2B5EF4-FFF2-40B4-BE49-F238E27FC236}">
                <a16:creationId xmlns:a16="http://schemas.microsoft.com/office/drawing/2014/main" id="{E9894764-46A7-8DF2-8808-443A0105BC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Espace réservé des commentaires 2">
            <a:extLst>
              <a:ext uri="{FF2B5EF4-FFF2-40B4-BE49-F238E27FC236}">
                <a16:creationId xmlns:a16="http://schemas.microsoft.com/office/drawing/2014/main" id="{510696E6-91C7-AF4C-59CF-8C4A7C2393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r-CA" altLang="fr-FR">
                <a:latin typeface="Arial" panose="020B0604020202020204" pitchFamily="34" charset="0"/>
              </a:rPr>
              <a:t>Donnez quelques données statisitique : 80% des emplois au cours des 10 prochaines années en FP</a:t>
            </a:r>
          </a:p>
        </p:txBody>
      </p:sp>
      <p:sp>
        <p:nvSpPr>
          <p:cNvPr id="69636" name="Espace réservé du numéro de diapositive 3">
            <a:extLst>
              <a:ext uri="{FF2B5EF4-FFF2-40B4-BE49-F238E27FC236}">
                <a16:creationId xmlns:a16="http://schemas.microsoft.com/office/drawing/2014/main" id="{5710F016-0D73-82CD-2C99-11931F33E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5EF73DCC-BFF6-47D1-9E91-C877B11A5E84}" type="slidenum">
              <a:rPr lang="fr-CA" altLang="fr-FR"/>
              <a:pPr eaLnBrk="1" hangingPunct="1"/>
              <a:t>1</a:t>
            </a:fld>
            <a:endParaRPr lang="fr-CA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>
            <a:extLst>
              <a:ext uri="{FF2B5EF4-FFF2-40B4-BE49-F238E27FC236}">
                <a16:creationId xmlns:a16="http://schemas.microsoft.com/office/drawing/2014/main" id="{616A89E7-C067-20BA-3E9B-3CF413C13C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Espace réservé des commentaires 2">
            <a:extLst>
              <a:ext uri="{FF2B5EF4-FFF2-40B4-BE49-F238E27FC236}">
                <a16:creationId xmlns:a16="http://schemas.microsoft.com/office/drawing/2014/main" id="{0DD25639-587F-70DC-ECBC-AE2BB766F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 altLang="fr-FR">
              <a:latin typeface="Arial" panose="020B0604020202020204" pitchFamily="34" charset="0"/>
            </a:endParaRPr>
          </a:p>
        </p:txBody>
      </p:sp>
      <p:sp>
        <p:nvSpPr>
          <p:cNvPr id="70660" name="Espace réservé du numéro de diapositive 3">
            <a:extLst>
              <a:ext uri="{FF2B5EF4-FFF2-40B4-BE49-F238E27FC236}">
                <a16:creationId xmlns:a16="http://schemas.microsoft.com/office/drawing/2014/main" id="{7AE09F4E-467B-9025-6B01-A3B035F0AB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ADB29CD-A96D-4DA5-B472-C47B13124232}" type="slidenum">
              <a:rPr lang="fr-CA" altLang="fr-FR"/>
              <a:pPr eaLnBrk="1" hangingPunct="1"/>
              <a:t>47</a:t>
            </a:fld>
            <a:endParaRPr lang="fr-CA" alt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>
            <a:extLst>
              <a:ext uri="{FF2B5EF4-FFF2-40B4-BE49-F238E27FC236}">
                <a16:creationId xmlns:a16="http://schemas.microsoft.com/office/drawing/2014/main" id="{FBE60FA7-B526-27FD-7F1B-49147F3AAC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Espace réservé des commentaires 2">
            <a:extLst>
              <a:ext uri="{FF2B5EF4-FFF2-40B4-BE49-F238E27FC236}">
                <a16:creationId xmlns:a16="http://schemas.microsoft.com/office/drawing/2014/main" id="{43444F39-00C5-9542-409F-FDBDE2A6B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fr-CA" altLang="fr-FR">
                <a:latin typeface="Arial" panose="020B0604020202020204" pitchFamily="34" charset="0"/>
              </a:rPr>
              <a:t>Le sodium est également un métal, mais il s’oxyde au contact de l’oxygène, donc il faut le conserver dans de le pétrole. Le sel que nous retrouvons sur nos tables a la formule chimique NaCl, car le chlore neutralise l’effet de l’oxygène sur le sodium.</a:t>
            </a:r>
          </a:p>
        </p:txBody>
      </p:sp>
      <p:sp>
        <p:nvSpPr>
          <p:cNvPr id="71684" name="Espace réservé du numéro de diapositive 3">
            <a:extLst>
              <a:ext uri="{FF2B5EF4-FFF2-40B4-BE49-F238E27FC236}">
                <a16:creationId xmlns:a16="http://schemas.microsoft.com/office/drawing/2014/main" id="{DB16E55D-EF35-2387-D724-DD54AC6676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2831A8D-0073-49F6-B893-BF643FC64764}" type="slidenum">
              <a:rPr lang="fr-CA" altLang="fr-FR"/>
              <a:pPr eaLnBrk="1" hangingPunct="1"/>
              <a:t>50</a:t>
            </a:fld>
            <a:endParaRPr lang="fr-CA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  <a:endParaRPr lang="fr-C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34DA7E-2A70-6221-2027-E77998020AB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A33CC9C-42C8-8F4E-0B4B-3E22624934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984E6D-EE2D-A77C-7240-0D84EA7A16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9E3226-3350-46B3-B2C4-E01E8CB0A447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15759851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7905DC-6A1A-B0B3-2AE1-864BC16C95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66F877-65C4-151C-1A6B-33A226E4BB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B37E57-8780-3E3C-5C89-EA71C520BC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5A045A-2964-47AD-917F-F54CFBFF5C54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9212338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5887E7-DF87-0F38-8E5F-946D58A77B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CDB5E85-A56B-A0CC-D909-C09A61351A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3214DB6-E790-7BB4-3F1C-BC7ADA3766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5AA4B8-97AA-43B0-B746-D7B4F65A2207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141560248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AA99FD-F686-1A24-9092-34CC6F2C6CB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ECBA3C-EC8B-9CB2-5F1E-9C769DC08D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D29149-456F-BAF2-A91F-6EEBBD7C46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4F0004-A907-4D77-9D59-44E6474DAFF6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5742184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37D7C22-3907-0BA2-FA7A-BE0042F42D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88E9049-B8DA-4592-CA8C-82E9FC7DD6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55662A3-AE72-C056-A666-E5B4ACDC25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AEDAC8-F6C7-4A17-8BA2-BBC4B78931A8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29189007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87A3A2B-FD9E-A58F-B680-BC3513B420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2199EBD-604E-2EF7-29E7-76976E69FC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FA153C4-56D0-D5CB-3877-DCD73AC2FF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D2A4E1-1CB1-4D81-83BC-487F22A1FED4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00385747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121A33D-0E53-2CA4-00E9-B076D26A8A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8714610-BDFD-64A1-BAF4-E1BD7CEF1D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C1B1C5A-4346-5821-FB65-EE959E5CB7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8329F9-911A-4FCA-B5EE-18B83489D48E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3454840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5DCCC2-51F9-D8DD-5168-AC0B7C8DA0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EAF01D-E82E-4EA9-7970-CE0B8B750A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8845E-FB37-232A-FA8F-CF7283CC7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82AB2B-F4E9-4A88-B3D2-A226EF1A93F2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421262021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6A1767-EF40-1392-293F-88C8A749BC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5C801F-5841-1A7D-0A35-E6A283EEAA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F17C46-339C-A4EA-DECE-BF18E331B0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DF5316-0E38-4A1E-93E1-35F0DCAA6DC0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50215668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4C7B7B-4C34-0661-41AC-310835DF6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63C785E-4C2A-C06E-8701-B190AA3AEA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CDF205-719D-DF3C-301A-C9A9C60921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0A9CA9-73EA-4010-B3A9-FF9450E2E053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134117976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F173434-2DEA-01FA-0616-7469AD6EE2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55FB112-4035-52B3-DAE3-6929BEB35A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ADA42A-6887-7097-CCD0-C32F610906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332CE9-C0F7-447F-969F-7DCD92401898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372247209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re. Contenu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E3CBE9-F6CE-BC57-0C7F-D9D8238A65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8A27EE-A252-31C0-51ED-000E437935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4D293E-074B-3723-CCF5-9D4FB1C97D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50E594-A78C-429A-A7D3-146BBBA64209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4151781531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9CCB5D-4473-F8F3-4779-856CCF0C17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8FC08A-7CAB-D3E9-7033-1C9B50C29C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427345-9512-925F-F861-38005A70E8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F789CA-5D60-4F64-A547-030C8537AFA6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215827004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F6063C-B06C-D6ED-AE55-86BE9393DD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CA" altLang="fr-FR"/>
              <a:t>Cliquez pour modifier le style du titre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A025178-FF33-71BD-0A1C-2176887B8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CA" altLang="fr-FR"/>
              <a:t>Cliquez pour modifier les styles du texte du masque</a:t>
            </a:r>
          </a:p>
          <a:p>
            <a:pPr lvl="1"/>
            <a:r>
              <a:rPr lang="fr-CA" altLang="fr-FR"/>
              <a:t>Deuxième niveau</a:t>
            </a:r>
          </a:p>
          <a:p>
            <a:pPr lvl="2"/>
            <a:r>
              <a:rPr lang="fr-CA" altLang="fr-FR"/>
              <a:t>Troisième niveau</a:t>
            </a:r>
          </a:p>
          <a:p>
            <a:pPr lvl="3"/>
            <a:r>
              <a:rPr lang="fr-CA" altLang="fr-FR"/>
              <a:t>Quatrième niveau</a:t>
            </a:r>
          </a:p>
          <a:p>
            <a:pPr lvl="4"/>
            <a:r>
              <a:rPr lang="fr-CA" altLang="fr-FR"/>
              <a:t>Cinquième niveau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A8EC0F3-044A-AC82-2863-5CF59235D86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1F3A9C2-4468-ACB5-A1A8-F438E74538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A9F551-2B11-6BCD-5B43-E1159C8C06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35B173-4197-41BA-A726-416962628523}" type="slidenum">
              <a:rPr lang="fr-CA" altLang="fr-FR"/>
              <a:pPr/>
              <a:t>‹N°›</a:t>
            </a:fld>
            <a:endParaRPr lang="fr-CA" altLang="fr-FR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erlin Sans FB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erlin Sans FB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erlin Sans FB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Berlin Sans FB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2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3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slide" Target="slide64.xml"/><Relationship Id="rId39" Type="http://schemas.openxmlformats.org/officeDocument/2006/relationships/slide" Target="slide58.xml"/><Relationship Id="rId21" Type="http://schemas.openxmlformats.org/officeDocument/2006/relationships/tags" Target="../tags/tag29.xml"/><Relationship Id="rId34" Type="http://schemas.openxmlformats.org/officeDocument/2006/relationships/slide" Target="slide61.xml"/><Relationship Id="rId42" Type="http://schemas.openxmlformats.org/officeDocument/2006/relationships/slide" Target="slide30.xml"/><Relationship Id="rId47" Type="http://schemas.openxmlformats.org/officeDocument/2006/relationships/image" Target="../media/image5.png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9" Type="http://schemas.openxmlformats.org/officeDocument/2006/relationships/slide" Target="slide52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slideLayout" Target="../slideLayouts/slideLayout7.xml"/><Relationship Id="rId32" Type="http://schemas.openxmlformats.org/officeDocument/2006/relationships/slide" Target="slide4.xml"/><Relationship Id="rId37" Type="http://schemas.openxmlformats.org/officeDocument/2006/relationships/slide" Target="slide54.xml"/><Relationship Id="rId40" Type="http://schemas.openxmlformats.org/officeDocument/2006/relationships/slide" Target="slide20.xml"/><Relationship Id="rId45" Type="http://schemas.openxmlformats.org/officeDocument/2006/relationships/slide" Target="slide2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slide" Target="slide25.xml"/><Relationship Id="rId36" Type="http://schemas.openxmlformats.org/officeDocument/2006/relationships/slide" Target="slide22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slide" Target="slide10.xml"/><Relationship Id="rId44" Type="http://schemas.openxmlformats.org/officeDocument/2006/relationships/slide" Target="slide4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slide" Target="slide8.xml"/><Relationship Id="rId30" Type="http://schemas.openxmlformats.org/officeDocument/2006/relationships/slide" Target="slide35.xml"/><Relationship Id="rId35" Type="http://schemas.openxmlformats.org/officeDocument/2006/relationships/slide" Target="slide17.xml"/><Relationship Id="rId43" Type="http://schemas.openxmlformats.org/officeDocument/2006/relationships/slide" Target="slide33.xml"/><Relationship Id="rId8" Type="http://schemas.openxmlformats.org/officeDocument/2006/relationships/tags" Target="../tags/tag16.xml"/><Relationship Id="rId3" Type="http://schemas.openxmlformats.org/officeDocument/2006/relationships/tags" Target="../tags/tag11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slide" Target="slide38.xml"/><Relationship Id="rId33" Type="http://schemas.openxmlformats.org/officeDocument/2006/relationships/slide" Target="slide6.xml"/><Relationship Id="rId38" Type="http://schemas.openxmlformats.org/officeDocument/2006/relationships/slide" Target="slide40.xml"/><Relationship Id="rId46" Type="http://schemas.openxmlformats.org/officeDocument/2006/relationships/image" Target="../media/image4.jpeg"/><Relationship Id="rId20" Type="http://schemas.openxmlformats.org/officeDocument/2006/relationships/tags" Target="../tags/tag28.xml"/><Relationship Id="rId41" Type="http://schemas.openxmlformats.org/officeDocument/2006/relationships/slide" Target="slide4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26" Type="http://schemas.openxmlformats.org/officeDocument/2006/relationships/tags" Target="../tags/tag55.xml"/><Relationship Id="rId39" Type="http://schemas.openxmlformats.org/officeDocument/2006/relationships/tags" Target="../tags/tag68.xml"/><Relationship Id="rId21" Type="http://schemas.openxmlformats.org/officeDocument/2006/relationships/tags" Target="../tags/tag50.xml"/><Relationship Id="rId34" Type="http://schemas.openxmlformats.org/officeDocument/2006/relationships/tags" Target="../tags/tag63.xml"/><Relationship Id="rId42" Type="http://schemas.openxmlformats.org/officeDocument/2006/relationships/slideLayout" Target="../slideLayouts/slideLayout2.xml"/><Relationship Id="rId7" Type="http://schemas.openxmlformats.org/officeDocument/2006/relationships/tags" Target="../tags/tag36.xml"/><Relationship Id="rId2" Type="http://schemas.openxmlformats.org/officeDocument/2006/relationships/audio" Target="../media/audio1.wav"/><Relationship Id="rId16" Type="http://schemas.openxmlformats.org/officeDocument/2006/relationships/tags" Target="../tags/tag45.xml"/><Relationship Id="rId20" Type="http://schemas.openxmlformats.org/officeDocument/2006/relationships/tags" Target="../tags/tag49.xml"/><Relationship Id="rId29" Type="http://schemas.openxmlformats.org/officeDocument/2006/relationships/tags" Target="../tags/tag58.xml"/><Relationship Id="rId41" Type="http://schemas.openxmlformats.org/officeDocument/2006/relationships/tags" Target="../tags/tag70.xml"/><Relationship Id="rId1" Type="http://schemas.openxmlformats.org/officeDocument/2006/relationships/tags" Target="../tags/tag32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32" Type="http://schemas.openxmlformats.org/officeDocument/2006/relationships/tags" Target="../tags/tag61.xml"/><Relationship Id="rId37" Type="http://schemas.openxmlformats.org/officeDocument/2006/relationships/tags" Target="../tags/tag66.xml"/><Relationship Id="rId40" Type="http://schemas.openxmlformats.org/officeDocument/2006/relationships/tags" Target="../tags/tag69.xml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28" Type="http://schemas.openxmlformats.org/officeDocument/2006/relationships/tags" Target="../tags/tag57.xml"/><Relationship Id="rId36" Type="http://schemas.openxmlformats.org/officeDocument/2006/relationships/tags" Target="../tags/tag65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31" Type="http://schemas.openxmlformats.org/officeDocument/2006/relationships/tags" Target="../tags/tag60.xml"/><Relationship Id="rId44" Type="http://schemas.openxmlformats.org/officeDocument/2006/relationships/slide" Target="slide5.xml"/><Relationship Id="rId4" Type="http://schemas.openxmlformats.org/officeDocument/2006/relationships/audio" Target="../media/audio2.wav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51.xml"/><Relationship Id="rId27" Type="http://schemas.openxmlformats.org/officeDocument/2006/relationships/tags" Target="../tags/tag56.xml"/><Relationship Id="rId30" Type="http://schemas.openxmlformats.org/officeDocument/2006/relationships/tags" Target="../tags/tag59.xml"/><Relationship Id="rId35" Type="http://schemas.openxmlformats.org/officeDocument/2006/relationships/tags" Target="../tags/tag64.xml"/><Relationship Id="rId43" Type="http://schemas.openxmlformats.org/officeDocument/2006/relationships/image" Target="../media/image6.png"/><Relationship Id="rId8" Type="http://schemas.openxmlformats.org/officeDocument/2006/relationships/tags" Target="../tags/tag37.xml"/><Relationship Id="rId3" Type="http://schemas.openxmlformats.org/officeDocument/2006/relationships/tags" Target="../tags/tag33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tags" Target="../tags/tag54.xml"/><Relationship Id="rId33" Type="http://schemas.openxmlformats.org/officeDocument/2006/relationships/tags" Target="../tags/tag62.xml"/><Relationship Id="rId38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73.xml"/><Relationship Id="rId7" Type="http://schemas.openxmlformats.org/officeDocument/2006/relationships/image" Target="../media/image7.jpeg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75.xml"/><Relationship Id="rId4" Type="http://schemas.openxmlformats.org/officeDocument/2006/relationships/tags" Target="../tags/tag74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tags" Target="../tags/tag99.xml"/><Relationship Id="rId39" Type="http://schemas.openxmlformats.org/officeDocument/2006/relationships/tags" Target="../tags/tag112.xml"/><Relationship Id="rId21" Type="http://schemas.openxmlformats.org/officeDocument/2006/relationships/tags" Target="../tags/tag94.xml"/><Relationship Id="rId34" Type="http://schemas.openxmlformats.org/officeDocument/2006/relationships/tags" Target="../tags/tag107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77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29" Type="http://schemas.openxmlformats.org/officeDocument/2006/relationships/tags" Target="../tags/tag102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76.xml"/><Relationship Id="rId6" Type="http://schemas.openxmlformats.org/officeDocument/2006/relationships/tags" Target="../tags/tag80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32" Type="http://schemas.openxmlformats.org/officeDocument/2006/relationships/tags" Target="../tags/tag105.xml"/><Relationship Id="rId37" Type="http://schemas.openxmlformats.org/officeDocument/2006/relationships/tags" Target="../tags/tag110.xml"/><Relationship Id="rId40" Type="http://schemas.openxmlformats.org/officeDocument/2006/relationships/tags" Target="../tags/tag113.xml"/><Relationship Id="rId5" Type="http://schemas.openxmlformats.org/officeDocument/2006/relationships/audio" Target="../media/audio1.wav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tags" Target="../tags/tag101.xml"/><Relationship Id="rId36" Type="http://schemas.openxmlformats.org/officeDocument/2006/relationships/tags" Target="../tags/tag109.xml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31" Type="http://schemas.openxmlformats.org/officeDocument/2006/relationships/tags" Target="../tags/tag104.xml"/><Relationship Id="rId4" Type="http://schemas.openxmlformats.org/officeDocument/2006/relationships/tags" Target="../tags/tag79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tags" Target="../tags/tag100.xml"/><Relationship Id="rId30" Type="http://schemas.openxmlformats.org/officeDocument/2006/relationships/tags" Target="../tags/tag103.xml"/><Relationship Id="rId35" Type="http://schemas.openxmlformats.org/officeDocument/2006/relationships/tags" Target="../tags/tag108.xml"/><Relationship Id="rId43" Type="http://schemas.openxmlformats.org/officeDocument/2006/relationships/slide" Target="slide7.xml"/><Relationship Id="rId8" Type="http://schemas.openxmlformats.org/officeDocument/2006/relationships/tags" Target="../tags/tag81.xml"/><Relationship Id="rId3" Type="http://schemas.openxmlformats.org/officeDocument/2006/relationships/tags" Target="../tags/tag78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33" Type="http://schemas.openxmlformats.org/officeDocument/2006/relationships/tags" Target="../tags/tag106.xml"/><Relationship Id="rId38" Type="http://schemas.openxmlformats.org/officeDocument/2006/relationships/tags" Target="../tags/tag1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slide" Target="slide3.xml"/><Relationship Id="rId2" Type="http://schemas.openxmlformats.org/officeDocument/2006/relationships/tags" Target="../tags/tag115.xml"/><Relationship Id="rId1" Type="http://schemas.openxmlformats.org/officeDocument/2006/relationships/tags" Target="../tags/tag114.xml"/><Relationship Id="rId6" Type="http://schemas.openxmlformats.org/officeDocument/2006/relationships/tags" Target="../tags/tag119.xml"/><Relationship Id="rId11" Type="http://schemas.openxmlformats.org/officeDocument/2006/relationships/image" Target="../media/image8.jpeg"/><Relationship Id="rId5" Type="http://schemas.openxmlformats.org/officeDocument/2006/relationships/tags" Target="../tags/tag11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17.xml"/><Relationship Id="rId9" Type="http://schemas.openxmlformats.org/officeDocument/2006/relationships/tags" Target="../tags/tag12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33.xml"/><Relationship Id="rId18" Type="http://schemas.openxmlformats.org/officeDocument/2006/relationships/tags" Target="../tags/tag138.xml"/><Relationship Id="rId26" Type="http://schemas.openxmlformats.org/officeDocument/2006/relationships/tags" Target="../tags/tag146.xml"/><Relationship Id="rId39" Type="http://schemas.openxmlformats.org/officeDocument/2006/relationships/tags" Target="../tags/tag159.xml"/><Relationship Id="rId21" Type="http://schemas.openxmlformats.org/officeDocument/2006/relationships/tags" Target="../tags/tag141.xml"/><Relationship Id="rId34" Type="http://schemas.openxmlformats.org/officeDocument/2006/relationships/tags" Target="../tags/tag154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124.xml"/><Relationship Id="rId16" Type="http://schemas.openxmlformats.org/officeDocument/2006/relationships/tags" Target="../tags/tag136.xml"/><Relationship Id="rId20" Type="http://schemas.openxmlformats.org/officeDocument/2006/relationships/tags" Target="../tags/tag140.xml"/><Relationship Id="rId29" Type="http://schemas.openxmlformats.org/officeDocument/2006/relationships/tags" Target="../tags/tag149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123.xml"/><Relationship Id="rId6" Type="http://schemas.openxmlformats.org/officeDocument/2006/relationships/tags" Target="../tags/tag127.xml"/><Relationship Id="rId11" Type="http://schemas.openxmlformats.org/officeDocument/2006/relationships/tags" Target="../tags/tag131.xml"/><Relationship Id="rId24" Type="http://schemas.openxmlformats.org/officeDocument/2006/relationships/tags" Target="../tags/tag144.xml"/><Relationship Id="rId32" Type="http://schemas.openxmlformats.org/officeDocument/2006/relationships/tags" Target="../tags/tag152.xml"/><Relationship Id="rId37" Type="http://schemas.openxmlformats.org/officeDocument/2006/relationships/tags" Target="../tags/tag157.xml"/><Relationship Id="rId40" Type="http://schemas.openxmlformats.org/officeDocument/2006/relationships/tags" Target="../tags/tag160.xml"/><Relationship Id="rId5" Type="http://schemas.openxmlformats.org/officeDocument/2006/relationships/audio" Target="../media/audio1.wav"/><Relationship Id="rId15" Type="http://schemas.openxmlformats.org/officeDocument/2006/relationships/tags" Target="../tags/tag135.xml"/><Relationship Id="rId23" Type="http://schemas.openxmlformats.org/officeDocument/2006/relationships/tags" Target="../tags/tag143.xml"/><Relationship Id="rId28" Type="http://schemas.openxmlformats.org/officeDocument/2006/relationships/tags" Target="../tags/tag148.xml"/><Relationship Id="rId36" Type="http://schemas.openxmlformats.org/officeDocument/2006/relationships/tags" Target="../tags/tag156.xml"/><Relationship Id="rId10" Type="http://schemas.openxmlformats.org/officeDocument/2006/relationships/tags" Target="../tags/tag130.xml"/><Relationship Id="rId19" Type="http://schemas.openxmlformats.org/officeDocument/2006/relationships/tags" Target="../tags/tag139.xml"/><Relationship Id="rId31" Type="http://schemas.openxmlformats.org/officeDocument/2006/relationships/tags" Target="../tags/tag151.xml"/><Relationship Id="rId4" Type="http://schemas.openxmlformats.org/officeDocument/2006/relationships/tags" Target="../tags/tag126.xml"/><Relationship Id="rId9" Type="http://schemas.openxmlformats.org/officeDocument/2006/relationships/tags" Target="../tags/tag129.xml"/><Relationship Id="rId14" Type="http://schemas.openxmlformats.org/officeDocument/2006/relationships/tags" Target="../tags/tag134.xml"/><Relationship Id="rId22" Type="http://schemas.openxmlformats.org/officeDocument/2006/relationships/tags" Target="../tags/tag142.xml"/><Relationship Id="rId27" Type="http://schemas.openxmlformats.org/officeDocument/2006/relationships/tags" Target="../tags/tag147.xml"/><Relationship Id="rId30" Type="http://schemas.openxmlformats.org/officeDocument/2006/relationships/tags" Target="../tags/tag150.xml"/><Relationship Id="rId35" Type="http://schemas.openxmlformats.org/officeDocument/2006/relationships/tags" Target="../tags/tag155.xml"/><Relationship Id="rId43" Type="http://schemas.openxmlformats.org/officeDocument/2006/relationships/slide" Target="slide9.xml"/><Relationship Id="rId8" Type="http://schemas.openxmlformats.org/officeDocument/2006/relationships/tags" Target="../tags/tag128.xml"/><Relationship Id="rId3" Type="http://schemas.openxmlformats.org/officeDocument/2006/relationships/tags" Target="../tags/tag125.xml"/><Relationship Id="rId12" Type="http://schemas.openxmlformats.org/officeDocument/2006/relationships/tags" Target="../tags/tag132.xml"/><Relationship Id="rId17" Type="http://schemas.openxmlformats.org/officeDocument/2006/relationships/tags" Target="../tags/tag137.xml"/><Relationship Id="rId25" Type="http://schemas.openxmlformats.org/officeDocument/2006/relationships/tags" Target="../tags/tag145.xml"/><Relationship Id="rId33" Type="http://schemas.openxmlformats.org/officeDocument/2006/relationships/tags" Target="../tags/tag153.xml"/><Relationship Id="rId38" Type="http://schemas.openxmlformats.org/officeDocument/2006/relationships/tags" Target="../tags/tag15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163.xml"/><Relationship Id="rId7" Type="http://schemas.openxmlformats.org/officeDocument/2006/relationships/image" Target="../media/image9.jpeg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5.xml"/><Relationship Id="rId4" Type="http://schemas.openxmlformats.org/officeDocument/2006/relationships/tags" Target="../tags/tag164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76.xml"/><Relationship Id="rId18" Type="http://schemas.openxmlformats.org/officeDocument/2006/relationships/tags" Target="../tags/tag181.xml"/><Relationship Id="rId26" Type="http://schemas.openxmlformats.org/officeDocument/2006/relationships/tags" Target="../tags/tag189.xml"/><Relationship Id="rId39" Type="http://schemas.openxmlformats.org/officeDocument/2006/relationships/tags" Target="../tags/tag202.xml"/><Relationship Id="rId21" Type="http://schemas.openxmlformats.org/officeDocument/2006/relationships/tags" Target="../tags/tag184.xml"/><Relationship Id="rId34" Type="http://schemas.openxmlformats.org/officeDocument/2006/relationships/tags" Target="../tags/tag197.xml"/><Relationship Id="rId42" Type="http://schemas.openxmlformats.org/officeDocument/2006/relationships/tags" Target="../tags/tag205.xml"/><Relationship Id="rId47" Type="http://schemas.openxmlformats.org/officeDocument/2006/relationships/image" Target="http://www.feuverre.com/gallery/verre-art-table-5.jpg" TargetMode="External"/><Relationship Id="rId50" Type="http://schemas.openxmlformats.org/officeDocument/2006/relationships/image" Target="../media/image15.jpeg"/><Relationship Id="rId7" Type="http://schemas.openxmlformats.org/officeDocument/2006/relationships/audio" Target="../media/audio1.wav"/><Relationship Id="rId2" Type="http://schemas.openxmlformats.org/officeDocument/2006/relationships/tags" Target="../tags/tag167.xml"/><Relationship Id="rId16" Type="http://schemas.openxmlformats.org/officeDocument/2006/relationships/tags" Target="../tags/tag179.xml"/><Relationship Id="rId29" Type="http://schemas.openxmlformats.org/officeDocument/2006/relationships/tags" Target="../tags/tag192.xml"/><Relationship Id="rId11" Type="http://schemas.openxmlformats.org/officeDocument/2006/relationships/tags" Target="../tags/tag174.xml"/><Relationship Id="rId24" Type="http://schemas.openxmlformats.org/officeDocument/2006/relationships/tags" Target="../tags/tag187.xml"/><Relationship Id="rId32" Type="http://schemas.openxmlformats.org/officeDocument/2006/relationships/tags" Target="../tags/tag195.xml"/><Relationship Id="rId37" Type="http://schemas.openxmlformats.org/officeDocument/2006/relationships/tags" Target="../tags/tag200.xml"/><Relationship Id="rId40" Type="http://schemas.openxmlformats.org/officeDocument/2006/relationships/tags" Target="../tags/tag203.xml"/><Relationship Id="rId45" Type="http://schemas.openxmlformats.org/officeDocument/2006/relationships/image" Target="../media/image11.jpeg"/><Relationship Id="rId5" Type="http://schemas.openxmlformats.org/officeDocument/2006/relationships/tags" Target="../tags/tag170.xml"/><Relationship Id="rId15" Type="http://schemas.openxmlformats.org/officeDocument/2006/relationships/tags" Target="../tags/tag178.xml"/><Relationship Id="rId23" Type="http://schemas.openxmlformats.org/officeDocument/2006/relationships/tags" Target="../tags/tag186.xml"/><Relationship Id="rId28" Type="http://schemas.openxmlformats.org/officeDocument/2006/relationships/tags" Target="../tags/tag191.xml"/><Relationship Id="rId36" Type="http://schemas.openxmlformats.org/officeDocument/2006/relationships/tags" Target="../tags/tag199.xml"/><Relationship Id="rId49" Type="http://schemas.openxmlformats.org/officeDocument/2006/relationships/image" Target="../media/image14.jpeg"/><Relationship Id="rId10" Type="http://schemas.openxmlformats.org/officeDocument/2006/relationships/tags" Target="../tags/tag173.xml"/><Relationship Id="rId19" Type="http://schemas.openxmlformats.org/officeDocument/2006/relationships/tags" Target="../tags/tag182.xml"/><Relationship Id="rId31" Type="http://schemas.openxmlformats.org/officeDocument/2006/relationships/tags" Target="../tags/tag194.xml"/><Relationship Id="rId44" Type="http://schemas.openxmlformats.org/officeDocument/2006/relationships/image" Target="../media/image10.jpeg"/><Relationship Id="rId52" Type="http://schemas.openxmlformats.org/officeDocument/2006/relationships/slide" Target="slide11.xml"/><Relationship Id="rId4" Type="http://schemas.openxmlformats.org/officeDocument/2006/relationships/tags" Target="../tags/tag169.xml"/><Relationship Id="rId9" Type="http://schemas.openxmlformats.org/officeDocument/2006/relationships/audio" Target="../media/audio2.wav"/><Relationship Id="rId14" Type="http://schemas.openxmlformats.org/officeDocument/2006/relationships/tags" Target="../tags/tag177.xml"/><Relationship Id="rId22" Type="http://schemas.openxmlformats.org/officeDocument/2006/relationships/tags" Target="../tags/tag185.xml"/><Relationship Id="rId27" Type="http://schemas.openxmlformats.org/officeDocument/2006/relationships/tags" Target="../tags/tag190.xml"/><Relationship Id="rId30" Type="http://schemas.openxmlformats.org/officeDocument/2006/relationships/tags" Target="../tags/tag193.xml"/><Relationship Id="rId35" Type="http://schemas.openxmlformats.org/officeDocument/2006/relationships/tags" Target="../tags/tag198.xml"/><Relationship Id="rId43" Type="http://schemas.openxmlformats.org/officeDocument/2006/relationships/slideLayout" Target="../slideLayouts/slideLayout2.xml"/><Relationship Id="rId48" Type="http://schemas.openxmlformats.org/officeDocument/2006/relationships/image" Target="../media/image13.jpeg"/><Relationship Id="rId8" Type="http://schemas.openxmlformats.org/officeDocument/2006/relationships/tags" Target="../tags/tag172.xml"/><Relationship Id="rId51" Type="http://schemas.openxmlformats.org/officeDocument/2006/relationships/image" Target="../media/image6.png"/><Relationship Id="rId3" Type="http://schemas.openxmlformats.org/officeDocument/2006/relationships/tags" Target="../tags/tag168.xml"/><Relationship Id="rId12" Type="http://schemas.openxmlformats.org/officeDocument/2006/relationships/tags" Target="../tags/tag175.xml"/><Relationship Id="rId17" Type="http://schemas.openxmlformats.org/officeDocument/2006/relationships/tags" Target="../tags/tag180.xml"/><Relationship Id="rId25" Type="http://schemas.openxmlformats.org/officeDocument/2006/relationships/tags" Target="../tags/tag188.xml"/><Relationship Id="rId33" Type="http://schemas.openxmlformats.org/officeDocument/2006/relationships/tags" Target="../tags/tag196.xml"/><Relationship Id="rId38" Type="http://schemas.openxmlformats.org/officeDocument/2006/relationships/tags" Target="../tags/tag201.xml"/><Relationship Id="rId46" Type="http://schemas.openxmlformats.org/officeDocument/2006/relationships/image" Target="../media/image12.jpeg"/><Relationship Id="rId20" Type="http://schemas.openxmlformats.org/officeDocument/2006/relationships/tags" Target="../tags/tag183.xml"/><Relationship Id="rId41" Type="http://schemas.openxmlformats.org/officeDocument/2006/relationships/tags" Target="../tags/tag204.xml"/><Relationship Id="rId1" Type="http://schemas.openxmlformats.org/officeDocument/2006/relationships/tags" Target="../tags/tag166.xml"/><Relationship Id="rId6" Type="http://schemas.openxmlformats.org/officeDocument/2006/relationships/tags" Target="../tags/tag17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13" Type="http://schemas.openxmlformats.org/officeDocument/2006/relationships/slide" Target="slide12.xml"/><Relationship Id="rId18" Type="http://schemas.openxmlformats.org/officeDocument/2006/relationships/slide" Target="slide16.xml"/><Relationship Id="rId3" Type="http://schemas.openxmlformats.org/officeDocument/2006/relationships/tags" Target="../tags/tag208.xml"/><Relationship Id="rId21" Type="http://schemas.openxmlformats.org/officeDocument/2006/relationships/image" Target="../media/image17.jpeg"/><Relationship Id="rId7" Type="http://schemas.openxmlformats.org/officeDocument/2006/relationships/tags" Target="../tags/tag212.xml"/><Relationship Id="rId12" Type="http://schemas.openxmlformats.org/officeDocument/2006/relationships/image" Target="../media/image10.jpeg"/><Relationship Id="rId17" Type="http://schemas.openxmlformats.org/officeDocument/2006/relationships/image" Target="http://www.feuverre.com/gallery/verre-art-table-5.jpg" TargetMode="External"/><Relationship Id="rId2" Type="http://schemas.openxmlformats.org/officeDocument/2006/relationships/tags" Target="../tags/tag207.xml"/><Relationship Id="rId16" Type="http://schemas.openxmlformats.org/officeDocument/2006/relationships/image" Target="../media/image16.jpeg"/><Relationship Id="rId20" Type="http://schemas.openxmlformats.org/officeDocument/2006/relationships/slide" Target="slide13.xml"/><Relationship Id="rId1" Type="http://schemas.openxmlformats.org/officeDocument/2006/relationships/tags" Target="../tags/tag206.xml"/><Relationship Id="rId6" Type="http://schemas.openxmlformats.org/officeDocument/2006/relationships/tags" Target="../tags/tag211.xml"/><Relationship Id="rId11" Type="http://schemas.openxmlformats.org/officeDocument/2006/relationships/slideLayout" Target="../slideLayouts/slideLayout2.xml"/><Relationship Id="rId24" Type="http://schemas.openxmlformats.org/officeDocument/2006/relationships/slide" Target="slide3.xml"/><Relationship Id="rId5" Type="http://schemas.openxmlformats.org/officeDocument/2006/relationships/tags" Target="../tags/tag210.xml"/><Relationship Id="rId15" Type="http://schemas.openxmlformats.org/officeDocument/2006/relationships/slide" Target="slide15.xml"/><Relationship Id="rId23" Type="http://schemas.openxmlformats.org/officeDocument/2006/relationships/image" Target="../media/image18.jpeg"/><Relationship Id="rId10" Type="http://schemas.openxmlformats.org/officeDocument/2006/relationships/tags" Target="../tags/tag215.xml"/><Relationship Id="rId19" Type="http://schemas.openxmlformats.org/officeDocument/2006/relationships/image" Target="../media/image13.jpeg"/><Relationship Id="rId4" Type="http://schemas.openxmlformats.org/officeDocument/2006/relationships/tags" Target="../tags/tag209.xml"/><Relationship Id="rId9" Type="http://schemas.openxmlformats.org/officeDocument/2006/relationships/tags" Target="../tags/tag214.xml"/><Relationship Id="rId14" Type="http://schemas.openxmlformats.org/officeDocument/2006/relationships/image" Target="../media/image11.jpeg"/><Relationship Id="rId22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23.xml"/><Relationship Id="rId3" Type="http://schemas.openxmlformats.org/officeDocument/2006/relationships/tags" Target="../tags/tag218.xml"/><Relationship Id="rId7" Type="http://schemas.openxmlformats.org/officeDocument/2006/relationships/tags" Target="../tags/tag222.xml"/><Relationship Id="rId12" Type="http://schemas.openxmlformats.org/officeDocument/2006/relationships/slide" Target="slide11.xml"/><Relationship Id="rId2" Type="http://schemas.openxmlformats.org/officeDocument/2006/relationships/tags" Target="../tags/tag217.xml"/><Relationship Id="rId1" Type="http://schemas.openxmlformats.org/officeDocument/2006/relationships/tags" Target="../tags/tag216.xml"/><Relationship Id="rId6" Type="http://schemas.openxmlformats.org/officeDocument/2006/relationships/tags" Target="../tags/tag221.xml"/><Relationship Id="rId11" Type="http://schemas.openxmlformats.org/officeDocument/2006/relationships/image" Target="../media/image19.jpeg"/><Relationship Id="rId5" Type="http://schemas.openxmlformats.org/officeDocument/2006/relationships/tags" Target="../tags/tag220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19.xml"/><Relationship Id="rId9" Type="http://schemas.openxmlformats.org/officeDocument/2006/relationships/tags" Target="../tags/tag22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3" Type="http://schemas.openxmlformats.org/officeDocument/2006/relationships/tags" Target="../tags/tag227.xml"/><Relationship Id="rId7" Type="http://schemas.openxmlformats.org/officeDocument/2006/relationships/tags" Target="../tags/tag231.xml"/><Relationship Id="rId12" Type="http://schemas.openxmlformats.org/officeDocument/2006/relationships/slide" Target="slide11.xml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11" Type="http://schemas.openxmlformats.org/officeDocument/2006/relationships/image" Target="../media/image20.jpeg"/><Relationship Id="rId5" Type="http://schemas.openxmlformats.org/officeDocument/2006/relationships/tags" Target="../tags/tag229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28.xml"/><Relationship Id="rId9" Type="http://schemas.openxmlformats.org/officeDocument/2006/relationships/tags" Target="../tags/tag23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slide" Target="slide11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image" Target="../media/image21.jpeg"/><Relationship Id="rId5" Type="http://schemas.openxmlformats.org/officeDocument/2006/relationships/tags" Target="../tags/tag238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7.xml"/><Relationship Id="rId9" Type="http://schemas.openxmlformats.org/officeDocument/2006/relationships/tags" Target="../tags/tag24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50.xml"/><Relationship Id="rId3" Type="http://schemas.openxmlformats.org/officeDocument/2006/relationships/tags" Target="../tags/tag245.xml"/><Relationship Id="rId7" Type="http://schemas.openxmlformats.org/officeDocument/2006/relationships/tags" Target="../tags/tag249.xml"/><Relationship Id="rId12" Type="http://schemas.openxmlformats.org/officeDocument/2006/relationships/slide" Target="slide11.xml"/><Relationship Id="rId2" Type="http://schemas.openxmlformats.org/officeDocument/2006/relationships/tags" Target="../tags/tag244.xml"/><Relationship Id="rId1" Type="http://schemas.openxmlformats.org/officeDocument/2006/relationships/tags" Target="../tags/tag243.xml"/><Relationship Id="rId6" Type="http://schemas.openxmlformats.org/officeDocument/2006/relationships/tags" Target="../tags/tag248.xml"/><Relationship Id="rId11" Type="http://schemas.openxmlformats.org/officeDocument/2006/relationships/image" Target="../media/image22.jpeg"/><Relationship Id="rId5" Type="http://schemas.openxmlformats.org/officeDocument/2006/relationships/tags" Target="../tags/tag247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46.xml"/><Relationship Id="rId9" Type="http://schemas.openxmlformats.org/officeDocument/2006/relationships/tags" Target="../tags/tag25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259.xml"/><Relationship Id="rId3" Type="http://schemas.openxmlformats.org/officeDocument/2006/relationships/tags" Target="../tags/tag254.xml"/><Relationship Id="rId7" Type="http://schemas.openxmlformats.org/officeDocument/2006/relationships/tags" Target="../tags/tag258.xml"/><Relationship Id="rId12" Type="http://schemas.openxmlformats.org/officeDocument/2006/relationships/slide" Target="slide11.xml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6" Type="http://schemas.openxmlformats.org/officeDocument/2006/relationships/tags" Target="../tags/tag257.xml"/><Relationship Id="rId11" Type="http://schemas.openxmlformats.org/officeDocument/2006/relationships/image" Target="../media/image23.jpeg"/><Relationship Id="rId5" Type="http://schemas.openxmlformats.org/officeDocument/2006/relationships/tags" Target="../tags/tag25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55.xml"/><Relationship Id="rId9" Type="http://schemas.openxmlformats.org/officeDocument/2006/relationships/tags" Target="../tags/tag260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tags" Target="../tags/tag271.xml"/><Relationship Id="rId18" Type="http://schemas.openxmlformats.org/officeDocument/2006/relationships/tags" Target="../tags/tag276.xml"/><Relationship Id="rId26" Type="http://schemas.openxmlformats.org/officeDocument/2006/relationships/tags" Target="../tags/tag284.xml"/><Relationship Id="rId39" Type="http://schemas.openxmlformats.org/officeDocument/2006/relationships/tags" Target="../tags/tag297.xml"/><Relationship Id="rId21" Type="http://schemas.openxmlformats.org/officeDocument/2006/relationships/tags" Target="../tags/tag279.xml"/><Relationship Id="rId34" Type="http://schemas.openxmlformats.org/officeDocument/2006/relationships/tags" Target="../tags/tag292.xml"/><Relationship Id="rId42" Type="http://schemas.openxmlformats.org/officeDocument/2006/relationships/slide" Target="slide18.xml"/><Relationship Id="rId7" Type="http://schemas.openxmlformats.org/officeDocument/2006/relationships/tags" Target="../tags/tag265.xml"/><Relationship Id="rId2" Type="http://schemas.openxmlformats.org/officeDocument/2006/relationships/tags" Target="../tags/tag261.xml"/><Relationship Id="rId16" Type="http://schemas.openxmlformats.org/officeDocument/2006/relationships/tags" Target="../tags/tag274.xml"/><Relationship Id="rId20" Type="http://schemas.openxmlformats.org/officeDocument/2006/relationships/tags" Target="../tags/tag278.xml"/><Relationship Id="rId29" Type="http://schemas.openxmlformats.org/officeDocument/2006/relationships/tags" Target="../tags/tag287.xml"/><Relationship Id="rId41" Type="http://schemas.openxmlformats.org/officeDocument/2006/relationships/image" Target="../media/image6.png"/><Relationship Id="rId1" Type="http://schemas.openxmlformats.org/officeDocument/2006/relationships/audio" Target="../media/audio1.wav"/><Relationship Id="rId6" Type="http://schemas.openxmlformats.org/officeDocument/2006/relationships/tags" Target="../tags/tag264.xml"/><Relationship Id="rId11" Type="http://schemas.openxmlformats.org/officeDocument/2006/relationships/tags" Target="../tags/tag269.xml"/><Relationship Id="rId24" Type="http://schemas.openxmlformats.org/officeDocument/2006/relationships/tags" Target="../tags/tag282.xml"/><Relationship Id="rId32" Type="http://schemas.openxmlformats.org/officeDocument/2006/relationships/tags" Target="../tags/tag290.xml"/><Relationship Id="rId37" Type="http://schemas.openxmlformats.org/officeDocument/2006/relationships/tags" Target="../tags/tag295.xml"/><Relationship Id="rId40" Type="http://schemas.openxmlformats.org/officeDocument/2006/relationships/slideLayout" Target="../slideLayouts/slideLayout2.xml"/><Relationship Id="rId5" Type="http://schemas.openxmlformats.org/officeDocument/2006/relationships/tags" Target="../tags/tag263.xml"/><Relationship Id="rId15" Type="http://schemas.openxmlformats.org/officeDocument/2006/relationships/tags" Target="../tags/tag273.xml"/><Relationship Id="rId23" Type="http://schemas.openxmlformats.org/officeDocument/2006/relationships/tags" Target="../tags/tag281.xml"/><Relationship Id="rId28" Type="http://schemas.openxmlformats.org/officeDocument/2006/relationships/tags" Target="../tags/tag286.xml"/><Relationship Id="rId36" Type="http://schemas.openxmlformats.org/officeDocument/2006/relationships/tags" Target="../tags/tag294.xml"/><Relationship Id="rId10" Type="http://schemas.openxmlformats.org/officeDocument/2006/relationships/tags" Target="../tags/tag268.xml"/><Relationship Id="rId19" Type="http://schemas.openxmlformats.org/officeDocument/2006/relationships/tags" Target="../tags/tag277.xml"/><Relationship Id="rId31" Type="http://schemas.openxmlformats.org/officeDocument/2006/relationships/tags" Target="../tags/tag289.xml"/><Relationship Id="rId4" Type="http://schemas.openxmlformats.org/officeDocument/2006/relationships/tags" Target="../tags/tag262.xml"/><Relationship Id="rId9" Type="http://schemas.openxmlformats.org/officeDocument/2006/relationships/tags" Target="../tags/tag267.xml"/><Relationship Id="rId14" Type="http://schemas.openxmlformats.org/officeDocument/2006/relationships/tags" Target="../tags/tag272.xml"/><Relationship Id="rId22" Type="http://schemas.openxmlformats.org/officeDocument/2006/relationships/tags" Target="../tags/tag280.xml"/><Relationship Id="rId27" Type="http://schemas.openxmlformats.org/officeDocument/2006/relationships/tags" Target="../tags/tag285.xml"/><Relationship Id="rId30" Type="http://schemas.openxmlformats.org/officeDocument/2006/relationships/tags" Target="../tags/tag288.xml"/><Relationship Id="rId35" Type="http://schemas.openxmlformats.org/officeDocument/2006/relationships/tags" Target="../tags/tag293.xml"/><Relationship Id="rId8" Type="http://schemas.openxmlformats.org/officeDocument/2006/relationships/tags" Target="../tags/tag266.xml"/><Relationship Id="rId3" Type="http://schemas.openxmlformats.org/officeDocument/2006/relationships/audio" Target="../media/audio2.wav"/><Relationship Id="rId12" Type="http://schemas.openxmlformats.org/officeDocument/2006/relationships/tags" Target="../tags/tag270.xml"/><Relationship Id="rId17" Type="http://schemas.openxmlformats.org/officeDocument/2006/relationships/tags" Target="../tags/tag275.xml"/><Relationship Id="rId25" Type="http://schemas.openxmlformats.org/officeDocument/2006/relationships/tags" Target="../tags/tag283.xml"/><Relationship Id="rId33" Type="http://schemas.openxmlformats.org/officeDocument/2006/relationships/tags" Target="../tags/tag291.xml"/><Relationship Id="rId38" Type="http://schemas.openxmlformats.org/officeDocument/2006/relationships/tags" Target="../tags/tag296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05.xml"/><Relationship Id="rId3" Type="http://schemas.openxmlformats.org/officeDocument/2006/relationships/tags" Target="../tags/tag300.xml"/><Relationship Id="rId7" Type="http://schemas.openxmlformats.org/officeDocument/2006/relationships/tags" Target="../tags/tag304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tags" Target="../tags/tag303.xml"/><Relationship Id="rId11" Type="http://schemas.openxmlformats.org/officeDocument/2006/relationships/image" Target="../media/image24.jpeg"/><Relationship Id="rId5" Type="http://schemas.openxmlformats.org/officeDocument/2006/relationships/tags" Target="../tags/tag302.xml"/><Relationship Id="rId10" Type="http://schemas.openxmlformats.org/officeDocument/2006/relationships/slide" Target="slide19.xml"/><Relationship Id="rId4" Type="http://schemas.openxmlformats.org/officeDocument/2006/relationships/tags" Target="../tags/tag301.xml"/><Relationship Id="rId9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308.xml"/><Relationship Id="rId7" Type="http://schemas.openxmlformats.org/officeDocument/2006/relationships/slide" Target="slide3.xml"/><Relationship Id="rId2" Type="http://schemas.openxmlformats.org/officeDocument/2006/relationships/tags" Target="../tags/tag307.xml"/><Relationship Id="rId1" Type="http://schemas.openxmlformats.org/officeDocument/2006/relationships/tags" Target="../tags/tag30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0.xml"/><Relationship Id="rId4" Type="http://schemas.openxmlformats.org/officeDocument/2006/relationships/tags" Target="../tags/tag309.xml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tags" Target="../tags/tag321.xml"/><Relationship Id="rId18" Type="http://schemas.openxmlformats.org/officeDocument/2006/relationships/tags" Target="../tags/tag326.xml"/><Relationship Id="rId26" Type="http://schemas.openxmlformats.org/officeDocument/2006/relationships/tags" Target="../tags/tag334.xml"/><Relationship Id="rId39" Type="http://schemas.openxmlformats.org/officeDocument/2006/relationships/tags" Target="../tags/tag347.xml"/><Relationship Id="rId21" Type="http://schemas.openxmlformats.org/officeDocument/2006/relationships/tags" Target="../tags/tag329.xml"/><Relationship Id="rId34" Type="http://schemas.openxmlformats.org/officeDocument/2006/relationships/tags" Target="../tags/tag342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312.xml"/><Relationship Id="rId16" Type="http://schemas.openxmlformats.org/officeDocument/2006/relationships/tags" Target="../tags/tag324.xml"/><Relationship Id="rId20" Type="http://schemas.openxmlformats.org/officeDocument/2006/relationships/tags" Target="../tags/tag328.xml"/><Relationship Id="rId29" Type="http://schemas.openxmlformats.org/officeDocument/2006/relationships/tags" Target="../tags/tag33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311.xml"/><Relationship Id="rId6" Type="http://schemas.openxmlformats.org/officeDocument/2006/relationships/tags" Target="../tags/tag315.xml"/><Relationship Id="rId11" Type="http://schemas.openxmlformats.org/officeDocument/2006/relationships/tags" Target="../tags/tag319.xml"/><Relationship Id="rId24" Type="http://schemas.openxmlformats.org/officeDocument/2006/relationships/tags" Target="../tags/tag332.xml"/><Relationship Id="rId32" Type="http://schemas.openxmlformats.org/officeDocument/2006/relationships/tags" Target="../tags/tag340.xml"/><Relationship Id="rId37" Type="http://schemas.openxmlformats.org/officeDocument/2006/relationships/tags" Target="../tags/tag345.xml"/><Relationship Id="rId40" Type="http://schemas.openxmlformats.org/officeDocument/2006/relationships/tags" Target="../tags/tag348.xml"/><Relationship Id="rId5" Type="http://schemas.openxmlformats.org/officeDocument/2006/relationships/audio" Target="../media/audio1.wav"/><Relationship Id="rId15" Type="http://schemas.openxmlformats.org/officeDocument/2006/relationships/tags" Target="../tags/tag323.xml"/><Relationship Id="rId23" Type="http://schemas.openxmlformats.org/officeDocument/2006/relationships/tags" Target="../tags/tag331.xml"/><Relationship Id="rId28" Type="http://schemas.openxmlformats.org/officeDocument/2006/relationships/tags" Target="../tags/tag336.xml"/><Relationship Id="rId36" Type="http://schemas.openxmlformats.org/officeDocument/2006/relationships/tags" Target="../tags/tag344.xml"/><Relationship Id="rId10" Type="http://schemas.openxmlformats.org/officeDocument/2006/relationships/tags" Target="../tags/tag318.xml"/><Relationship Id="rId19" Type="http://schemas.openxmlformats.org/officeDocument/2006/relationships/tags" Target="../tags/tag327.xml"/><Relationship Id="rId31" Type="http://schemas.openxmlformats.org/officeDocument/2006/relationships/tags" Target="../tags/tag339.xml"/><Relationship Id="rId4" Type="http://schemas.openxmlformats.org/officeDocument/2006/relationships/tags" Target="../tags/tag314.xml"/><Relationship Id="rId9" Type="http://schemas.openxmlformats.org/officeDocument/2006/relationships/tags" Target="../tags/tag317.xml"/><Relationship Id="rId14" Type="http://schemas.openxmlformats.org/officeDocument/2006/relationships/tags" Target="../tags/tag322.xml"/><Relationship Id="rId22" Type="http://schemas.openxmlformats.org/officeDocument/2006/relationships/tags" Target="../tags/tag330.xml"/><Relationship Id="rId27" Type="http://schemas.openxmlformats.org/officeDocument/2006/relationships/tags" Target="../tags/tag335.xml"/><Relationship Id="rId30" Type="http://schemas.openxmlformats.org/officeDocument/2006/relationships/tags" Target="../tags/tag338.xml"/><Relationship Id="rId35" Type="http://schemas.openxmlformats.org/officeDocument/2006/relationships/tags" Target="../tags/tag343.xml"/><Relationship Id="rId43" Type="http://schemas.openxmlformats.org/officeDocument/2006/relationships/slide" Target="slide21.xml"/><Relationship Id="rId8" Type="http://schemas.openxmlformats.org/officeDocument/2006/relationships/tags" Target="../tags/tag316.xml"/><Relationship Id="rId3" Type="http://schemas.openxmlformats.org/officeDocument/2006/relationships/tags" Target="../tags/tag313.xml"/><Relationship Id="rId12" Type="http://schemas.openxmlformats.org/officeDocument/2006/relationships/tags" Target="../tags/tag320.xml"/><Relationship Id="rId17" Type="http://schemas.openxmlformats.org/officeDocument/2006/relationships/tags" Target="../tags/tag325.xml"/><Relationship Id="rId25" Type="http://schemas.openxmlformats.org/officeDocument/2006/relationships/tags" Target="../tags/tag333.xml"/><Relationship Id="rId33" Type="http://schemas.openxmlformats.org/officeDocument/2006/relationships/tags" Target="../tags/tag341.xml"/><Relationship Id="rId38" Type="http://schemas.openxmlformats.org/officeDocument/2006/relationships/tags" Target="../tags/tag346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351.xml"/><Relationship Id="rId7" Type="http://schemas.openxmlformats.org/officeDocument/2006/relationships/image" Target="../media/image25.jpeg"/><Relationship Id="rId2" Type="http://schemas.openxmlformats.org/officeDocument/2006/relationships/tags" Target="../tags/tag350.xml"/><Relationship Id="rId1" Type="http://schemas.openxmlformats.org/officeDocument/2006/relationships/tags" Target="../tags/tag34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53.xml"/><Relationship Id="rId4" Type="http://schemas.openxmlformats.org/officeDocument/2006/relationships/tags" Target="../tags/tag352.xml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tags" Target="../tags/tag364.xml"/><Relationship Id="rId18" Type="http://schemas.openxmlformats.org/officeDocument/2006/relationships/tags" Target="../tags/tag369.xml"/><Relationship Id="rId26" Type="http://schemas.openxmlformats.org/officeDocument/2006/relationships/tags" Target="../tags/tag377.xml"/><Relationship Id="rId39" Type="http://schemas.openxmlformats.org/officeDocument/2006/relationships/tags" Target="../tags/tag390.xml"/><Relationship Id="rId21" Type="http://schemas.openxmlformats.org/officeDocument/2006/relationships/tags" Target="../tags/tag372.xml"/><Relationship Id="rId34" Type="http://schemas.openxmlformats.org/officeDocument/2006/relationships/tags" Target="../tags/tag385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355.xml"/><Relationship Id="rId16" Type="http://schemas.openxmlformats.org/officeDocument/2006/relationships/tags" Target="../tags/tag367.xml"/><Relationship Id="rId20" Type="http://schemas.openxmlformats.org/officeDocument/2006/relationships/tags" Target="../tags/tag371.xml"/><Relationship Id="rId29" Type="http://schemas.openxmlformats.org/officeDocument/2006/relationships/tags" Target="../tags/tag380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354.xml"/><Relationship Id="rId6" Type="http://schemas.openxmlformats.org/officeDocument/2006/relationships/tags" Target="../tags/tag358.xml"/><Relationship Id="rId11" Type="http://schemas.openxmlformats.org/officeDocument/2006/relationships/tags" Target="../tags/tag362.xml"/><Relationship Id="rId24" Type="http://schemas.openxmlformats.org/officeDocument/2006/relationships/tags" Target="../tags/tag375.xml"/><Relationship Id="rId32" Type="http://schemas.openxmlformats.org/officeDocument/2006/relationships/tags" Target="../tags/tag383.xml"/><Relationship Id="rId37" Type="http://schemas.openxmlformats.org/officeDocument/2006/relationships/tags" Target="../tags/tag388.xml"/><Relationship Id="rId40" Type="http://schemas.openxmlformats.org/officeDocument/2006/relationships/tags" Target="../tags/tag391.xml"/><Relationship Id="rId5" Type="http://schemas.openxmlformats.org/officeDocument/2006/relationships/audio" Target="../media/audio1.wav"/><Relationship Id="rId15" Type="http://schemas.openxmlformats.org/officeDocument/2006/relationships/tags" Target="../tags/tag366.xml"/><Relationship Id="rId23" Type="http://schemas.openxmlformats.org/officeDocument/2006/relationships/tags" Target="../tags/tag374.xml"/><Relationship Id="rId28" Type="http://schemas.openxmlformats.org/officeDocument/2006/relationships/tags" Target="../tags/tag379.xml"/><Relationship Id="rId36" Type="http://schemas.openxmlformats.org/officeDocument/2006/relationships/tags" Target="../tags/tag387.xml"/><Relationship Id="rId10" Type="http://schemas.openxmlformats.org/officeDocument/2006/relationships/tags" Target="../tags/tag361.xml"/><Relationship Id="rId19" Type="http://schemas.openxmlformats.org/officeDocument/2006/relationships/tags" Target="../tags/tag370.xml"/><Relationship Id="rId31" Type="http://schemas.openxmlformats.org/officeDocument/2006/relationships/tags" Target="../tags/tag382.xml"/><Relationship Id="rId4" Type="http://schemas.openxmlformats.org/officeDocument/2006/relationships/tags" Target="../tags/tag357.xml"/><Relationship Id="rId9" Type="http://schemas.openxmlformats.org/officeDocument/2006/relationships/tags" Target="../tags/tag360.xml"/><Relationship Id="rId14" Type="http://schemas.openxmlformats.org/officeDocument/2006/relationships/tags" Target="../tags/tag365.xml"/><Relationship Id="rId22" Type="http://schemas.openxmlformats.org/officeDocument/2006/relationships/tags" Target="../tags/tag373.xml"/><Relationship Id="rId27" Type="http://schemas.openxmlformats.org/officeDocument/2006/relationships/tags" Target="../tags/tag378.xml"/><Relationship Id="rId30" Type="http://schemas.openxmlformats.org/officeDocument/2006/relationships/tags" Target="../tags/tag381.xml"/><Relationship Id="rId35" Type="http://schemas.openxmlformats.org/officeDocument/2006/relationships/tags" Target="../tags/tag386.xml"/><Relationship Id="rId43" Type="http://schemas.openxmlformats.org/officeDocument/2006/relationships/slide" Target="slide23.xml"/><Relationship Id="rId8" Type="http://schemas.openxmlformats.org/officeDocument/2006/relationships/tags" Target="../tags/tag359.xml"/><Relationship Id="rId3" Type="http://schemas.openxmlformats.org/officeDocument/2006/relationships/tags" Target="../tags/tag356.xml"/><Relationship Id="rId12" Type="http://schemas.openxmlformats.org/officeDocument/2006/relationships/tags" Target="../tags/tag363.xml"/><Relationship Id="rId17" Type="http://schemas.openxmlformats.org/officeDocument/2006/relationships/tags" Target="../tags/tag368.xml"/><Relationship Id="rId25" Type="http://schemas.openxmlformats.org/officeDocument/2006/relationships/tags" Target="../tags/tag376.xml"/><Relationship Id="rId33" Type="http://schemas.openxmlformats.org/officeDocument/2006/relationships/tags" Target="../tags/tag384.xml"/><Relationship Id="rId38" Type="http://schemas.openxmlformats.org/officeDocument/2006/relationships/tags" Target="../tags/tag38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399.xml"/><Relationship Id="rId3" Type="http://schemas.openxmlformats.org/officeDocument/2006/relationships/tags" Target="../tags/tag394.xml"/><Relationship Id="rId7" Type="http://schemas.openxmlformats.org/officeDocument/2006/relationships/tags" Target="../tags/tag398.xml"/><Relationship Id="rId2" Type="http://schemas.openxmlformats.org/officeDocument/2006/relationships/tags" Target="../tags/tag393.xml"/><Relationship Id="rId1" Type="http://schemas.openxmlformats.org/officeDocument/2006/relationships/tags" Target="../tags/tag392.xml"/><Relationship Id="rId6" Type="http://schemas.openxmlformats.org/officeDocument/2006/relationships/tags" Target="../tags/tag397.xml"/><Relationship Id="rId11" Type="http://schemas.openxmlformats.org/officeDocument/2006/relationships/slide" Target="slide24.xml"/><Relationship Id="rId5" Type="http://schemas.openxmlformats.org/officeDocument/2006/relationships/tags" Target="../tags/tag396.xml"/><Relationship Id="rId10" Type="http://schemas.openxmlformats.org/officeDocument/2006/relationships/image" Target="../media/image26.jpeg"/><Relationship Id="rId4" Type="http://schemas.openxmlformats.org/officeDocument/2006/relationships/tags" Target="../tags/tag395.xml"/><Relationship Id="rId9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407.xml"/><Relationship Id="rId3" Type="http://schemas.openxmlformats.org/officeDocument/2006/relationships/tags" Target="../tags/tag402.xml"/><Relationship Id="rId7" Type="http://schemas.openxmlformats.org/officeDocument/2006/relationships/tags" Target="../tags/tag406.xml"/><Relationship Id="rId2" Type="http://schemas.openxmlformats.org/officeDocument/2006/relationships/tags" Target="../tags/tag401.xml"/><Relationship Id="rId1" Type="http://schemas.openxmlformats.org/officeDocument/2006/relationships/tags" Target="../tags/tag400.xml"/><Relationship Id="rId6" Type="http://schemas.openxmlformats.org/officeDocument/2006/relationships/tags" Target="../tags/tag405.xml"/><Relationship Id="rId5" Type="http://schemas.openxmlformats.org/officeDocument/2006/relationships/tags" Target="../tags/tag404.xml"/><Relationship Id="rId10" Type="http://schemas.openxmlformats.org/officeDocument/2006/relationships/slide" Target="slide3.xml"/><Relationship Id="rId4" Type="http://schemas.openxmlformats.org/officeDocument/2006/relationships/tags" Target="../tags/tag403.xml"/><Relationship Id="rId9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tags" Target="../tags/tag418.xml"/><Relationship Id="rId18" Type="http://schemas.openxmlformats.org/officeDocument/2006/relationships/tags" Target="../tags/tag423.xml"/><Relationship Id="rId26" Type="http://schemas.openxmlformats.org/officeDocument/2006/relationships/tags" Target="../tags/tag431.xml"/><Relationship Id="rId39" Type="http://schemas.openxmlformats.org/officeDocument/2006/relationships/tags" Target="../tags/tag444.xml"/><Relationship Id="rId21" Type="http://schemas.openxmlformats.org/officeDocument/2006/relationships/tags" Target="../tags/tag426.xml"/><Relationship Id="rId34" Type="http://schemas.openxmlformats.org/officeDocument/2006/relationships/tags" Target="../tags/tag439.xml"/><Relationship Id="rId42" Type="http://schemas.openxmlformats.org/officeDocument/2006/relationships/slideLayout" Target="../slideLayouts/slideLayout4.xml"/><Relationship Id="rId7" Type="http://schemas.openxmlformats.org/officeDocument/2006/relationships/tags" Target="../tags/tag413.xml"/><Relationship Id="rId2" Type="http://schemas.openxmlformats.org/officeDocument/2006/relationships/tags" Target="../tags/tag409.xml"/><Relationship Id="rId16" Type="http://schemas.openxmlformats.org/officeDocument/2006/relationships/tags" Target="../tags/tag421.xml"/><Relationship Id="rId20" Type="http://schemas.openxmlformats.org/officeDocument/2006/relationships/tags" Target="../tags/tag425.xml"/><Relationship Id="rId29" Type="http://schemas.openxmlformats.org/officeDocument/2006/relationships/tags" Target="../tags/tag434.xml"/><Relationship Id="rId41" Type="http://schemas.openxmlformats.org/officeDocument/2006/relationships/tags" Target="../tags/tag446.xml"/><Relationship Id="rId1" Type="http://schemas.openxmlformats.org/officeDocument/2006/relationships/tags" Target="../tags/tag408.xml"/><Relationship Id="rId6" Type="http://schemas.openxmlformats.org/officeDocument/2006/relationships/audio" Target="../media/audio1.wav"/><Relationship Id="rId11" Type="http://schemas.openxmlformats.org/officeDocument/2006/relationships/tags" Target="../tags/tag416.xml"/><Relationship Id="rId24" Type="http://schemas.openxmlformats.org/officeDocument/2006/relationships/tags" Target="../tags/tag429.xml"/><Relationship Id="rId32" Type="http://schemas.openxmlformats.org/officeDocument/2006/relationships/tags" Target="../tags/tag437.xml"/><Relationship Id="rId37" Type="http://schemas.openxmlformats.org/officeDocument/2006/relationships/tags" Target="../tags/tag442.xml"/><Relationship Id="rId40" Type="http://schemas.openxmlformats.org/officeDocument/2006/relationships/tags" Target="../tags/tag445.xml"/><Relationship Id="rId5" Type="http://schemas.openxmlformats.org/officeDocument/2006/relationships/tags" Target="../tags/tag412.xml"/><Relationship Id="rId15" Type="http://schemas.openxmlformats.org/officeDocument/2006/relationships/tags" Target="../tags/tag420.xml"/><Relationship Id="rId23" Type="http://schemas.openxmlformats.org/officeDocument/2006/relationships/tags" Target="../tags/tag428.xml"/><Relationship Id="rId28" Type="http://schemas.openxmlformats.org/officeDocument/2006/relationships/tags" Target="../tags/tag433.xml"/><Relationship Id="rId36" Type="http://schemas.openxmlformats.org/officeDocument/2006/relationships/tags" Target="../tags/tag441.xml"/><Relationship Id="rId10" Type="http://schemas.openxmlformats.org/officeDocument/2006/relationships/tags" Target="../tags/tag415.xml"/><Relationship Id="rId19" Type="http://schemas.openxmlformats.org/officeDocument/2006/relationships/tags" Target="../tags/tag424.xml"/><Relationship Id="rId31" Type="http://schemas.openxmlformats.org/officeDocument/2006/relationships/tags" Target="../tags/tag436.xml"/><Relationship Id="rId44" Type="http://schemas.openxmlformats.org/officeDocument/2006/relationships/slide" Target="slide26.xml"/><Relationship Id="rId4" Type="http://schemas.openxmlformats.org/officeDocument/2006/relationships/tags" Target="../tags/tag411.xml"/><Relationship Id="rId9" Type="http://schemas.openxmlformats.org/officeDocument/2006/relationships/tags" Target="../tags/tag414.xml"/><Relationship Id="rId14" Type="http://schemas.openxmlformats.org/officeDocument/2006/relationships/tags" Target="../tags/tag419.xml"/><Relationship Id="rId22" Type="http://schemas.openxmlformats.org/officeDocument/2006/relationships/tags" Target="../tags/tag427.xml"/><Relationship Id="rId27" Type="http://schemas.openxmlformats.org/officeDocument/2006/relationships/tags" Target="../tags/tag432.xml"/><Relationship Id="rId30" Type="http://schemas.openxmlformats.org/officeDocument/2006/relationships/tags" Target="../tags/tag435.xml"/><Relationship Id="rId35" Type="http://schemas.openxmlformats.org/officeDocument/2006/relationships/tags" Target="../tags/tag440.xml"/><Relationship Id="rId43" Type="http://schemas.openxmlformats.org/officeDocument/2006/relationships/image" Target="../media/image6.png"/><Relationship Id="rId8" Type="http://schemas.openxmlformats.org/officeDocument/2006/relationships/audio" Target="../media/audio2.wav"/><Relationship Id="rId3" Type="http://schemas.openxmlformats.org/officeDocument/2006/relationships/tags" Target="../tags/tag410.xml"/><Relationship Id="rId12" Type="http://schemas.openxmlformats.org/officeDocument/2006/relationships/tags" Target="../tags/tag417.xml"/><Relationship Id="rId17" Type="http://schemas.openxmlformats.org/officeDocument/2006/relationships/tags" Target="../tags/tag422.xml"/><Relationship Id="rId25" Type="http://schemas.openxmlformats.org/officeDocument/2006/relationships/tags" Target="../tags/tag430.xml"/><Relationship Id="rId33" Type="http://schemas.openxmlformats.org/officeDocument/2006/relationships/tags" Target="../tags/tag438.xml"/><Relationship Id="rId38" Type="http://schemas.openxmlformats.org/officeDocument/2006/relationships/tags" Target="../tags/tag44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449.xml"/><Relationship Id="rId7" Type="http://schemas.openxmlformats.org/officeDocument/2006/relationships/image" Target="../media/image27.jpeg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51.xml"/><Relationship Id="rId4" Type="http://schemas.openxmlformats.org/officeDocument/2006/relationships/tags" Target="../tags/tag450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tags" Target="../tags/tag462.xml"/><Relationship Id="rId18" Type="http://schemas.openxmlformats.org/officeDocument/2006/relationships/tags" Target="../tags/tag467.xml"/><Relationship Id="rId26" Type="http://schemas.openxmlformats.org/officeDocument/2006/relationships/tags" Target="../tags/tag475.xml"/><Relationship Id="rId39" Type="http://schemas.openxmlformats.org/officeDocument/2006/relationships/tags" Target="../tags/tag488.xml"/><Relationship Id="rId21" Type="http://schemas.openxmlformats.org/officeDocument/2006/relationships/tags" Target="../tags/tag470.xml"/><Relationship Id="rId34" Type="http://schemas.openxmlformats.org/officeDocument/2006/relationships/tags" Target="../tags/tag483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453.xml"/><Relationship Id="rId16" Type="http://schemas.openxmlformats.org/officeDocument/2006/relationships/tags" Target="../tags/tag465.xml"/><Relationship Id="rId20" Type="http://schemas.openxmlformats.org/officeDocument/2006/relationships/tags" Target="../tags/tag469.xml"/><Relationship Id="rId29" Type="http://schemas.openxmlformats.org/officeDocument/2006/relationships/tags" Target="../tags/tag478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452.xml"/><Relationship Id="rId6" Type="http://schemas.openxmlformats.org/officeDocument/2006/relationships/tags" Target="../tags/tag456.xml"/><Relationship Id="rId11" Type="http://schemas.openxmlformats.org/officeDocument/2006/relationships/tags" Target="../tags/tag460.xml"/><Relationship Id="rId24" Type="http://schemas.openxmlformats.org/officeDocument/2006/relationships/tags" Target="../tags/tag473.xml"/><Relationship Id="rId32" Type="http://schemas.openxmlformats.org/officeDocument/2006/relationships/tags" Target="../tags/tag481.xml"/><Relationship Id="rId37" Type="http://schemas.openxmlformats.org/officeDocument/2006/relationships/tags" Target="../tags/tag486.xml"/><Relationship Id="rId40" Type="http://schemas.openxmlformats.org/officeDocument/2006/relationships/tags" Target="../tags/tag489.xml"/><Relationship Id="rId5" Type="http://schemas.openxmlformats.org/officeDocument/2006/relationships/audio" Target="../media/audio1.wav"/><Relationship Id="rId15" Type="http://schemas.openxmlformats.org/officeDocument/2006/relationships/tags" Target="../tags/tag464.xml"/><Relationship Id="rId23" Type="http://schemas.openxmlformats.org/officeDocument/2006/relationships/tags" Target="../tags/tag472.xml"/><Relationship Id="rId28" Type="http://schemas.openxmlformats.org/officeDocument/2006/relationships/tags" Target="../tags/tag477.xml"/><Relationship Id="rId36" Type="http://schemas.openxmlformats.org/officeDocument/2006/relationships/tags" Target="../tags/tag485.xml"/><Relationship Id="rId10" Type="http://schemas.openxmlformats.org/officeDocument/2006/relationships/tags" Target="../tags/tag459.xml"/><Relationship Id="rId19" Type="http://schemas.openxmlformats.org/officeDocument/2006/relationships/tags" Target="../tags/tag468.xml"/><Relationship Id="rId31" Type="http://schemas.openxmlformats.org/officeDocument/2006/relationships/tags" Target="../tags/tag480.xml"/><Relationship Id="rId4" Type="http://schemas.openxmlformats.org/officeDocument/2006/relationships/tags" Target="../tags/tag455.xml"/><Relationship Id="rId9" Type="http://schemas.openxmlformats.org/officeDocument/2006/relationships/tags" Target="../tags/tag458.xml"/><Relationship Id="rId14" Type="http://schemas.openxmlformats.org/officeDocument/2006/relationships/tags" Target="../tags/tag463.xml"/><Relationship Id="rId22" Type="http://schemas.openxmlformats.org/officeDocument/2006/relationships/tags" Target="../tags/tag471.xml"/><Relationship Id="rId27" Type="http://schemas.openxmlformats.org/officeDocument/2006/relationships/tags" Target="../tags/tag476.xml"/><Relationship Id="rId30" Type="http://schemas.openxmlformats.org/officeDocument/2006/relationships/tags" Target="../tags/tag479.xml"/><Relationship Id="rId35" Type="http://schemas.openxmlformats.org/officeDocument/2006/relationships/tags" Target="../tags/tag484.xml"/><Relationship Id="rId43" Type="http://schemas.openxmlformats.org/officeDocument/2006/relationships/slide" Target="slide28.xml"/><Relationship Id="rId8" Type="http://schemas.openxmlformats.org/officeDocument/2006/relationships/tags" Target="../tags/tag457.xml"/><Relationship Id="rId3" Type="http://schemas.openxmlformats.org/officeDocument/2006/relationships/tags" Target="../tags/tag454.xml"/><Relationship Id="rId12" Type="http://schemas.openxmlformats.org/officeDocument/2006/relationships/tags" Target="../tags/tag461.xml"/><Relationship Id="rId17" Type="http://schemas.openxmlformats.org/officeDocument/2006/relationships/tags" Target="../tags/tag466.xml"/><Relationship Id="rId25" Type="http://schemas.openxmlformats.org/officeDocument/2006/relationships/tags" Target="../tags/tag474.xml"/><Relationship Id="rId33" Type="http://schemas.openxmlformats.org/officeDocument/2006/relationships/tags" Target="../tags/tag482.xml"/><Relationship Id="rId38" Type="http://schemas.openxmlformats.org/officeDocument/2006/relationships/tags" Target="../tags/tag48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497.xml"/><Relationship Id="rId3" Type="http://schemas.openxmlformats.org/officeDocument/2006/relationships/tags" Target="../tags/tag492.xml"/><Relationship Id="rId7" Type="http://schemas.openxmlformats.org/officeDocument/2006/relationships/tags" Target="../tags/tag496.xml"/><Relationship Id="rId12" Type="http://schemas.openxmlformats.org/officeDocument/2006/relationships/slide" Target="slide29.xml"/><Relationship Id="rId2" Type="http://schemas.openxmlformats.org/officeDocument/2006/relationships/tags" Target="../tags/tag491.xml"/><Relationship Id="rId1" Type="http://schemas.openxmlformats.org/officeDocument/2006/relationships/tags" Target="../tags/tag490.xml"/><Relationship Id="rId6" Type="http://schemas.openxmlformats.org/officeDocument/2006/relationships/tags" Target="../tags/tag495.xml"/><Relationship Id="rId11" Type="http://schemas.openxmlformats.org/officeDocument/2006/relationships/image" Target="../media/image28.jpeg"/><Relationship Id="rId5" Type="http://schemas.openxmlformats.org/officeDocument/2006/relationships/tags" Target="../tags/tag49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493.xml"/><Relationship Id="rId9" Type="http://schemas.openxmlformats.org/officeDocument/2006/relationships/tags" Target="../tags/tag49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tags" Target="../tags/tag501.xml"/><Relationship Id="rId7" Type="http://schemas.openxmlformats.org/officeDocument/2006/relationships/slide" Target="slide3.xml"/><Relationship Id="rId2" Type="http://schemas.openxmlformats.org/officeDocument/2006/relationships/tags" Target="../tags/tag500.xml"/><Relationship Id="rId1" Type="http://schemas.openxmlformats.org/officeDocument/2006/relationships/tags" Target="../tags/tag499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03.xml"/><Relationship Id="rId4" Type="http://schemas.openxmlformats.org/officeDocument/2006/relationships/tags" Target="../tags/tag502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tags" Target="../tags/tag514.xml"/><Relationship Id="rId18" Type="http://schemas.openxmlformats.org/officeDocument/2006/relationships/tags" Target="../tags/tag519.xml"/><Relationship Id="rId26" Type="http://schemas.openxmlformats.org/officeDocument/2006/relationships/tags" Target="../tags/tag527.xml"/><Relationship Id="rId39" Type="http://schemas.openxmlformats.org/officeDocument/2006/relationships/tags" Target="../tags/tag540.xml"/><Relationship Id="rId21" Type="http://schemas.openxmlformats.org/officeDocument/2006/relationships/tags" Target="../tags/tag522.xml"/><Relationship Id="rId34" Type="http://schemas.openxmlformats.org/officeDocument/2006/relationships/tags" Target="../tags/tag535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505.xml"/><Relationship Id="rId16" Type="http://schemas.openxmlformats.org/officeDocument/2006/relationships/tags" Target="../tags/tag517.xml"/><Relationship Id="rId20" Type="http://schemas.openxmlformats.org/officeDocument/2006/relationships/tags" Target="../tags/tag521.xml"/><Relationship Id="rId29" Type="http://schemas.openxmlformats.org/officeDocument/2006/relationships/tags" Target="../tags/tag530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504.xml"/><Relationship Id="rId6" Type="http://schemas.openxmlformats.org/officeDocument/2006/relationships/tags" Target="../tags/tag508.xml"/><Relationship Id="rId11" Type="http://schemas.openxmlformats.org/officeDocument/2006/relationships/tags" Target="../tags/tag512.xml"/><Relationship Id="rId24" Type="http://schemas.openxmlformats.org/officeDocument/2006/relationships/tags" Target="../tags/tag525.xml"/><Relationship Id="rId32" Type="http://schemas.openxmlformats.org/officeDocument/2006/relationships/tags" Target="../tags/tag533.xml"/><Relationship Id="rId37" Type="http://schemas.openxmlformats.org/officeDocument/2006/relationships/tags" Target="../tags/tag538.xml"/><Relationship Id="rId40" Type="http://schemas.openxmlformats.org/officeDocument/2006/relationships/tags" Target="../tags/tag541.xml"/><Relationship Id="rId5" Type="http://schemas.openxmlformats.org/officeDocument/2006/relationships/audio" Target="../media/audio1.wav"/><Relationship Id="rId15" Type="http://schemas.openxmlformats.org/officeDocument/2006/relationships/tags" Target="../tags/tag516.xml"/><Relationship Id="rId23" Type="http://schemas.openxmlformats.org/officeDocument/2006/relationships/tags" Target="../tags/tag524.xml"/><Relationship Id="rId28" Type="http://schemas.openxmlformats.org/officeDocument/2006/relationships/tags" Target="../tags/tag529.xml"/><Relationship Id="rId36" Type="http://schemas.openxmlformats.org/officeDocument/2006/relationships/tags" Target="../tags/tag537.xml"/><Relationship Id="rId10" Type="http://schemas.openxmlformats.org/officeDocument/2006/relationships/tags" Target="../tags/tag511.xml"/><Relationship Id="rId19" Type="http://schemas.openxmlformats.org/officeDocument/2006/relationships/tags" Target="../tags/tag520.xml"/><Relationship Id="rId31" Type="http://schemas.openxmlformats.org/officeDocument/2006/relationships/tags" Target="../tags/tag532.xml"/><Relationship Id="rId4" Type="http://schemas.openxmlformats.org/officeDocument/2006/relationships/tags" Target="../tags/tag507.xml"/><Relationship Id="rId9" Type="http://schemas.openxmlformats.org/officeDocument/2006/relationships/tags" Target="../tags/tag510.xml"/><Relationship Id="rId14" Type="http://schemas.openxmlformats.org/officeDocument/2006/relationships/tags" Target="../tags/tag515.xml"/><Relationship Id="rId22" Type="http://schemas.openxmlformats.org/officeDocument/2006/relationships/tags" Target="../tags/tag523.xml"/><Relationship Id="rId27" Type="http://schemas.openxmlformats.org/officeDocument/2006/relationships/tags" Target="../tags/tag528.xml"/><Relationship Id="rId30" Type="http://schemas.openxmlformats.org/officeDocument/2006/relationships/tags" Target="../tags/tag531.xml"/><Relationship Id="rId35" Type="http://schemas.openxmlformats.org/officeDocument/2006/relationships/tags" Target="../tags/tag536.xml"/><Relationship Id="rId43" Type="http://schemas.openxmlformats.org/officeDocument/2006/relationships/slide" Target="slide31.xml"/><Relationship Id="rId8" Type="http://schemas.openxmlformats.org/officeDocument/2006/relationships/tags" Target="../tags/tag509.xml"/><Relationship Id="rId3" Type="http://schemas.openxmlformats.org/officeDocument/2006/relationships/tags" Target="../tags/tag506.xml"/><Relationship Id="rId12" Type="http://schemas.openxmlformats.org/officeDocument/2006/relationships/tags" Target="../tags/tag513.xml"/><Relationship Id="rId17" Type="http://schemas.openxmlformats.org/officeDocument/2006/relationships/tags" Target="../tags/tag518.xml"/><Relationship Id="rId25" Type="http://schemas.openxmlformats.org/officeDocument/2006/relationships/tags" Target="../tags/tag526.xml"/><Relationship Id="rId33" Type="http://schemas.openxmlformats.org/officeDocument/2006/relationships/tags" Target="../tags/tag534.xml"/><Relationship Id="rId38" Type="http://schemas.openxmlformats.org/officeDocument/2006/relationships/tags" Target="../tags/tag5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tags" Target="../tags/tag544.xml"/><Relationship Id="rId7" Type="http://schemas.openxmlformats.org/officeDocument/2006/relationships/image" Target="../media/image29.jpeg"/><Relationship Id="rId2" Type="http://schemas.openxmlformats.org/officeDocument/2006/relationships/tags" Target="../tags/tag543.xml"/><Relationship Id="rId1" Type="http://schemas.openxmlformats.org/officeDocument/2006/relationships/tags" Target="../tags/tag542.xml"/><Relationship Id="rId6" Type="http://schemas.openxmlformats.org/officeDocument/2006/relationships/slide" Target="slide3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548.xml"/><Relationship Id="rId7" Type="http://schemas.openxmlformats.org/officeDocument/2006/relationships/slide" Target="slide3.xml"/><Relationship Id="rId2" Type="http://schemas.openxmlformats.org/officeDocument/2006/relationships/tags" Target="../tags/tag547.xml"/><Relationship Id="rId1" Type="http://schemas.openxmlformats.org/officeDocument/2006/relationships/tags" Target="../tags/tag54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550.xml"/><Relationship Id="rId4" Type="http://schemas.openxmlformats.org/officeDocument/2006/relationships/tags" Target="../tags/tag549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tags" Target="../tags/tag561.xml"/><Relationship Id="rId18" Type="http://schemas.openxmlformats.org/officeDocument/2006/relationships/tags" Target="../tags/tag566.xml"/><Relationship Id="rId26" Type="http://schemas.openxmlformats.org/officeDocument/2006/relationships/tags" Target="../tags/tag574.xml"/><Relationship Id="rId39" Type="http://schemas.openxmlformats.org/officeDocument/2006/relationships/tags" Target="../tags/tag587.xml"/><Relationship Id="rId21" Type="http://schemas.openxmlformats.org/officeDocument/2006/relationships/tags" Target="../tags/tag569.xml"/><Relationship Id="rId34" Type="http://schemas.openxmlformats.org/officeDocument/2006/relationships/tags" Target="../tags/tag582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552.xml"/><Relationship Id="rId16" Type="http://schemas.openxmlformats.org/officeDocument/2006/relationships/tags" Target="../tags/tag564.xml"/><Relationship Id="rId20" Type="http://schemas.openxmlformats.org/officeDocument/2006/relationships/tags" Target="../tags/tag568.xml"/><Relationship Id="rId29" Type="http://schemas.openxmlformats.org/officeDocument/2006/relationships/tags" Target="../tags/tag57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551.xml"/><Relationship Id="rId6" Type="http://schemas.openxmlformats.org/officeDocument/2006/relationships/tags" Target="../tags/tag555.xml"/><Relationship Id="rId11" Type="http://schemas.openxmlformats.org/officeDocument/2006/relationships/tags" Target="../tags/tag559.xml"/><Relationship Id="rId24" Type="http://schemas.openxmlformats.org/officeDocument/2006/relationships/tags" Target="../tags/tag572.xml"/><Relationship Id="rId32" Type="http://schemas.openxmlformats.org/officeDocument/2006/relationships/tags" Target="../tags/tag580.xml"/><Relationship Id="rId37" Type="http://schemas.openxmlformats.org/officeDocument/2006/relationships/tags" Target="../tags/tag585.xml"/><Relationship Id="rId40" Type="http://schemas.openxmlformats.org/officeDocument/2006/relationships/tags" Target="../tags/tag588.xml"/><Relationship Id="rId5" Type="http://schemas.openxmlformats.org/officeDocument/2006/relationships/audio" Target="../media/audio1.wav"/><Relationship Id="rId15" Type="http://schemas.openxmlformats.org/officeDocument/2006/relationships/tags" Target="../tags/tag563.xml"/><Relationship Id="rId23" Type="http://schemas.openxmlformats.org/officeDocument/2006/relationships/tags" Target="../tags/tag571.xml"/><Relationship Id="rId28" Type="http://schemas.openxmlformats.org/officeDocument/2006/relationships/tags" Target="../tags/tag576.xml"/><Relationship Id="rId36" Type="http://schemas.openxmlformats.org/officeDocument/2006/relationships/tags" Target="../tags/tag584.xml"/><Relationship Id="rId10" Type="http://schemas.openxmlformats.org/officeDocument/2006/relationships/tags" Target="../tags/tag558.xml"/><Relationship Id="rId19" Type="http://schemas.openxmlformats.org/officeDocument/2006/relationships/tags" Target="../tags/tag567.xml"/><Relationship Id="rId31" Type="http://schemas.openxmlformats.org/officeDocument/2006/relationships/tags" Target="../tags/tag579.xml"/><Relationship Id="rId4" Type="http://schemas.openxmlformats.org/officeDocument/2006/relationships/tags" Target="../tags/tag554.xml"/><Relationship Id="rId9" Type="http://schemas.openxmlformats.org/officeDocument/2006/relationships/tags" Target="../tags/tag557.xml"/><Relationship Id="rId14" Type="http://schemas.openxmlformats.org/officeDocument/2006/relationships/tags" Target="../tags/tag562.xml"/><Relationship Id="rId22" Type="http://schemas.openxmlformats.org/officeDocument/2006/relationships/tags" Target="../tags/tag570.xml"/><Relationship Id="rId27" Type="http://schemas.openxmlformats.org/officeDocument/2006/relationships/tags" Target="../tags/tag575.xml"/><Relationship Id="rId30" Type="http://schemas.openxmlformats.org/officeDocument/2006/relationships/tags" Target="../tags/tag578.xml"/><Relationship Id="rId35" Type="http://schemas.openxmlformats.org/officeDocument/2006/relationships/tags" Target="../tags/tag583.xml"/><Relationship Id="rId43" Type="http://schemas.openxmlformats.org/officeDocument/2006/relationships/slide" Target="slide34.xml"/><Relationship Id="rId8" Type="http://schemas.openxmlformats.org/officeDocument/2006/relationships/tags" Target="../tags/tag556.xml"/><Relationship Id="rId3" Type="http://schemas.openxmlformats.org/officeDocument/2006/relationships/tags" Target="../tags/tag553.xml"/><Relationship Id="rId12" Type="http://schemas.openxmlformats.org/officeDocument/2006/relationships/tags" Target="../tags/tag560.xml"/><Relationship Id="rId17" Type="http://schemas.openxmlformats.org/officeDocument/2006/relationships/tags" Target="../tags/tag565.xml"/><Relationship Id="rId25" Type="http://schemas.openxmlformats.org/officeDocument/2006/relationships/tags" Target="../tags/tag573.xml"/><Relationship Id="rId33" Type="http://schemas.openxmlformats.org/officeDocument/2006/relationships/tags" Target="../tags/tag581.xml"/><Relationship Id="rId38" Type="http://schemas.openxmlformats.org/officeDocument/2006/relationships/tags" Target="../tags/tag58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tags" Target="../tags/tag59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590.xml"/><Relationship Id="rId1" Type="http://schemas.openxmlformats.org/officeDocument/2006/relationships/tags" Target="../tags/tag589.xml"/><Relationship Id="rId6" Type="http://schemas.openxmlformats.org/officeDocument/2006/relationships/tags" Target="../tags/tag594.xml"/><Relationship Id="rId5" Type="http://schemas.openxmlformats.org/officeDocument/2006/relationships/tags" Target="../tags/tag593.xml"/><Relationship Id="rId4" Type="http://schemas.openxmlformats.org/officeDocument/2006/relationships/tags" Target="../tags/tag592.xml"/><Relationship Id="rId9" Type="http://schemas.openxmlformats.org/officeDocument/2006/relationships/slide" Target="slide3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tags" Target="../tags/tag605.xml"/><Relationship Id="rId18" Type="http://schemas.openxmlformats.org/officeDocument/2006/relationships/tags" Target="../tags/tag610.xml"/><Relationship Id="rId26" Type="http://schemas.openxmlformats.org/officeDocument/2006/relationships/tags" Target="../tags/tag618.xml"/><Relationship Id="rId39" Type="http://schemas.openxmlformats.org/officeDocument/2006/relationships/tags" Target="../tags/tag631.xml"/><Relationship Id="rId21" Type="http://schemas.openxmlformats.org/officeDocument/2006/relationships/tags" Target="../tags/tag613.xml"/><Relationship Id="rId34" Type="http://schemas.openxmlformats.org/officeDocument/2006/relationships/tags" Target="../tags/tag626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596.xml"/><Relationship Id="rId16" Type="http://schemas.openxmlformats.org/officeDocument/2006/relationships/tags" Target="../tags/tag608.xml"/><Relationship Id="rId20" Type="http://schemas.openxmlformats.org/officeDocument/2006/relationships/tags" Target="../tags/tag612.xml"/><Relationship Id="rId29" Type="http://schemas.openxmlformats.org/officeDocument/2006/relationships/tags" Target="../tags/tag621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595.xml"/><Relationship Id="rId6" Type="http://schemas.openxmlformats.org/officeDocument/2006/relationships/tags" Target="../tags/tag599.xml"/><Relationship Id="rId11" Type="http://schemas.openxmlformats.org/officeDocument/2006/relationships/tags" Target="../tags/tag603.xml"/><Relationship Id="rId24" Type="http://schemas.openxmlformats.org/officeDocument/2006/relationships/tags" Target="../tags/tag616.xml"/><Relationship Id="rId32" Type="http://schemas.openxmlformats.org/officeDocument/2006/relationships/tags" Target="../tags/tag624.xml"/><Relationship Id="rId37" Type="http://schemas.openxmlformats.org/officeDocument/2006/relationships/tags" Target="../tags/tag629.xml"/><Relationship Id="rId40" Type="http://schemas.openxmlformats.org/officeDocument/2006/relationships/tags" Target="../tags/tag632.xml"/><Relationship Id="rId5" Type="http://schemas.openxmlformats.org/officeDocument/2006/relationships/audio" Target="../media/audio1.wav"/><Relationship Id="rId15" Type="http://schemas.openxmlformats.org/officeDocument/2006/relationships/tags" Target="../tags/tag607.xml"/><Relationship Id="rId23" Type="http://schemas.openxmlformats.org/officeDocument/2006/relationships/tags" Target="../tags/tag615.xml"/><Relationship Id="rId28" Type="http://schemas.openxmlformats.org/officeDocument/2006/relationships/tags" Target="../tags/tag620.xml"/><Relationship Id="rId36" Type="http://schemas.openxmlformats.org/officeDocument/2006/relationships/tags" Target="../tags/tag628.xml"/><Relationship Id="rId10" Type="http://schemas.openxmlformats.org/officeDocument/2006/relationships/tags" Target="../tags/tag602.xml"/><Relationship Id="rId19" Type="http://schemas.openxmlformats.org/officeDocument/2006/relationships/tags" Target="../tags/tag611.xml"/><Relationship Id="rId31" Type="http://schemas.openxmlformats.org/officeDocument/2006/relationships/tags" Target="../tags/tag623.xml"/><Relationship Id="rId4" Type="http://schemas.openxmlformats.org/officeDocument/2006/relationships/tags" Target="../tags/tag598.xml"/><Relationship Id="rId9" Type="http://schemas.openxmlformats.org/officeDocument/2006/relationships/tags" Target="../tags/tag601.xml"/><Relationship Id="rId14" Type="http://schemas.openxmlformats.org/officeDocument/2006/relationships/tags" Target="../tags/tag606.xml"/><Relationship Id="rId22" Type="http://schemas.openxmlformats.org/officeDocument/2006/relationships/tags" Target="../tags/tag614.xml"/><Relationship Id="rId27" Type="http://schemas.openxmlformats.org/officeDocument/2006/relationships/tags" Target="../tags/tag619.xml"/><Relationship Id="rId30" Type="http://schemas.openxmlformats.org/officeDocument/2006/relationships/tags" Target="../tags/tag622.xml"/><Relationship Id="rId35" Type="http://schemas.openxmlformats.org/officeDocument/2006/relationships/tags" Target="../tags/tag627.xml"/><Relationship Id="rId43" Type="http://schemas.openxmlformats.org/officeDocument/2006/relationships/slide" Target="slide36.xml"/><Relationship Id="rId8" Type="http://schemas.openxmlformats.org/officeDocument/2006/relationships/tags" Target="../tags/tag600.xml"/><Relationship Id="rId3" Type="http://schemas.openxmlformats.org/officeDocument/2006/relationships/tags" Target="../tags/tag597.xml"/><Relationship Id="rId12" Type="http://schemas.openxmlformats.org/officeDocument/2006/relationships/tags" Target="../tags/tag604.xml"/><Relationship Id="rId17" Type="http://schemas.openxmlformats.org/officeDocument/2006/relationships/tags" Target="../tags/tag609.xml"/><Relationship Id="rId25" Type="http://schemas.openxmlformats.org/officeDocument/2006/relationships/tags" Target="../tags/tag617.xml"/><Relationship Id="rId33" Type="http://schemas.openxmlformats.org/officeDocument/2006/relationships/tags" Target="../tags/tag625.xml"/><Relationship Id="rId38" Type="http://schemas.openxmlformats.org/officeDocument/2006/relationships/tags" Target="../tags/tag630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3" Type="http://schemas.openxmlformats.org/officeDocument/2006/relationships/tags" Target="../tags/tag635.xml"/><Relationship Id="rId7" Type="http://schemas.openxmlformats.org/officeDocument/2006/relationships/image" Target="../media/image31.jpeg"/><Relationship Id="rId2" Type="http://schemas.openxmlformats.org/officeDocument/2006/relationships/tags" Target="../tags/tag634.xml"/><Relationship Id="rId1" Type="http://schemas.openxmlformats.org/officeDocument/2006/relationships/tags" Target="../tags/tag63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37.xml"/><Relationship Id="rId4" Type="http://schemas.openxmlformats.org/officeDocument/2006/relationships/tags" Target="../tags/tag6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tags" Target="../tags/tag640.xml"/><Relationship Id="rId7" Type="http://schemas.openxmlformats.org/officeDocument/2006/relationships/slide" Target="slide3.xml"/><Relationship Id="rId2" Type="http://schemas.openxmlformats.org/officeDocument/2006/relationships/tags" Target="../tags/tag639.xml"/><Relationship Id="rId1" Type="http://schemas.openxmlformats.org/officeDocument/2006/relationships/tags" Target="../tags/tag63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2.xml"/><Relationship Id="rId4" Type="http://schemas.openxmlformats.org/officeDocument/2006/relationships/tags" Target="../tags/tag641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tags" Target="../tags/tag653.xml"/><Relationship Id="rId18" Type="http://schemas.openxmlformats.org/officeDocument/2006/relationships/tags" Target="../tags/tag658.xml"/><Relationship Id="rId26" Type="http://schemas.openxmlformats.org/officeDocument/2006/relationships/tags" Target="../tags/tag666.xml"/><Relationship Id="rId39" Type="http://schemas.openxmlformats.org/officeDocument/2006/relationships/tags" Target="../tags/tag679.xml"/><Relationship Id="rId21" Type="http://schemas.openxmlformats.org/officeDocument/2006/relationships/tags" Target="../tags/tag661.xml"/><Relationship Id="rId34" Type="http://schemas.openxmlformats.org/officeDocument/2006/relationships/tags" Target="../tags/tag674.xml"/><Relationship Id="rId42" Type="http://schemas.openxmlformats.org/officeDocument/2006/relationships/tags" Target="../tags/tag682.xml"/><Relationship Id="rId47" Type="http://schemas.openxmlformats.org/officeDocument/2006/relationships/tags" Target="../tags/tag687.xml"/><Relationship Id="rId50" Type="http://schemas.openxmlformats.org/officeDocument/2006/relationships/tags" Target="../tags/tag690.xml"/><Relationship Id="rId55" Type="http://schemas.openxmlformats.org/officeDocument/2006/relationships/tags" Target="../tags/tag695.xml"/><Relationship Id="rId63" Type="http://schemas.openxmlformats.org/officeDocument/2006/relationships/slide" Target="slide39.xml"/><Relationship Id="rId7" Type="http://schemas.openxmlformats.org/officeDocument/2006/relationships/audio" Target="../media/audio2.wav"/><Relationship Id="rId2" Type="http://schemas.openxmlformats.org/officeDocument/2006/relationships/tags" Target="../tags/tag644.xml"/><Relationship Id="rId16" Type="http://schemas.openxmlformats.org/officeDocument/2006/relationships/tags" Target="../tags/tag656.xml"/><Relationship Id="rId29" Type="http://schemas.openxmlformats.org/officeDocument/2006/relationships/tags" Target="../tags/tag669.xml"/><Relationship Id="rId11" Type="http://schemas.openxmlformats.org/officeDocument/2006/relationships/tags" Target="../tags/tag651.xml"/><Relationship Id="rId24" Type="http://schemas.openxmlformats.org/officeDocument/2006/relationships/tags" Target="../tags/tag664.xml"/><Relationship Id="rId32" Type="http://schemas.openxmlformats.org/officeDocument/2006/relationships/tags" Target="../tags/tag672.xml"/><Relationship Id="rId37" Type="http://schemas.openxmlformats.org/officeDocument/2006/relationships/tags" Target="../tags/tag677.xml"/><Relationship Id="rId40" Type="http://schemas.openxmlformats.org/officeDocument/2006/relationships/tags" Target="../tags/tag680.xml"/><Relationship Id="rId45" Type="http://schemas.openxmlformats.org/officeDocument/2006/relationships/tags" Target="../tags/tag685.xml"/><Relationship Id="rId53" Type="http://schemas.openxmlformats.org/officeDocument/2006/relationships/tags" Target="../tags/tag693.xml"/><Relationship Id="rId58" Type="http://schemas.openxmlformats.org/officeDocument/2006/relationships/tags" Target="../tags/tag698.xml"/><Relationship Id="rId5" Type="http://schemas.openxmlformats.org/officeDocument/2006/relationships/audio" Target="../media/audio1.wav"/><Relationship Id="rId61" Type="http://schemas.openxmlformats.org/officeDocument/2006/relationships/slideLayout" Target="../slideLayouts/slideLayout1.xml"/><Relationship Id="rId19" Type="http://schemas.openxmlformats.org/officeDocument/2006/relationships/tags" Target="../tags/tag659.xml"/><Relationship Id="rId14" Type="http://schemas.openxmlformats.org/officeDocument/2006/relationships/tags" Target="../tags/tag654.xml"/><Relationship Id="rId22" Type="http://schemas.openxmlformats.org/officeDocument/2006/relationships/tags" Target="../tags/tag662.xml"/><Relationship Id="rId27" Type="http://schemas.openxmlformats.org/officeDocument/2006/relationships/tags" Target="../tags/tag667.xml"/><Relationship Id="rId30" Type="http://schemas.openxmlformats.org/officeDocument/2006/relationships/tags" Target="../tags/tag670.xml"/><Relationship Id="rId35" Type="http://schemas.openxmlformats.org/officeDocument/2006/relationships/tags" Target="../tags/tag675.xml"/><Relationship Id="rId43" Type="http://schemas.openxmlformats.org/officeDocument/2006/relationships/tags" Target="../tags/tag683.xml"/><Relationship Id="rId48" Type="http://schemas.openxmlformats.org/officeDocument/2006/relationships/tags" Target="../tags/tag688.xml"/><Relationship Id="rId56" Type="http://schemas.openxmlformats.org/officeDocument/2006/relationships/tags" Target="../tags/tag696.xml"/><Relationship Id="rId8" Type="http://schemas.openxmlformats.org/officeDocument/2006/relationships/tags" Target="../tags/tag648.xml"/><Relationship Id="rId51" Type="http://schemas.openxmlformats.org/officeDocument/2006/relationships/tags" Target="../tags/tag691.xml"/><Relationship Id="rId3" Type="http://schemas.openxmlformats.org/officeDocument/2006/relationships/tags" Target="../tags/tag645.xml"/><Relationship Id="rId12" Type="http://schemas.openxmlformats.org/officeDocument/2006/relationships/tags" Target="../tags/tag652.xml"/><Relationship Id="rId17" Type="http://schemas.openxmlformats.org/officeDocument/2006/relationships/tags" Target="../tags/tag657.xml"/><Relationship Id="rId25" Type="http://schemas.openxmlformats.org/officeDocument/2006/relationships/tags" Target="../tags/tag665.xml"/><Relationship Id="rId33" Type="http://schemas.openxmlformats.org/officeDocument/2006/relationships/tags" Target="../tags/tag673.xml"/><Relationship Id="rId38" Type="http://schemas.openxmlformats.org/officeDocument/2006/relationships/tags" Target="../tags/tag678.xml"/><Relationship Id="rId46" Type="http://schemas.openxmlformats.org/officeDocument/2006/relationships/tags" Target="../tags/tag686.xml"/><Relationship Id="rId59" Type="http://schemas.openxmlformats.org/officeDocument/2006/relationships/tags" Target="../tags/tag699.xml"/><Relationship Id="rId20" Type="http://schemas.openxmlformats.org/officeDocument/2006/relationships/tags" Target="../tags/tag660.xml"/><Relationship Id="rId41" Type="http://schemas.openxmlformats.org/officeDocument/2006/relationships/tags" Target="../tags/tag681.xml"/><Relationship Id="rId54" Type="http://schemas.openxmlformats.org/officeDocument/2006/relationships/tags" Target="../tags/tag694.xml"/><Relationship Id="rId62" Type="http://schemas.openxmlformats.org/officeDocument/2006/relationships/image" Target="../media/image6.png"/><Relationship Id="rId1" Type="http://schemas.openxmlformats.org/officeDocument/2006/relationships/tags" Target="../tags/tag643.xml"/><Relationship Id="rId6" Type="http://schemas.openxmlformats.org/officeDocument/2006/relationships/tags" Target="../tags/tag647.xml"/><Relationship Id="rId15" Type="http://schemas.openxmlformats.org/officeDocument/2006/relationships/tags" Target="../tags/tag655.xml"/><Relationship Id="rId23" Type="http://schemas.openxmlformats.org/officeDocument/2006/relationships/tags" Target="../tags/tag663.xml"/><Relationship Id="rId28" Type="http://schemas.openxmlformats.org/officeDocument/2006/relationships/tags" Target="../tags/tag668.xml"/><Relationship Id="rId36" Type="http://schemas.openxmlformats.org/officeDocument/2006/relationships/tags" Target="../tags/tag676.xml"/><Relationship Id="rId49" Type="http://schemas.openxmlformats.org/officeDocument/2006/relationships/tags" Target="../tags/tag689.xml"/><Relationship Id="rId57" Type="http://schemas.openxmlformats.org/officeDocument/2006/relationships/tags" Target="../tags/tag697.xml"/><Relationship Id="rId10" Type="http://schemas.openxmlformats.org/officeDocument/2006/relationships/tags" Target="../tags/tag650.xml"/><Relationship Id="rId31" Type="http://schemas.openxmlformats.org/officeDocument/2006/relationships/tags" Target="../tags/tag671.xml"/><Relationship Id="rId44" Type="http://schemas.openxmlformats.org/officeDocument/2006/relationships/tags" Target="../tags/tag684.xml"/><Relationship Id="rId52" Type="http://schemas.openxmlformats.org/officeDocument/2006/relationships/tags" Target="../tags/tag692.xml"/><Relationship Id="rId60" Type="http://schemas.openxmlformats.org/officeDocument/2006/relationships/tags" Target="../tags/tag700.xml"/><Relationship Id="rId4" Type="http://schemas.openxmlformats.org/officeDocument/2006/relationships/tags" Target="../tags/tag646.xml"/><Relationship Id="rId9" Type="http://schemas.openxmlformats.org/officeDocument/2006/relationships/tags" Target="../tags/tag649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70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702.xml"/><Relationship Id="rId1" Type="http://schemas.openxmlformats.org/officeDocument/2006/relationships/tags" Target="../tags/tag701.xml"/><Relationship Id="rId6" Type="http://schemas.openxmlformats.org/officeDocument/2006/relationships/tags" Target="../tags/tag706.xml"/><Relationship Id="rId5" Type="http://schemas.openxmlformats.org/officeDocument/2006/relationships/tags" Target="../tags/tag705.xml"/><Relationship Id="rId4" Type="http://schemas.openxmlformats.org/officeDocument/2006/relationships/tags" Target="../tags/tag704.xml"/><Relationship Id="rId9" Type="http://schemas.openxmlformats.org/officeDocument/2006/relationships/image" Target="../media/image32.png"/></Relationships>
</file>

<file path=ppt/slides/_rels/slide40.xml.rels><?xml version="1.0" encoding="UTF-8" standalone="yes"?>
<Relationships xmlns="http://schemas.openxmlformats.org/package/2006/relationships"><Relationship Id="rId13" Type="http://schemas.openxmlformats.org/officeDocument/2006/relationships/tags" Target="../tags/tag717.xml"/><Relationship Id="rId18" Type="http://schemas.openxmlformats.org/officeDocument/2006/relationships/tags" Target="../tags/tag722.xml"/><Relationship Id="rId26" Type="http://schemas.openxmlformats.org/officeDocument/2006/relationships/tags" Target="../tags/tag730.xml"/><Relationship Id="rId39" Type="http://schemas.openxmlformats.org/officeDocument/2006/relationships/tags" Target="../tags/tag743.xml"/><Relationship Id="rId21" Type="http://schemas.openxmlformats.org/officeDocument/2006/relationships/tags" Target="../tags/tag725.xml"/><Relationship Id="rId34" Type="http://schemas.openxmlformats.org/officeDocument/2006/relationships/tags" Target="../tags/tag738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708.xml"/><Relationship Id="rId16" Type="http://schemas.openxmlformats.org/officeDocument/2006/relationships/tags" Target="../tags/tag720.xml"/><Relationship Id="rId20" Type="http://schemas.openxmlformats.org/officeDocument/2006/relationships/tags" Target="../tags/tag724.xml"/><Relationship Id="rId29" Type="http://schemas.openxmlformats.org/officeDocument/2006/relationships/tags" Target="../tags/tag733.xml"/><Relationship Id="rId41" Type="http://schemas.openxmlformats.org/officeDocument/2006/relationships/slideLayout" Target="../slideLayouts/slideLayout12.xml"/><Relationship Id="rId1" Type="http://schemas.openxmlformats.org/officeDocument/2006/relationships/tags" Target="../tags/tag707.xml"/><Relationship Id="rId6" Type="http://schemas.openxmlformats.org/officeDocument/2006/relationships/tags" Target="../tags/tag711.xml"/><Relationship Id="rId11" Type="http://schemas.openxmlformats.org/officeDocument/2006/relationships/tags" Target="../tags/tag715.xml"/><Relationship Id="rId24" Type="http://schemas.openxmlformats.org/officeDocument/2006/relationships/tags" Target="../tags/tag728.xml"/><Relationship Id="rId32" Type="http://schemas.openxmlformats.org/officeDocument/2006/relationships/tags" Target="../tags/tag736.xml"/><Relationship Id="rId37" Type="http://schemas.openxmlformats.org/officeDocument/2006/relationships/tags" Target="../tags/tag741.xml"/><Relationship Id="rId40" Type="http://schemas.openxmlformats.org/officeDocument/2006/relationships/tags" Target="../tags/tag744.xml"/><Relationship Id="rId5" Type="http://schemas.openxmlformats.org/officeDocument/2006/relationships/audio" Target="../media/audio1.wav"/><Relationship Id="rId15" Type="http://schemas.openxmlformats.org/officeDocument/2006/relationships/tags" Target="../tags/tag719.xml"/><Relationship Id="rId23" Type="http://schemas.openxmlformats.org/officeDocument/2006/relationships/tags" Target="../tags/tag727.xml"/><Relationship Id="rId28" Type="http://schemas.openxmlformats.org/officeDocument/2006/relationships/tags" Target="../tags/tag732.xml"/><Relationship Id="rId36" Type="http://schemas.openxmlformats.org/officeDocument/2006/relationships/tags" Target="../tags/tag740.xml"/><Relationship Id="rId10" Type="http://schemas.openxmlformats.org/officeDocument/2006/relationships/tags" Target="../tags/tag714.xml"/><Relationship Id="rId19" Type="http://schemas.openxmlformats.org/officeDocument/2006/relationships/tags" Target="../tags/tag723.xml"/><Relationship Id="rId31" Type="http://schemas.openxmlformats.org/officeDocument/2006/relationships/tags" Target="../tags/tag735.xml"/><Relationship Id="rId4" Type="http://schemas.openxmlformats.org/officeDocument/2006/relationships/tags" Target="../tags/tag710.xml"/><Relationship Id="rId9" Type="http://schemas.openxmlformats.org/officeDocument/2006/relationships/tags" Target="../tags/tag713.xml"/><Relationship Id="rId14" Type="http://schemas.openxmlformats.org/officeDocument/2006/relationships/tags" Target="../tags/tag718.xml"/><Relationship Id="rId22" Type="http://schemas.openxmlformats.org/officeDocument/2006/relationships/tags" Target="../tags/tag726.xml"/><Relationship Id="rId27" Type="http://schemas.openxmlformats.org/officeDocument/2006/relationships/tags" Target="../tags/tag731.xml"/><Relationship Id="rId30" Type="http://schemas.openxmlformats.org/officeDocument/2006/relationships/tags" Target="../tags/tag734.xml"/><Relationship Id="rId35" Type="http://schemas.openxmlformats.org/officeDocument/2006/relationships/tags" Target="../tags/tag739.xml"/><Relationship Id="rId43" Type="http://schemas.openxmlformats.org/officeDocument/2006/relationships/slide" Target="slide41.xml"/><Relationship Id="rId8" Type="http://schemas.openxmlformats.org/officeDocument/2006/relationships/tags" Target="../tags/tag712.xml"/><Relationship Id="rId3" Type="http://schemas.openxmlformats.org/officeDocument/2006/relationships/tags" Target="../tags/tag709.xml"/><Relationship Id="rId12" Type="http://schemas.openxmlformats.org/officeDocument/2006/relationships/tags" Target="../tags/tag716.xml"/><Relationship Id="rId17" Type="http://schemas.openxmlformats.org/officeDocument/2006/relationships/tags" Target="../tags/tag721.xml"/><Relationship Id="rId25" Type="http://schemas.openxmlformats.org/officeDocument/2006/relationships/tags" Target="../tags/tag729.xml"/><Relationship Id="rId33" Type="http://schemas.openxmlformats.org/officeDocument/2006/relationships/tags" Target="../tags/tag737.xml"/><Relationship Id="rId38" Type="http://schemas.openxmlformats.org/officeDocument/2006/relationships/tags" Target="../tags/tag74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tags" Target="../tags/tag747.xml"/><Relationship Id="rId7" Type="http://schemas.openxmlformats.org/officeDocument/2006/relationships/image" Target="../media/image33.jpeg"/><Relationship Id="rId2" Type="http://schemas.openxmlformats.org/officeDocument/2006/relationships/tags" Target="../tags/tag746.xml"/><Relationship Id="rId1" Type="http://schemas.openxmlformats.org/officeDocument/2006/relationships/tags" Target="../tags/tag745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749.xml"/><Relationship Id="rId4" Type="http://schemas.openxmlformats.org/officeDocument/2006/relationships/tags" Target="../tags/tag74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752.xml"/><Relationship Id="rId7" Type="http://schemas.openxmlformats.org/officeDocument/2006/relationships/slide" Target="slide3.xml"/><Relationship Id="rId2" Type="http://schemas.openxmlformats.org/officeDocument/2006/relationships/tags" Target="../tags/tag751.xml"/><Relationship Id="rId1" Type="http://schemas.openxmlformats.org/officeDocument/2006/relationships/tags" Target="../tags/tag750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754.xml"/><Relationship Id="rId4" Type="http://schemas.openxmlformats.org/officeDocument/2006/relationships/tags" Target="../tags/tag753.xml"/></Relationships>
</file>

<file path=ppt/slides/_rels/slide43.xml.rels><?xml version="1.0" encoding="UTF-8" standalone="yes"?>
<Relationships xmlns="http://schemas.openxmlformats.org/package/2006/relationships"><Relationship Id="rId13" Type="http://schemas.openxmlformats.org/officeDocument/2006/relationships/tags" Target="../tags/tag765.xml"/><Relationship Id="rId18" Type="http://schemas.openxmlformats.org/officeDocument/2006/relationships/tags" Target="../tags/tag770.xml"/><Relationship Id="rId26" Type="http://schemas.openxmlformats.org/officeDocument/2006/relationships/tags" Target="../tags/tag778.xml"/><Relationship Id="rId39" Type="http://schemas.openxmlformats.org/officeDocument/2006/relationships/tags" Target="../tags/tag791.xml"/><Relationship Id="rId21" Type="http://schemas.openxmlformats.org/officeDocument/2006/relationships/tags" Target="../tags/tag773.xml"/><Relationship Id="rId34" Type="http://schemas.openxmlformats.org/officeDocument/2006/relationships/tags" Target="../tags/tag786.xml"/><Relationship Id="rId42" Type="http://schemas.openxmlformats.org/officeDocument/2006/relationships/tags" Target="../tags/tag794.xml"/><Relationship Id="rId47" Type="http://schemas.openxmlformats.org/officeDocument/2006/relationships/image" Target="../media/image6.png"/><Relationship Id="rId7" Type="http://schemas.openxmlformats.org/officeDocument/2006/relationships/tags" Target="../tags/tag761.xml"/><Relationship Id="rId2" Type="http://schemas.openxmlformats.org/officeDocument/2006/relationships/tags" Target="../tags/tag756.xml"/><Relationship Id="rId16" Type="http://schemas.openxmlformats.org/officeDocument/2006/relationships/tags" Target="../tags/tag768.xml"/><Relationship Id="rId29" Type="http://schemas.openxmlformats.org/officeDocument/2006/relationships/tags" Target="../tags/tag781.xml"/><Relationship Id="rId1" Type="http://schemas.openxmlformats.org/officeDocument/2006/relationships/tags" Target="../tags/tag755.xml"/><Relationship Id="rId6" Type="http://schemas.openxmlformats.org/officeDocument/2006/relationships/tags" Target="../tags/tag760.xml"/><Relationship Id="rId11" Type="http://schemas.openxmlformats.org/officeDocument/2006/relationships/tags" Target="../tags/tag763.xml"/><Relationship Id="rId24" Type="http://schemas.openxmlformats.org/officeDocument/2006/relationships/tags" Target="../tags/tag776.xml"/><Relationship Id="rId32" Type="http://schemas.openxmlformats.org/officeDocument/2006/relationships/tags" Target="../tags/tag784.xml"/><Relationship Id="rId37" Type="http://schemas.openxmlformats.org/officeDocument/2006/relationships/tags" Target="../tags/tag789.xml"/><Relationship Id="rId40" Type="http://schemas.openxmlformats.org/officeDocument/2006/relationships/tags" Target="../tags/tag792.xml"/><Relationship Id="rId45" Type="http://schemas.openxmlformats.org/officeDocument/2006/relationships/image" Target="../media/image34.jpeg"/><Relationship Id="rId5" Type="http://schemas.openxmlformats.org/officeDocument/2006/relationships/tags" Target="../tags/tag759.xml"/><Relationship Id="rId15" Type="http://schemas.openxmlformats.org/officeDocument/2006/relationships/tags" Target="../tags/tag767.xml"/><Relationship Id="rId23" Type="http://schemas.openxmlformats.org/officeDocument/2006/relationships/tags" Target="../tags/tag775.xml"/><Relationship Id="rId28" Type="http://schemas.openxmlformats.org/officeDocument/2006/relationships/tags" Target="../tags/tag780.xml"/><Relationship Id="rId36" Type="http://schemas.openxmlformats.org/officeDocument/2006/relationships/tags" Target="../tags/tag788.xml"/><Relationship Id="rId10" Type="http://schemas.openxmlformats.org/officeDocument/2006/relationships/audio" Target="../media/audio2.wav"/><Relationship Id="rId19" Type="http://schemas.openxmlformats.org/officeDocument/2006/relationships/tags" Target="../tags/tag771.xml"/><Relationship Id="rId31" Type="http://schemas.openxmlformats.org/officeDocument/2006/relationships/tags" Target="../tags/tag783.xml"/><Relationship Id="rId44" Type="http://schemas.openxmlformats.org/officeDocument/2006/relationships/slideLayout" Target="../slideLayouts/slideLayout12.xml"/><Relationship Id="rId4" Type="http://schemas.openxmlformats.org/officeDocument/2006/relationships/tags" Target="../tags/tag758.xml"/><Relationship Id="rId9" Type="http://schemas.openxmlformats.org/officeDocument/2006/relationships/tags" Target="../tags/tag762.xml"/><Relationship Id="rId14" Type="http://schemas.openxmlformats.org/officeDocument/2006/relationships/tags" Target="../tags/tag766.xml"/><Relationship Id="rId22" Type="http://schemas.openxmlformats.org/officeDocument/2006/relationships/tags" Target="../tags/tag774.xml"/><Relationship Id="rId27" Type="http://schemas.openxmlformats.org/officeDocument/2006/relationships/tags" Target="../tags/tag779.xml"/><Relationship Id="rId30" Type="http://schemas.openxmlformats.org/officeDocument/2006/relationships/tags" Target="../tags/tag782.xml"/><Relationship Id="rId35" Type="http://schemas.openxmlformats.org/officeDocument/2006/relationships/tags" Target="../tags/tag787.xml"/><Relationship Id="rId43" Type="http://schemas.openxmlformats.org/officeDocument/2006/relationships/tags" Target="../tags/tag795.xml"/><Relationship Id="rId48" Type="http://schemas.openxmlformats.org/officeDocument/2006/relationships/slide" Target="slide44.xml"/><Relationship Id="rId8" Type="http://schemas.openxmlformats.org/officeDocument/2006/relationships/audio" Target="../media/audio1.wav"/><Relationship Id="rId3" Type="http://schemas.openxmlformats.org/officeDocument/2006/relationships/tags" Target="../tags/tag757.xml"/><Relationship Id="rId12" Type="http://schemas.openxmlformats.org/officeDocument/2006/relationships/tags" Target="../tags/tag764.xml"/><Relationship Id="rId17" Type="http://schemas.openxmlformats.org/officeDocument/2006/relationships/tags" Target="../tags/tag769.xml"/><Relationship Id="rId25" Type="http://schemas.openxmlformats.org/officeDocument/2006/relationships/tags" Target="../tags/tag777.xml"/><Relationship Id="rId33" Type="http://schemas.openxmlformats.org/officeDocument/2006/relationships/tags" Target="../tags/tag785.xml"/><Relationship Id="rId38" Type="http://schemas.openxmlformats.org/officeDocument/2006/relationships/tags" Target="../tags/tag790.xml"/><Relationship Id="rId46" Type="http://schemas.openxmlformats.org/officeDocument/2006/relationships/image" Target="http://www.diamonddrilling.net/images/crawler_06.jpg" TargetMode="External"/><Relationship Id="rId20" Type="http://schemas.openxmlformats.org/officeDocument/2006/relationships/tags" Target="../tags/tag772.xml"/><Relationship Id="rId41" Type="http://schemas.openxmlformats.org/officeDocument/2006/relationships/tags" Target="../tags/tag793.xml"/></Relationships>
</file>

<file path=ppt/slides/_rels/slide44.xml.rels><?xml version="1.0" encoding="UTF-8" standalone="yes"?>
<Relationships xmlns="http://schemas.openxmlformats.org/package/2006/relationships"><Relationship Id="rId13" Type="http://schemas.openxmlformats.org/officeDocument/2006/relationships/tags" Target="../tags/tag806.xml"/><Relationship Id="rId18" Type="http://schemas.openxmlformats.org/officeDocument/2006/relationships/tags" Target="../tags/tag811.xml"/><Relationship Id="rId26" Type="http://schemas.openxmlformats.org/officeDocument/2006/relationships/tags" Target="../tags/tag819.xml"/><Relationship Id="rId39" Type="http://schemas.openxmlformats.org/officeDocument/2006/relationships/tags" Target="../tags/tag832.xml"/><Relationship Id="rId21" Type="http://schemas.openxmlformats.org/officeDocument/2006/relationships/tags" Target="../tags/tag814.xml"/><Relationship Id="rId34" Type="http://schemas.openxmlformats.org/officeDocument/2006/relationships/tags" Target="../tags/tag827.xml"/><Relationship Id="rId42" Type="http://schemas.openxmlformats.org/officeDocument/2006/relationships/tags" Target="../tags/tag835.xml"/><Relationship Id="rId47" Type="http://schemas.openxmlformats.org/officeDocument/2006/relationships/slide" Target="slide45.xml"/><Relationship Id="rId7" Type="http://schemas.openxmlformats.org/officeDocument/2006/relationships/audio" Target="../media/audio1.wav"/><Relationship Id="rId2" Type="http://schemas.openxmlformats.org/officeDocument/2006/relationships/tags" Target="../tags/tag797.xml"/><Relationship Id="rId16" Type="http://schemas.openxmlformats.org/officeDocument/2006/relationships/tags" Target="../tags/tag809.xml"/><Relationship Id="rId29" Type="http://schemas.openxmlformats.org/officeDocument/2006/relationships/tags" Target="../tags/tag822.xml"/><Relationship Id="rId1" Type="http://schemas.openxmlformats.org/officeDocument/2006/relationships/tags" Target="../tags/tag796.xml"/><Relationship Id="rId6" Type="http://schemas.openxmlformats.org/officeDocument/2006/relationships/tags" Target="../tags/tag801.xml"/><Relationship Id="rId11" Type="http://schemas.openxmlformats.org/officeDocument/2006/relationships/tags" Target="../tags/tag804.xml"/><Relationship Id="rId24" Type="http://schemas.openxmlformats.org/officeDocument/2006/relationships/tags" Target="../tags/tag817.xml"/><Relationship Id="rId32" Type="http://schemas.openxmlformats.org/officeDocument/2006/relationships/tags" Target="../tags/tag825.xml"/><Relationship Id="rId37" Type="http://schemas.openxmlformats.org/officeDocument/2006/relationships/tags" Target="../tags/tag830.xml"/><Relationship Id="rId40" Type="http://schemas.openxmlformats.org/officeDocument/2006/relationships/tags" Target="../tags/tag833.xml"/><Relationship Id="rId45" Type="http://schemas.openxmlformats.org/officeDocument/2006/relationships/image" Target="http://www.generaldynamitage.com/picts/dynamitage.jpg" TargetMode="External"/><Relationship Id="rId5" Type="http://schemas.openxmlformats.org/officeDocument/2006/relationships/tags" Target="../tags/tag800.xml"/><Relationship Id="rId15" Type="http://schemas.openxmlformats.org/officeDocument/2006/relationships/tags" Target="../tags/tag808.xml"/><Relationship Id="rId23" Type="http://schemas.openxmlformats.org/officeDocument/2006/relationships/tags" Target="../tags/tag816.xml"/><Relationship Id="rId28" Type="http://schemas.openxmlformats.org/officeDocument/2006/relationships/tags" Target="../tags/tag821.xml"/><Relationship Id="rId36" Type="http://schemas.openxmlformats.org/officeDocument/2006/relationships/tags" Target="../tags/tag829.xml"/><Relationship Id="rId10" Type="http://schemas.openxmlformats.org/officeDocument/2006/relationships/tags" Target="../tags/tag803.xml"/><Relationship Id="rId19" Type="http://schemas.openxmlformats.org/officeDocument/2006/relationships/tags" Target="../tags/tag812.xml"/><Relationship Id="rId31" Type="http://schemas.openxmlformats.org/officeDocument/2006/relationships/tags" Target="../tags/tag824.xml"/><Relationship Id="rId44" Type="http://schemas.openxmlformats.org/officeDocument/2006/relationships/image" Target="../media/image35.jpeg"/><Relationship Id="rId4" Type="http://schemas.openxmlformats.org/officeDocument/2006/relationships/tags" Target="../tags/tag799.xml"/><Relationship Id="rId9" Type="http://schemas.openxmlformats.org/officeDocument/2006/relationships/audio" Target="../media/audio2.wav"/><Relationship Id="rId14" Type="http://schemas.openxmlformats.org/officeDocument/2006/relationships/tags" Target="../tags/tag807.xml"/><Relationship Id="rId22" Type="http://schemas.openxmlformats.org/officeDocument/2006/relationships/tags" Target="../tags/tag815.xml"/><Relationship Id="rId27" Type="http://schemas.openxmlformats.org/officeDocument/2006/relationships/tags" Target="../tags/tag820.xml"/><Relationship Id="rId30" Type="http://schemas.openxmlformats.org/officeDocument/2006/relationships/tags" Target="../tags/tag823.xml"/><Relationship Id="rId35" Type="http://schemas.openxmlformats.org/officeDocument/2006/relationships/tags" Target="../tags/tag828.xml"/><Relationship Id="rId43" Type="http://schemas.openxmlformats.org/officeDocument/2006/relationships/slideLayout" Target="../slideLayouts/slideLayout12.xml"/><Relationship Id="rId8" Type="http://schemas.openxmlformats.org/officeDocument/2006/relationships/tags" Target="../tags/tag802.xml"/><Relationship Id="rId3" Type="http://schemas.openxmlformats.org/officeDocument/2006/relationships/tags" Target="../tags/tag798.xml"/><Relationship Id="rId12" Type="http://schemas.openxmlformats.org/officeDocument/2006/relationships/tags" Target="../tags/tag805.xml"/><Relationship Id="rId17" Type="http://schemas.openxmlformats.org/officeDocument/2006/relationships/tags" Target="../tags/tag810.xml"/><Relationship Id="rId25" Type="http://schemas.openxmlformats.org/officeDocument/2006/relationships/tags" Target="../tags/tag818.xml"/><Relationship Id="rId33" Type="http://schemas.openxmlformats.org/officeDocument/2006/relationships/tags" Target="../tags/tag826.xml"/><Relationship Id="rId38" Type="http://schemas.openxmlformats.org/officeDocument/2006/relationships/tags" Target="../tags/tag831.xml"/><Relationship Id="rId46" Type="http://schemas.openxmlformats.org/officeDocument/2006/relationships/image" Target="../media/image6.png"/><Relationship Id="rId20" Type="http://schemas.openxmlformats.org/officeDocument/2006/relationships/tags" Target="../tags/tag813.xml"/><Relationship Id="rId41" Type="http://schemas.openxmlformats.org/officeDocument/2006/relationships/tags" Target="../tags/tag834.xml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tags" Target="../tags/tag846.xml"/><Relationship Id="rId18" Type="http://schemas.openxmlformats.org/officeDocument/2006/relationships/tags" Target="../tags/tag851.xml"/><Relationship Id="rId26" Type="http://schemas.openxmlformats.org/officeDocument/2006/relationships/tags" Target="../tags/tag859.xml"/><Relationship Id="rId39" Type="http://schemas.openxmlformats.org/officeDocument/2006/relationships/tags" Target="../tags/tag872.xml"/><Relationship Id="rId21" Type="http://schemas.openxmlformats.org/officeDocument/2006/relationships/tags" Target="../tags/tag854.xml"/><Relationship Id="rId34" Type="http://schemas.openxmlformats.org/officeDocument/2006/relationships/tags" Target="../tags/tag867.xml"/><Relationship Id="rId42" Type="http://schemas.openxmlformats.org/officeDocument/2006/relationships/tags" Target="../tags/tag875.xml"/><Relationship Id="rId7" Type="http://schemas.openxmlformats.org/officeDocument/2006/relationships/audio" Target="../media/audio1.wav"/><Relationship Id="rId2" Type="http://schemas.openxmlformats.org/officeDocument/2006/relationships/tags" Target="../tags/tag837.xml"/><Relationship Id="rId16" Type="http://schemas.openxmlformats.org/officeDocument/2006/relationships/tags" Target="../tags/tag849.xml"/><Relationship Id="rId29" Type="http://schemas.openxmlformats.org/officeDocument/2006/relationships/tags" Target="../tags/tag862.xml"/><Relationship Id="rId1" Type="http://schemas.openxmlformats.org/officeDocument/2006/relationships/tags" Target="../tags/tag836.xml"/><Relationship Id="rId6" Type="http://schemas.openxmlformats.org/officeDocument/2006/relationships/tags" Target="../tags/tag841.xml"/><Relationship Id="rId11" Type="http://schemas.openxmlformats.org/officeDocument/2006/relationships/tags" Target="../tags/tag844.xml"/><Relationship Id="rId24" Type="http://schemas.openxmlformats.org/officeDocument/2006/relationships/tags" Target="../tags/tag857.xml"/><Relationship Id="rId32" Type="http://schemas.openxmlformats.org/officeDocument/2006/relationships/tags" Target="../tags/tag865.xml"/><Relationship Id="rId37" Type="http://schemas.openxmlformats.org/officeDocument/2006/relationships/tags" Target="../tags/tag870.xml"/><Relationship Id="rId40" Type="http://schemas.openxmlformats.org/officeDocument/2006/relationships/tags" Target="../tags/tag873.xml"/><Relationship Id="rId45" Type="http://schemas.openxmlformats.org/officeDocument/2006/relationships/image" Target="../media/image6.png"/><Relationship Id="rId5" Type="http://schemas.openxmlformats.org/officeDocument/2006/relationships/tags" Target="../tags/tag840.xml"/><Relationship Id="rId15" Type="http://schemas.openxmlformats.org/officeDocument/2006/relationships/tags" Target="../tags/tag848.xml"/><Relationship Id="rId23" Type="http://schemas.openxmlformats.org/officeDocument/2006/relationships/tags" Target="../tags/tag856.xml"/><Relationship Id="rId28" Type="http://schemas.openxmlformats.org/officeDocument/2006/relationships/tags" Target="../tags/tag861.xml"/><Relationship Id="rId36" Type="http://schemas.openxmlformats.org/officeDocument/2006/relationships/tags" Target="../tags/tag869.xml"/><Relationship Id="rId10" Type="http://schemas.openxmlformats.org/officeDocument/2006/relationships/tags" Target="../tags/tag843.xml"/><Relationship Id="rId19" Type="http://schemas.openxmlformats.org/officeDocument/2006/relationships/tags" Target="../tags/tag852.xml"/><Relationship Id="rId31" Type="http://schemas.openxmlformats.org/officeDocument/2006/relationships/tags" Target="../tags/tag864.xml"/><Relationship Id="rId44" Type="http://schemas.openxmlformats.org/officeDocument/2006/relationships/image" Target="../media/image36.emf"/><Relationship Id="rId4" Type="http://schemas.openxmlformats.org/officeDocument/2006/relationships/tags" Target="../tags/tag839.xml"/><Relationship Id="rId9" Type="http://schemas.openxmlformats.org/officeDocument/2006/relationships/audio" Target="../media/audio2.wav"/><Relationship Id="rId14" Type="http://schemas.openxmlformats.org/officeDocument/2006/relationships/tags" Target="../tags/tag847.xml"/><Relationship Id="rId22" Type="http://schemas.openxmlformats.org/officeDocument/2006/relationships/tags" Target="../tags/tag855.xml"/><Relationship Id="rId27" Type="http://schemas.openxmlformats.org/officeDocument/2006/relationships/tags" Target="../tags/tag860.xml"/><Relationship Id="rId30" Type="http://schemas.openxmlformats.org/officeDocument/2006/relationships/tags" Target="../tags/tag863.xml"/><Relationship Id="rId35" Type="http://schemas.openxmlformats.org/officeDocument/2006/relationships/tags" Target="../tags/tag868.xml"/><Relationship Id="rId43" Type="http://schemas.openxmlformats.org/officeDocument/2006/relationships/slideLayout" Target="../slideLayouts/slideLayout12.xml"/><Relationship Id="rId8" Type="http://schemas.openxmlformats.org/officeDocument/2006/relationships/tags" Target="../tags/tag842.xml"/><Relationship Id="rId3" Type="http://schemas.openxmlformats.org/officeDocument/2006/relationships/tags" Target="../tags/tag838.xml"/><Relationship Id="rId12" Type="http://schemas.openxmlformats.org/officeDocument/2006/relationships/tags" Target="../tags/tag845.xml"/><Relationship Id="rId17" Type="http://schemas.openxmlformats.org/officeDocument/2006/relationships/tags" Target="../tags/tag850.xml"/><Relationship Id="rId25" Type="http://schemas.openxmlformats.org/officeDocument/2006/relationships/tags" Target="../tags/tag858.xml"/><Relationship Id="rId33" Type="http://schemas.openxmlformats.org/officeDocument/2006/relationships/tags" Target="../tags/tag866.xml"/><Relationship Id="rId38" Type="http://schemas.openxmlformats.org/officeDocument/2006/relationships/tags" Target="../tags/tag871.xml"/><Relationship Id="rId46" Type="http://schemas.openxmlformats.org/officeDocument/2006/relationships/slide" Target="slide46.xml"/><Relationship Id="rId20" Type="http://schemas.openxmlformats.org/officeDocument/2006/relationships/tags" Target="../tags/tag853.xml"/><Relationship Id="rId41" Type="http://schemas.openxmlformats.org/officeDocument/2006/relationships/tags" Target="../tags/tag87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3" Type="http://schemas.openxmlformats.org/officeDocument/2006/relationships/tags" Target="../tags/tag878.xml"/><Relationship Id="rId7" Type="http://schemas.openxmlformats.org/officeDocument/2006/relationships/tags" Target="../tags/tag882.xml"/><Relationship Id="rId2" Type="http://schemas.openxmlformats.org/officeDocument/2006/relationships/tags" Target="../tags/tag877.xml"/><Relationship Id="rId1" Type="http://schemas.openxmlformats.org/officeDocument/2006/relationships/tags" Target="../tags/tag876.xml"/><Relationship Id="rId6" Type="http://schemas.openxmlformats.org/officeDocument/2006/relationships/tags" Target="../tags/tag881.xml"/><Relationship Id="rId11" Type="http://schemas.openxmlformats.org/officeDocument/2006/relationships/image" Target="http://www.diamonddrilling.net/images/crawler_06.jpg" TargetMode="External"/><Relationship Id="rId5" Type="http://schemas.openxmlformats.org/officeDocument/2006/relationships/tags" Target="../tags/tag880.xml"/><Relationship Id="rId10" Type="http://schemas.openxmlformats.org/officeDocument/2006/relationships/image" Target="../media/image34.jpeg"/><Relationship Id="rId4" Type="http://schemas.openxmlformats.org/officeDocument/2006/relationships/tags" Target="../tags/tag879.xml"/><Relationship Id="rId9" Type="http://schemas.openxmlformats.org/officeDocument/2006/relationships/slide" Target="slide4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3" Type="http://schemas.openxmlformats.org/officeDocument/2006/relationships/tags" Target="../tags/tag885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884.xml"/><Relationship Id="rId1" Type="http://schemas.openxmlformats.org/officeDocument/2006/relationships/tags" Target="../tags/tag883.xml"/><Relationship Id="rId6" Type="http://schemas.openxmlformats.org/officeDocument/2006/relationships/tags" Target="../tags/tag888.xml"/><Relationship Id="rId11" Type="http://schemas.openxmlformats.org/officeDocument/2006/relationships/image" Target="http://www.generaldynamitage.com/picts/dynamitage.jpg" TargetMode="External"/><Relationship Id="rId5" Type="http://schemas.openxmlformats.org/officeDocument/2006/relationships/tags" Target="../tags/tag887.xml"/><Relationship Id="rId10" Type="http://schemas.openxmlformats.org/officeDocument/2006/relationships/image" Target="../media/image35.jpeg"/><Relationship Id="rId4" Type="http://schemas.openxmlformats.org/officeDocument/2006/relationships/tags" Target="../tags/tag886.xml"/><Relationship Id="rId9" Type="http://schemas.openxmlformats.org/officeDocument/2006/relationships/slide" Target="slide48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891.xml"/><Relationship Id="rId7" Type="http://schemas.openxmlformats.org/officeDocument/2006/relationships/slideLayout" Target="../slideLayouts/slideLayout12.xml"/><Relationship Id="rId2" Type="http://schemas.openxmlformats.org/officeDocument/2006/relationships/tags" Target="../tags/tag890.xml"/><Relationship Id="rId1" Type="http://schemas.openxmlformats.org/officeDocument/2006/relationships/tags" Target="../tags/tag889.xml"/><Relationship Id="rId6" Type="http://schemas.openxmlformats.org/officeDocument/2006/relationships/tags" Target="../tags/tag894.xml"/><Relationship Id="rId5" Type="http://schemas.openxmlformats.org/officeDocument/2006/relationships/tags" Target="../tags/tag893.xml"/><Relationship Id="rId4" Type="http://schemas.openxmlformats.org/officeDocument/2006/relationships/tags" Target="../tags/tag892.xml"/><Relationship Id="rId9" Type="http://schemas.openxmlformats.org/officeDocument/2006/relationships/image" Target="../media/image36.emf"/></Relationships>
</file>

<file path=ppt/slides/_rels/slide49.xml.rels><?xml version="1.0" encoding="UTF-8" standalone="yes"?>
<Relationships xmlns="http://schemas.openxmlformats.org/package/2006/relationships"><Relationship Id="rId13" Type="http://schemas.openxmlformats.org/officeDocument/2006/relationships/tags" Target="../tags/tag905.xml"/><Relationship Id="rId18" Type="http://schemas.openxmlformats.org/officeDocument/2006/relationships/tags" Target="../tags/tag910.xml"/><Relationship Id="rId26" Type="http://schemas.openxmlformats.org/officeDocument/2006/relationships/tags" Target="../tags/tag918.xml"/><Relationship Id="rId39" Type="http://schemas.openxmlformats.org/officeDocument/2006/relationships/tags" Target="../tags/tag931.xml"/><Relationship Id="rId21" Type="http://schemas.openxmlformats.org/officeDocument/2006/relationships/tags" Target="../tags/tag913.xml"/><Relationship Id="rId34" Type="http://schemas.openxmlformats.org/officeDocument/2006/relationships/tags" Target="../tags/tag926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896.xml"/><Relationship Id="rId16" Type="http://schemas.openxmlformats.org/officeDocument/2006/relationships/tags" Target="../tags/tag908.xml"/><Relationship Id="rId20" Type="http://schemas.openxmlformats.org/officeDocument/2006/relationships/tags" Target="../tags/tag912.xml"/><Relationship Id="rId29" Type="http://schemas.openxmlformats.org/officeDocument/2006/relationships/tags" Target="../tags/tag921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895.xml"/><Relationship Id="rId6" Type="http://schemas.openxmlformats.org/officeDocument/2006/relationships/tags" Target="../tags/tag899.xml"/><Relationship Id="rId11" Type="http://schemas.openxmlformats.org/officeDocument/2006/relationships/tags" Target="../tags/tag903.xml"/><Relationship Id="rId24" Type="http://schemas.openxmlformats.org/officeDocument/2006/relationships/tags" Target="../tags/tag916.xml"/><Relationship Id="rId32" Type="http://schemas.openxmlformats.org/officeDocument/2006/relationships/tags" Target="../tags/tag924.xml"/><Relationship Id="rId37" Type="http://schemas.openxmlformats.org/officeDocument/2006/relationships/tags" Target="../tags/tag929.xml"/><Relationship Id="rId40" Type="http://schemas.openxmlformats.org/officeDocument/2006/relationships/tags" Target="../tags/tag932.xml"/><Relationship Id="rId5" Type="http://schemas.openxmlformats.org/officeDocument/2006/relationships/audio" Target="../media/audio1.wav"/><Relationship Id="rId15" Type="http://schemas.openxmlformats.org/officeDocument/2006/relationships/tags" Target="../tags/tag907.xml"/><Relationship Id="rId23" Type="http://schemas.openxmlformats.org/officeDocument/2006/relationships/tags" Target="../tags/tag915.xml"/><Relationship Id="rId28" Type="http://schemas.openxmlformats.org/officeDocument/2006/relationships/tags" Target="../tags/tag920.xml"/><Relationship Id="rId36" Type="http://schemas.openxmlformats.org/officeDocument/2006/relationships/tags" Target="../tags/tag928.xml"/><Relationship Id="rId10" Type="http://schemas.openxmlformats.org/officeDocument/2006/relationships/tags" Target="../tags/tag902.xml"/><Relationship Id="rId19" Type="http://schemas.openxmlformats.org/officeDocument/2006/relationships/tags" Target="../tags/tag911.xml"/><Relationship Id="rId31" Type="http://schemas.openxmlformats.org/officeDocument/2006/relationships/tags" Target="../tags/tag923.xml"/><Relationship Id="rId4" Type="http://schemas.openxmlformats.org/officeDocument/2006/relationships/tags" Target="../tags/tag898.xml"/><Relationship Id="rId9" Type="http://schemas.openxmlformats.org/officeDocument/2006/relationships/tags" Target="../tags/tag901.xml"/><Relationship Id="rId14" Type="http://schemas.openxmlformats.org/officeDocument/2006/relationships/tags" Target="../tags/tag906.xml"/><Relationship Id="rId22" Type="http://schemas.openxmlformats.org/officeDocument/2006/relationships/tags" Target="../tags/tag914.xml"/><Relationship Id="rId27" Type="http://schemas.openxmlformats.org/officeDocument/2006/relationships/tags" Target="../tags/tag919.xml"/><Relationship Id="rId30" Type="http://schemas.openxmlformats.org/officeDocument/2006/relationships/tags" Target="../tags/tag922.xml"/><Relationship Id="rId35" Type="http://schemas.openxmlformats.org/officeDocument/2006/relationships/tags" Target="../tags/tag927.xml"/><Relationship Id="rId43" Type="http://schemas.openxmlformats.org/officeDocument/2006/relationships/slide" Target="slide50.xml"/><Relationship Id="rId8" Type="http://schemas.openxmlformats.org/officeDocument/2006/relationships/tags" Target="../tags/tag900.xml"/><Relationship Id="rId3" Type="http://schemas.openxmlformats.org/officeDocument/2006/relationships/tags" Target="../tags/tag897.xml"/><Relationship Id="rId12" Type="http://schemas.openxmlformats.org/officeDocument/2006/relationships/tags" Target="../tags/tag904.xml"/><Relationship Id="rId17" Type="http://schemas.openxmlformats.org/officeDocument/2006/relationships/tags" Target="../tags/tag909.xml"/><Relationship Id="rId25" Type="http://schemas.openxmlformats.org/officeDocument/2006/relationships/tags" Target="../tags/tag917.xml"/><Relationship Id="rId33" Type="http://schemas.openxmlformats.org/officeDocument/2006/relationships/tags" Target="../tags/tag925.xml"/><Relationship Id="rId38" Type="http://schemas.openxmlformats.org/officeDocument/2006/relationships/tags" Target="../tags/tag930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tags" Target="../tags/tag935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934.xml"/><Relationship Id="rId1" Type="http://schemas.openxmlformats.org/officeDocument/2006/relationships/tags" Target="../tags/tag933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37.xml"/><Relationship Id="rId4" Type="http://schemas.openxmlformats.org/officeDocument/2006/relationships/tags" Target="../tags/tag936.xml"/><Relationship Id="rId9" Type="http://schemas.openxmlformats.org/officeDocument/2006/relationships/slide" Target="slide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940.xml"/><Relationship Id="rId7" Type="http://schemas.openxmlformats.org/officeDocument/2006/relationships/slide" Target="slide3.xml"/><Relationship Id="rId2" Type="http://schemas.openxmlformats.org/officeDocument/2006/relationships/tags" Target="../tags/tag939.xml"/><Relationship Id="rId1" Type="http://schemas.openxmlformats.org/officeDocument/2006/relationships/tags" Target="../tags/tag93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2.xml"/><Relationship Id="rId4" Type="http://schemas.openxmlformats.org/officeDocument/2006/relationships/tags" Target="../tags/tag941.xml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tags" Target="../tags/tag953.xml"/><Relationship Id="rId18" Type="http://schemas.openxmlformats.org/officeDocument/2006/relationships/tags" Target="../tags/tag958.xml"/><Relationship Id="rId26" Type="http://schemas.openxmlformats.org/officeDocument/2006/relationships/tags" Target="../tags/tag966.xml"/><Relationship Id="rId39" Type="http://schemas.openxmlformats.org/officeDocument/2006/relationships/tags" Target="../tags/tag979.xml"/><Relationship Id="rId21" Type="http://schemas.openxmlformats.org/officeDocument/2006/relationships/tags" Target="../tags/tag961.xml"/><Relationship Id="rId34" Type="http://schemas.openxmlformats.org/officeDocument/2006/relationships/tags" Target="../tags/tag974.xml"/><Relationship Id="rId42" Type="http://schemas.openxmlformats.org/officeDocument/2006/relationships/tags" Target="../tags/tag982.xml"/><Relationship Id="rId47" Type="http://schemas.openxmlformats.org/officeDocument/2006/relationships/image" Target="../media/image38.png"/><Relationship Id="rId50" Type="http://schemas.openxmlformats.org/officeDocument/2006/relationships/image" Target="../media/image40.jpeg"/><Relationship Id="rId55" Type="http://schemas.openxmlformats.org/officeDocument/2006/relationships/slide" Target="slide53.xml"/><Relationship Id="rId7" Type="http://schemas.openxmlformats.org/officeDocument/2006/relationships/tags" Target="../tags/tag947.xml"/><Relationship Id="rId2" Type="http://schemas.openxmlformats.org/officeDocument/2006/relationships/tags" Target="../tags/tag943.xml"/><Relationship Id="rId16" Type="http://schemas.openxmlformats.org/officeDocument/2006/relationships/tags" Target="../tags/tag956.xml"/><Relationship Id="rId29" Type="http://schemas.openxmlformats.org/officeDocument/2006/relationships/tags" Target="../tags/tag969.xml"/><Relationship Id="rId11" Type="http://schemas.openxmlformats.org/officeDocument/2006/relationships/tags" Target="../tags/tag951.xml"/><Relationship Id="rId24" Type="http://schemas.openxmlformats.org/officeDocument/2006/relationships/tags" Target="../tags/tag964.xml"/><Relationship Id="rId32" Type="http://schemas.openxmlformats.org/officeDocument/2006/relationships/tags" Target="../tags/tag972.xml"/><Relationship Id="rId37" Type="http://schemas.openxmlformats.org/officeDocument/2006/relationships/tags" Target="../tags/tag977.xml"/><Relationship Id="rId40" Type="http://schemas.openxmlformats.org/officeDocument/2006/relationships/tags" Target="../tags/tag980.xml"/><Relationship Id="rId45" Type="http://schemas.openxmlformats.org/officeDocument/2006/relationships/slideLayout" Target="../slideLayouts/slideLayout2.xml"/><Relationship Id="rId53" Type="http://schemas.openxmlformats.org/officeDocument/2006/relationships/image" Target="../media/image42.png"/><Relationship Id="rId5" Type="http://schemas.openxmlformats.org/officeDocument/2006/relationships/tags" Target="../tags/tag945.xml"/><Relationship Id="rId10" Type="http://schemas.openxmlformats.org/officeDocument/2006/relationships/tags" Target="../tags/tag950.xml"/><Relationship Id="rId19" Type="http://schemas.openxmlformats.org/officeDocument/2006/relationships/tags" Target="../tags/tag959.xml"/><Relationship Id="rId31" Type="http://schemas.openxmlformats.org/officeDocument/2006/relationships/tags" Target="../tags/tag971.xml"/><Relationship Id="rId44" Type="http://schemas.openxmlformats.org/officeDocument/2006/relationships/tags" Target="../tags/tag984.xml"/><Relationship Id="rId52" Type="http://schemas.openxmlformats.org/officeDocument/2006/relationships/image" Target="../media/image41.png"/><Relationship Id="rId4" Type="http://schemas.openxmlformats.org/officeDocument/2006/relationships/tags" Target="../tags/tag944.xml"/><Relationship Id="rId9" Type="http://schemas.openxmlformats.org/officeDocument/2006/relationships/tags" Target="../tags/tag949.xml"/><Relationship Id="rId14" Type="http://schemas.openxmlformats.org/officeDocument/2006/relationships/tags" Target="../tags/tag954.xml"/><Relationship Id="rId22" Type="http://schemas.openxmlformats.org/officeDocument/2006/relationships/tags" Target="../tags/tag962.xml"/><Relationship Id="rId27" Type="http://schemas.openxmlformats.org/officeDocument/2006/relationships/tags" Target="../tags/tag967.xml"/><Relationship Id="rId30" Type="http://schemas.openxmlformats.org/officeDocument/2006/relationships/tags" Target="../tags/tag970.xml"/><Relationship Id="rId35" Type="http://schemas.openxmlformats.org/officeDocument/2006/relationships/tags" Target="../tags/tag975.xml"/><Relationship Id="rId43" Type="http://schemas.openxmlformats.org/officeDocument/2006/relationships/tags" Target="../tags/tag983.xml"/><Relationship Id="rId48" Type="http://schemas.openxmlformats.org/officeDocument/2006/relationships/image" Target="../media/image39.png"/><Relationship Id="rId8" Type="http://schemas.openxmlformats.org/officeDocument/2006/relationships/tags" Target="../tags/tag948.xml"/><Relationship Id="rId51" Type="http://schemas.openxmlformats.org/officeDocument/2006/relationships/image" Target="http://media.truckblog.com/ai/2007/2197.jpg" TargetMode="External"/><Relationship Id="rId3" Type="http://schemas.openxmlformats.org/officeDocument/2006/relationships/audio" Target="../media/audio1.wav"/><Relationship Id="rId12" Type="http://schemas.openxmlformats.org/officeDocument/2006/relationships/tags" Target="../tags/tag952.xml"/><Relationship Id="rId17" Type="http://schemas.openxmlformats.org/officeDocument/2006/relationships/tags" Target="../tags/tag957.xml"/><Relationship Id="rId25" Type="http://schemas.openxmlformats.org/officeDocument/2006/relationships/tags" Target="../tags/tag965.xml"/><Relationship Id="rId33" Type="http://schemas.openxmlformats.org/officeDocument/2006/relationships/tags" Target="../tags/tag973.xml"/><Relationship Id="rId38" Type="http://schemas.openxmlformats.org/officeDocument/2006/relationships/tags" Target="../tags/tag978.xml"/><Relationship Id="rId46" Type="http://schemas.openxmlformats.org/officeDocument/2006/relationships/image" Target="../media/image6.png"/><Relationship Id="rId20" Type="http://schemas.openxmlformats.org/officeDocument/2006/relationships/tags" Target="../tags/tag960.xml"/><Relationship Id="rId41" Type="http://schemas.openxmlformats.org/officeDocument/2006/relationships/tags" Target="../tags/tag981.xml"/><Relationship Id="rId54" Type="http://schemas.openxmlformats.org/officeDocument/2006/relationships/image" Target="../media/image43.png"/><Relationship Id="rId1" Type="http://schemas.openxmlformats.org/officeDocument/2006/relationships/audio" Target="../media/audio2.wav"/><Relationship Id="rId6" Type="http://schemas.openxmlformats.org/officeDocument/2006/relationships/tags" Target="../tags/tag946.xml"/><Relationship Id="rId15" Type="http://schemas.openxmlformats.org/officeDocument/2006/relationships/tags" Target="../tags/tag955.xml"/><Relationship Id="rId23" Type="http://schemas.openxmlformats.org/officeDocument/2006/relationships/tags" Target="../tags/tag963.xml"/><Relationship Id="rId28" Type="http://schemas.openxmlformats.org/officeDocument/2006/relationships/tags" Target="../tags/tag968.xml"/><Relationship Id="rId36" Type="http://schemas.openxmlformats.org/officeDocument/2006/relationships/tags" Target="../tags/tag976.xml"/><Relationship Id="rId49" Type="http://schemas.openxmlformats.org/officeDocument/2006/relationships/image" Target="http://www.seeklogo.com/images/K/KENWORTH-logo-32463CD51C-seeklogo.com.gif" TargetMode="Externa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989.xml"/><Relationship Id="rId13" Type="http://schemas.openxmlformats.org/officeDocument/2006/relationships/image" Target="../media/image46.png"/><Relationship Id="rId3" Type="http://schemas.openxmlformats.org/officeDocument/2006/relationships/audio" Target="file:///D:\Data\Mes%20images\Tourn&#233;e%20des%20classes\1163.mp3" TargetMode="External"/><Relationship Id="rId7" Type="http://schemas.openxmlformats.org/officeDocument/2006/relationships/tags" Target="../tags/tag988.xml"/><Relationship Id="rId12" Type="http://schemas.openxmlformats.org/officeDocument/2006/relationships/image" Target="../media/image45.png"/><Relationship Id="rId2" Type="http://schemas.openxmlformats.org/officeDocument/2006/relationships/audio" Target="file:///D:\Data\Mes%20images\Tourn&#233;e%20des%20classes\1653.mp3" TargetMode="External"/><Relationship Id="rId1" Type="http://schemas.openxmlformats.org/officeDocument/2006/relationships/audio" Target="../media/audio3.wav"/><Relationship Id="rId6" Type="http://schemas.openxmlformats.org/officeDocument/2006/relationships/tags" Target="../tags/tag987.xml"/><Relationship Id="rId11" Type="http://schemas.openxmlformats.org/officeDocument/2006/relationships/image" Target="../media/image44.png"/><Relationship Id="rId5" Type="http://schemas.openxmlformats.org/officeDocument/2006/relationships/tags" Target="../tags/tag986.xml"/><Relationship Id="rId15" Type="http://schemas.openxmlformats.org/officeDocument/2006/relationships/slide" Target="slide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985.xml"/><Relationship Id="rId9" Type="http://schemas.openxmlformats.org/officeDocument/2006/relationships/tags" Target="../tags/tag990.xml"/><Relationship Id="rId14" Type="http://schemas.openxmlformats.org/officeDocument/2006/relationships/image" Target="../media/image47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tags" Target="../tags/tag993.xml"/><Relationship Id="rId2" Type="http://schemas.openxmlformats.org/officeDocument/2006/relationships/tags" Target="../tags/tag992.xml"/><Relationship Id="rId1" Type="http://schemas.openxmlformats.org/officeDocument/2006/relationships/tags" Target="../tags/tag991.xml"/><Relationship Id="rId6" Type="http://schemas.openxmlformats.org/officeDocument/2006/relationships/slide" Target="slide5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94.xml"/></Relationships>
</file>

<file path=ppt/slides/_rels/slide55.xml.rels><?xml version="1.0" encoding="UTF-8" standalone="yes"?>
<Relationships xmlns="http://schemas.openxmlformats.org/package/2006/relationships"><Relationship Id="rId13" Type="http://schemas.openxmlformats.org/officeDocument/2006/relationships/tags" Target="../tags/tag1005.xml"/><Relationship Id="rId18" Type="http://schemas.openxmlformats.org/officeDocument/2006/relationships/tags" Target="../tags/tag1010.xml"/><Relationship Id="rId26" Type="http://schemas.openxmlformats.org/officeDocument/2006/relationships/tags" Target="../tags/tag1018.xml"/><Relationship Id="rId39" Type="http://schemas.openxmlformats.org/officeDocument/2006/relationships/tags" Target="../tags/tag1031.xml"/><Relationship Id="rId21" Type="http://schemas.openxmlformats.org/officeDocument/2006/relationships/tags" Target="../tags/tag1013.xml"/><Relationship Id="rId34" Type="http://schemas.openxmlformats.org/officeDocument/2006/relationships/tags" Target="../tags/tag1026.xml"/><Relationship Id="rId42" Type="http://schemas.openxmlformats.org/officeDocument/2006/relationships/slide" Target="slide56.xml"/><Relationship Id="rId7" Type="http://schemas.openxmlformats.org/officeDocument/2006/relationships/tags" Target="../tags/tag999.xml"/><Relationship Id="rId2" Type="http://schemas.openxmlformats.org/officeDocument/2006/relationships/tags" Target="../tags/tag996.xml"/><Relationship Id="rId16" Type="http://schemas.openxmlformats.org/officeDocument/2006/relationships/tags" Target="../tags/tag1008.xml"/><Relationship Id="rId20" Type="http://schemas.openxmlformats.org/officeDocument/2006/relationships/tags" Target="../tags/tag1012.xml"/><Relationship Id="rId29" Type="http://schemas.openxmlformats.org/officeDocument/2006/relationships/tags" Target="../tags/tag1021.xml"/><Relationship Id="rId41" Type="http://schemas.openxmlformats.org/officeDocument/2006/relationships/image" Target="../media/image6.png"/><Relationship Id="rId1" Type="http://schemas.openxmlformats.org/officeDocument/2006/relationships/tags" Target="../tags/tag995.xml"/><Relationship Id="rId6" Type="http://schemas.openxmlformats.org/officeDocument/2006/relationships/audio" Target="../media/audio2.wav"/><Relationship Id="rId11" Type="http://schemas.openxmlformats.org/officeDocument/2006/relationships/tags" Target="../tags/tag1003.xml"/><Relationship Id="rId24" Type="http://schemas.openxmlformats.org/officeDocument/2006/relationships/tags" Target="../tags/tag1016.xml"/><Relationship Id="rId32" Type="http://schemas.openxmlformats.org/officeDocument/2006/relationships/tags" Target="../tags/tag1024.xml"/><Relationship Id="rId37" Type="http://schemas.openxmlformats.org/officeDocument/2006/relationships/tags" Target="../tags/tag1029.xml"/><Relationship Id="rId40" Type="http://schemas.openxmlformats.org/officeDocument/2006/relationships/slideLayout" Target="../slideLayouts/slideLayout2.xml"/><Relationship Id="rId5" Type="http://schemas.openxmlformats.org/officeDocument/2006/relationships/tags" Target="../tags/tag998.xml"/><Relationship Id="rId15" Type="http://schemas.openxmlformats.org/officeDocument/2006/relationships/tags" Target="../tags/tag1007.xml"/><Relationship Id="rId23" Type="http://schemas.openxmlformats.org/officeDocument/2006/relationships/tags" Target="../tags/tag1015.xml"/><Relationship Id="rId28" Type="http://schemas.openxmlformats.org/officeDocument/2006/relationships/tags" Target="../tags/tag1020.xml"/><Relationship Id="rId36" Type="http://schemas.openxmlformats.org/officeDocument/2006/relationships/tags" Target="../tags/tag1028.xml"/><Relationship Id="rId10" Type="http://schemas.openxmlformats.org/officeDocument/2006/relationships/tags" Target="../tags/tag1002.xml"/><Relationship Id="rId19" Type="http://schemas.openxmlformats.org/officeDocument/2006/relationships/tags" Target="../tags/tag1011.xml"/><Relationship Id="rId31" Type="http://schemas.openxmlformats.org/officeDocument/2006/relationships/tags" Target="../tags/tag1023.xml"/><Relationship Id="rId4" Type="http://schemas.openxmlformats.org/officeDocument/2006/relationships/audio" Target="../media/audio1.wav"/><Relationship Id="rId9" Type="http://schemas.openxmlformats.org/officeDocument/2006/relationships/tags" Target="../tags/tag1001.xml"/><Relationship Id="rId14" Type="http://schemas.openxmlformats.org/officeDocument/2006/relationships/tags" Target="../tags/tag1006.xml"/><Relationship Id="rId22" Type="http://schemas.openxmlformats.org/officeDocument/2006/relationships/tags" Target="../tags/tag1014.xml"/><Relationship Id="rId27" Type="http://schemas.openxmlformats.org/officeDocument/2006/relationships/tags" Target="../tags/tag1019.xml"/><Relationship Id="rId30" Type="http://schemas.openxmlformats.org/officeDocument/2006/relationships/tags" Target="../tags/tag1022.xml"/><Relationship Id="rId35" Type="http://schemas.openxmlformats.org/officeDocument/2006/relationships/tags" Target="../tags/tag1027.xml"/><Relationship Id="rId8" Type="http://schemas.openxmlformats.org/officeDocument/2006/relationships/tags" Target="../tags/tag1000.xml"/><Relationship Id="rId3" Type="http://schemas.openxmlformats.org/officeDocument/2006/relationships/tags" Target="../tags/tag997.xml"/><Relationship Id="rId12" Type="http://schemas.openxmlformats.org/officeDocument/2006/relationships/tags" Target="../tags/tag1004.xml"/><Relationship Id="rId17" Type="http://schemas.openxmlformats.org/officeDocument/2006/relationships/tags" Target="../tags/tag1009.xml"/><Relationship Id="rId25" Type="http://schemas.openxmlformats.org/officeDocument/2006/relationships/tags" Target="../tags/tag1017.xml"/><Relationship Id="rId33" Type="http://schemas.openxmlformats.org/officeDocument/2006/relationships/tags" Target="../tags/tag1025.xml"/><Relationship Id="rId38" Type="http://schemas.openxmlformats.org/officeDocument/2006/relationships/tags" Target="../tags/tag1030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eg"/><Relationship Id="rId3" Type="http://schemas.openxmlformats.org/officeDocument/2006/relationships/tags" Target="../tags/tag1034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033.xml"/><Relationship Id="rId1" Type="http://schemas.openxmlformats.org/officeDocument/2006/relationships/tags" Target="../tags/tag1032.xml"/><Relationship Id="rId6" Type="http://schemas.openxmlformats.org/officeDocument/2006/relationships/tags" Target="../tags/tag1037.xml"/><Relationship Id="rId5" Type="http://schemas.openxmlformats.org/officeDocument/2006/relationships/tags" Target="../tags/tag1036.xml"/><Relationship Id="rId4" Type="http://schemas.openxmlformats.org/officeDocument/2006/relationships/tags" Target="../tags/tag1035.xml"/><Relationship Id="rId9" Type="http://schemas.openxmlformats.org/officeDocument/2006/relationships/slide" Target="slide5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1040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039.xml"/><Relationship Id="rId1" Type="http://schemas.openxmlformats.org/officeDocument/2006/relationships/tags" Target="../tags/tag1038.xml"/><Relationship Id="rId6" Type="http://schemas.openxmlformats.org/officeDocument/2006/relationships/tags" Target="../tags/tag1043.xml"/><Relationship Id="rId5" Type="http://schemas.openxmlformats.org/officeDocument/2006/relationships/tags" Target="../tags/tag1042.xml"/><Relationship Id="rId4" Type="http://schemas.openxmlformats.org/officeDocument/2006/relationships/tags" Target="../tags/tag1041.xml"/></Relationships>
</file>

<file path=ppt/slides/_rels/slide58.xml.rels><?xml version="1.0" encoding="UTF-8" standalone="yes"?>
<Relationships xmlns="http://schemas.openxmlformats.org/package/2006/relationships"><Relationship Id="rId13" Type="http://schemas.openxmlformats.org/officeDocument/2006/relationships/tags" Target="../tags/tag1054.xml"/><Relationship Id="rId18" Type="http://schemas.openxmlformats.org/officeDocument/2006/relationships/tags" Target="../tags/tag1059.xml"/><Relationship Id="rId26" Type="http://schemas.openxmlformats.org/officeDocument/2006/relationships/tags" Target="../tags/tag1067.xml"/><Relationship Id="rId39" Type="http://schemas.openxmlformats.org/officeDocument/2006/relationships/tags" Target="../tags/tag1080.xml"/><Relationship Id="rId21" Type="http://schemas.openxmlformats.org/officeDocument/2006/relationships/tags" Target="../tags/tag1062.xml"/><Relationship Id="rId34" Type="http://schemas.openxmlformats.org/officeDocument/2006/relationships/tags" Target="../tags/tag1075.xml"/><Relationship Id="rId42" Type="http://schemas.openxmlformats.org/officeDocument/2006/relationships/tags" Target="../tags/tag1083.xml"/><Relationship Id="rId47" Type="http://schemas.openxmlformats.org/officeDocument/2006/relationships/tags" Target="../tags/tag1088.xml"/><Relationship Id="rId50" Type="http://schemas.openxmlformats.org/officeDocument/2006/relationships/tags" Target="../tags/tag1091.xml"/><Relationship Id="rId55" Type="http://schemas.openxmlformats.org/officeDocument/2006/relationships/tags" Target="../tags/tag1096.xml"/><Relationship Id="rId7" Type="http://schemas.openxmlformats.org/officeDocument/2006/relationships/tags" Target="../tags/tag1048.xml"/><Relationship Id="rId2" Type="http://schemas.openxmlformats.org/officeDocument/2006/relationships/tags" Target="../tags/tag1045.xml"/><Relationship Id="rId16" Type="http://schemas.openxmlformats.org/officeDocument/2006/relationships/tags" Target="../tags/tag1057.xml"/><Relationship Id="rId29" Type="http://schemas.openxmlformats.org/officeDocument/2006/relationships/tags" Target="../tags/tag1070.xml"/><Relationship Id="rId11" Type="http://schemas.openxmlformats.org/officeDocument/2006/relationships/tags" Target="../tags/tag1052.xml"/><Relationship Id="rId24" Type="http://schemas.openxmlformats.org/officeDocument/2006/relationships/tags" Target="../tags/tag1065.xml"/><Relationship Id="rId32" Type="http://schemas.openxmlformats.org/officeDocument/2006/relationships/tags" Target="../tags/tag1073.xml"/><Relationship Id="rId37" Type="http://schemas.openxmlformats.org/officeDocument/2006/relationships/tags" Target="../tags/tag1078.xml"/><Relationship Id="rId40" Type="http://schemas.openxmlformats.org/officeDocument/2006/relationships/tags" Target="../tags/tag1081.xml"/><Relationship Id="rId45" Type="http://schemas.openxmlformats.org/officeDocument/2006/relationships/tags" Target="../tags/tag1086.xml"/><Relationship Id="rId53" Type="http://schemas.openxmlformats.org/officeDocument/2006/relationships/tags" Target="../tags/tag1094.xml"/><Relationship Id="rId58" Type="http://schemas.openxmlformats.org/officeDocument/2006/relationships/tags" Target="../tags/tag1099.xml"/><Relationship Id="rId5" Type="http://schemas.openxmlformats.org/officeDocument/2006/relationships/tags" Target="../tags/tag1047.xml"/><Relationship Id="rId61" Type="http://schemas.openxmlformats.org/officeDocument/2006/relationships/image" Target="../media/image6.png"/><Relationship Id="rId19" Type="http://schemas.openxmlformats.org/officeDocument/2006/relationships/tags" Target="../tags/tag1060.xml"/><Relationship Id="rId14" Type="http://schemas.openxmlformats.org/officeDocument/2006/relationships/tags" Target="../tags/tag1055.xml"/><Relationship Id="rId22" Type="http://schemas.openxmlformats.org/officeDocument/2006/relationships/tags" Target="../tags/tag1063.xml"/><Relationship Id="rId27" Type="http://schemas.openxmlformats.org/officeDocument/2006/relationships/tags" Target="../tags/tag1068.xml"/><Relationship Id="rId30" Type="http://schemas.openxmlformats.org/officeDocument/2006/relationships/tags" Target="../tags/tag1071.xml"/><Relationship Id="rId35" Type="http://schemas.openxmlformats.org/officeDocument/2006/relationships/tags" Target="../tags/tag1076.xml"/><Relationship Id="rId43" Type="http://schemas.openxmlformats.org/officeDocument/2006/relationships/tags" Target="../tags/tag1084.xml"/><Relationship Id="rId48" Type="http://schemas.openxmlformats.org/officeDocument/2006/relationships/tags" Target="../tags/tag1089.xml"/><Relationship Id="rId56" Type="http://schemas.openxmlformats.org/officeDocument/2006/relationships/tags" Target="../tags/tag1097.xml"/><Relationship Id="rId8" Type="http://schemas.openxmlformats.org/officeDocument/2006/relationships/tags" Target="../tags/tag1049.xml"/><Relationship Id="rId51" Type="http://schemas.openxmlformats.org/officeDocument/2006/relationships/tags" Target="../tags/tag1092.xml"/><Relationship Id="rId3" Type="http://schemas.openxmlformats.org/officeDocument/2006/relationships/tags" Target="../tags/tag1046.xml"/><Relationship Id="rId12" Type="http://schemas.openxmlformats.org/officeDocument/2006/relationships/tags" Target="../tags/tag1053.xml"/><Relationship Id="rId17" Type="http://schemas.openxmlformats.org/officeDocument/2006/relationships/tags" Target="../tags/tag1058.xml"/><Relationship Id="rId25" Type="http://schemas.openxmlformats.org/officeDocument/2006/relationships/tags" Target="../tags/tag1066.xml"/><Relationship Id="rId33" Type="http://schemas.openxmlformats.org/officeDocument/2006/relationships/tags" Target="../tags/tag1074.xml"/><Relationship Id="rId38" Type="http://schemas.openxmlformats.org/officeDocument/2006/relationships/tags" Target="../tags/tag1079.xml"/><Relationship Id="rId46" Type="http://schemas.openxmlformats.org/officeDocument/2006/relationships/tags" Target="../tags/tag1087.xml"/><Relationship Id="rId59" Type="http://schemas.openxmlformats.org/officeDocument/2006/relationships/tags" Target="../tags/tag1100.xml"/><Relationship Id="rId20" Type="http://schemas.openxmlformats.org/officeDocument/2006/relationships/tags" Target="../tags/tag1061.xml"/><Relationship Id="rId41" Type="http://schemas.openxmlformats.org/officeDocument/2006/relationships/tags" Target="../tags/tag1082.xml"/><Relationship Id="rId54" Type="http://schemas.openxmlformats.org/officeDocument/2006/relationships/tags" Target="../tags/tag1095.xml"/><Relationship Id="rId62" Type="http://schemas.openxmlformats.org/officeDocument/2006/relationships/slide" Target="slide59.xml"/><Relationship Id="rId1" Type="http://schemas.openxmlformats.org/officeDocument/2006/relationships/tags" Target="../tags/tag1044.xml"/><Relationship Id="rId6" Type="http://schemas.openxmlformats.org/officeDocument/2006/relationships/audio" Target="../media/audio2.wav"/><Relationship Id="rId15" Type="http://schemas.openxmlformats.org/officeDocument/2006/relationships/tags" Target="../tags/tag1056.xml"/><Relationship Id="rId23" Type="http://schemas.openxmlformats.org/officeDocument/2006/relationships/tags" Target="../tags/tag1064.xml"/><Relationship Id="rId28" Type="http://schemas.openxmlformats.org/officeDocument/2006/relationships/tags" Target="../tags/tag1069.xml"/><Relationship Id="rId36" Type="http://schemas.openxmlformats.org/officeDocument/2006/relationships/tags" Target="../tags/tag1077.xml"/><Relationship Id="rId49" Type="http://schemas.openxmlformats.org/officeDocument/2006/relationships/tags" Target="../tags/tag1090.xml"/><Relationship Id="rId57" Type="http://schemas.openxmlformats.org/officeDocument/2006/relationships/tags" Target="../tags/tag1098.xml"/><Relationship Id="rId10" Type="http://schemas.openxmlformats.org/officeDocument/2006/relationships/tags" Target="../tags/tag1051.xml"/><Relationship Id="rId31" Type="http://schemas.openxmlformats.org/officeDocument/2006/relationships/tags" Target="../tags/tag1072.xml"/><Relationship Id="rId44" Type="http://schemas.openxmlformats.org/officeDocument/2006/relationships/tags" Target="../tags/tag1085.xml"/><Relationship Id="rId52" Type="http://schemas.openxmlformats.org/officeDocument/2006/relationships/tags" Target="../tags/tag1093.xml"/><Relationship Id="rId60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9" Type="http://schemas.openxmlformats.org/officeDocument/2006/relationships/tags" Target="../tags/tag1050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1103.xml"/><Relationship Id="rId7" Type="http://schemas.openxmlformats.org/officeDocument/2006/relationships/tags" Target="../tags/tag1107.xml"/><Relationship Id="rId2" Type="http://schemas.openxmlformats.org/officeDocument/2006/relationships/tags" Target="../tags/tag1102.xml"/><Relationship Id="rId1" Type="http://schemas.openxmlformats.org/officeDocument/2006/relationships/tags" Target="../tags/tag1101.xml"/><Relationship Id="rId6" Type="http://schemas.openxmlformats.org/officeDocument/2006/relationships/tags" Target="../tags/tag1106.xml"/><Relationship Id="rId5" Type="http://schemas.openxmlformats.org/officeDocument/2006/relationships/tags" Target="../tags/tag1105.xml"/><Relationship Id="rId10" Type="http://schemas.openxmlformats.org/officeDocument/2006/relationships/slide" Target="slide60.xml"/><Relationship Id="rId4" Type="http://schemas.openxmlformats.org/officeDocument/2006/relationships/tags" Target="../tags/tag1104.xml"/><Relationship Id="rId9" Type="http://schemas.openxmlformats.org/officeDocument/2006/relationships/image" Target="../media/image49.jpe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tags" Target="../tags/tag1110.xml"/><Relationship Id="rId7" Type="http://schemas.openxmlformats.org/officeDocument/2006/relationships/slideLayout" Target="../slideLayouts/slideLayout4.xml"/><Relationship Id="rId2" Type="http://schemas.openxmlformats.org/officeDocument/2006/relationships/tags" Target="../tags/tag1109.xml"/><Relationship Id="rId1" Type="http://schemas.openxmlformats.org/officeDocument/2006/relationships/tags" Target="../tags/tag1108.xml"/><Relationship Id="rId6" Type="http://schemas.openxmlformats.org/officeDocument/2006/relationships/tags" Target="../tags/tag1113.xml"/><Relationship Id="rId5" Type="http://schemas.openxmlformats.org/officeDocument/2006/relationships/tags" Target="../tags/tag1112.xml"/><Relationship Id="rId4" Type="http://schemas.openxmlformats.org/officeDocument/2006/relationships/tags" Target="../tags/tag1111.xml"/></Relationships>
</file>

<file path=ppt/slides/_rels/slide61.xml.rels><?xml version="1.0" encoding="UTF-8" standalone="yes"?>
<Relationships xmlns="http://schemas.openxmlformats.org/package/2006/relationships"><Relationship Id="rId13" Type="http://schemas.openxmlformats.org/officeDocument/2006/relationships/tags" Target="../tags/tag1124.xml"/><Relationship Id="rId18" Type="http://schemas.openxmlformats.org/officeDocument/2006/relationships/tags" Target="../tags/tag1129.xml"/><Relationship Id="rId26" Type="http://schemas.openxmlformats.org/officeDocument/2006/relationships/tags" Target="../tags/tag1137.xml"/><Relationship Id="rId39" Type="http://schemas.openxmlformats.org/officeDocument/2006/relationships/tags" Target="../tags/tag1150.xml"/><Relationship Id="rId21" Type="http://schemas.openxmlformats.org/officeDocument/2006/relationships/tags" Target="../tags/tag1132.xml"/><Relationship Id="rId34" Type="http://schemas.openxmlformats.org/officeDocument/2006/relationships/tags" Target="../tags/tag1145.xml"/><Relationship Id="rId42" Type="http://schemas.openxmlformats.org/officeDocument/2006/relationships/tags" Target="../tags/tag1153.xml"/><Relationship Id="rId47" Type="http://schemas.openxmlformats.org/officeDocument/2006/relationships/tags" Target="../tags/tag1158.xml"/><Relationship Id="rId50" Type="http://schemas.openxmlformats.org/officeDocument/2006/relationships/tags" Target="../tags/tag1161.xml"/><Relationship Id="rId55" Type="http://schemas.openxmlformats.org/officeDocument/2006/relationships/tags" Target="../tags/tag1166.xml"/><Relationship Id="rId63" Type="http://schemas.openxmlformats.org/officeDocument/2006/relationships/slide" Target="slide62.xml"/><Relationship Id="rId7" Type="http://schemas.openxmlformats.org/officeDocument/2006/relationships/audio" Target="../media/audio2.wav"/><Relationship Id="rId2" Type="http://schemas.openxmlformats.org/officeDocument/2006/relationships/tags" Target="../tags/tag1115.xml"/><Relationship Id="rId16" Type="http://schemas.openxmlformats.org/officeDocument/2006/relationships/tags" Target="../tags/tag1127.xml"/><Relationship Id="rId29" Type="http://schemas.openxmlformats.org/officeDocument/2006/relationships/tags" Target="../tags/tag1140.xml"/><Relationship Id="rId11" Type="http://schemas.openxmlformats.org/officeDocument/2006/relationships/tags" Target="../tags/tag1122.xml"/><Relationship Id="rId24" Type="http://schemas.openxmlformats.org/officeDocument/2006/relationships/tags" Target="../tags/tag1135.xml"/><Relationship Id="rId32" Type="http://schemas.openxmlformats.org/officeDocument/2006/relationships/tags" Target="../tags/tag1143.xml"/><Relationship Id="rId37" Type="http://schemas.openxmlformats.org/officeDocument/2006/relationships/tags" Target="../tags/tag1148.xml"/><Relationship Id="rId40" Type="http://schemas.openxmlformats.org/officeDocument/2006/relationships/tags" Target="../tags/tag1151.xml"/><Relationship Id="rId45" Type="http://schemas.openxmlformats.org/officeDocument/2006/relationships/tags" Target="../tags/tag1156.xml"/><Relationship Id="rId53" Type="http://schemas.openxmlformats.org/officeDocument/2006/relationships/tags" Target="../tags/tag1164.xml"/><Relationship Id="rId58" Type="http://schemas.openxmlformats.org/officeDocument/2006/relationships/tags" Target="../tags/tag1169.xml"/><Relationship Id="rId5" Type="http://schemas.openxmlformats.org/officeDocument/2006/relationships/audio" Target="../media/audio1.wav"/><Relationship Id="rId61" Type="http://schemas.openxmlformats.org/officeDocument/2006/relationships/slideLayout" Target="../slideLayouts/slideLayout13.xml"/><Relationship Id="rId19" Type="http://schemas.openxmlformats.org/officeDocument/2006/relationships/tags" Target="../tags/tag1130.xml"/><Relationship Id="rId14" Type="http://schemas.openxmlformats.org/officeDocument/2006/relationships/tags" Target="../tags/tag1125.xml"/><Relationship Id="rId22" Type="http://schemas.openxmlformats.org/officeDocument/2006/relationships/tags" Target="../tags/tag1133.xml"/><Relationship Id="rId27" Type="http://schemas.openxmlformats.org/officeDocument/2006/relationships/tags" Target="../tags/tag1138.xml"/><Relationship Id="rId30" Type="http://schemas.openxmlformats.org/officeDocument/2006/relationships/tags" Target="../tags/tag1141.xml"/><Relationship Id="rId35" Type="http://schemas.openxmlformats.org/officeDocument/2006/relationships/tags" Target="../tags/tag1146.xml"/><Relationship Id="rId43" Type="http://schemas.openxmlformats.org/officeDocument/2006/relationships/tags" Target="../tags/tag1154.xml"/><Relationship Id="rId48" Type="http://schemas.openxmlformats.org/officeDocument/2006/relationships/tags" Target="../tags/tag1159.xml"/><Relationship Id="rId56" Type="http://schemas.openxmlformats.org/officeDocument/2006/relationships/tags" Target="../tags/tag1167.xml"/><Relationship Id="rId8" Type="http://schemas.openxmlformats.org/officeDocument/2006/relationships/tags" Target="../tags/tag1119.xml"/><Relationship Id="rId51" Type="http://schemas.openxmlformats.org/officeDocument/2006/relationships/tags" Target="../tags/tag1162.xml"/><Relationship Id="rId3" Type="http://schemas.openxmlformats.org/officeDocument/2006/relationships/tags" Target="../tags/tag1116.xml"/><Relationship Id="rId12" Type="http://schemas.openxmlformats.org/officeDocument/2006/relationships/tags" Target="../tags/tag1123.xml"/><Relationship Id="rId17" Type="http://schemas.openxmlformats.org/officeDocument/2006/relationships/tags" Target="../tags/tag1128.xml"/><Relationship Id="rId25" Type="http://schemas.openxmlformats.org/officeDocument/2006/relationships/tags" Target="../tags/tag1136.xml"/><Relationship Id="rId33" Type="http://schemas.openxmlformats.org/officeDocument/2006/relationships/tags" Target="../tags/tag1144.xml"/><Relationship Id="rId38" Type="http://schemas.openxmlformats.org/officeDocument/2006/relationships/tags" Target="../tags/tag1149.xml"/><Relationship Id="rId46" Type="http://schemas.openxmlformats.org/officeDocument/2006/relationships/tags" Target="../tags/tag1157.xml"/><Relationship Id="rId59" Type="http://schemas.openxmlformats.org/officeDocument/2006/relationships/tags" Target="../tags/tag1170.xml"/><Relationship Id="rId20" Type="http://schemas.openxmlformats.org/officeDocument/2006/relationships/tags" Target="../tags/tag1131.xml"/><Relationship Id="rId41" Type="http://schemas.openxmlformats.org/officeDocument/2006/relationships/tags" Target="../tags/tag1152.xml"/><Relationship Id="rId54" Type="http://schemas.openxmlformats.org/officeDocument/2006/relationships/tags" Target="../tags/tag1165.xml"/><Relationship Id="rId62" Type="http://schemas.openxmlformats.org/officeDocument/2006/relationships/image" Target="../media/image6.png"/><Relationship Id="rId1" Type="http://schemas.openxmlformats.org/officeDocument/2006/relationships/tags" Target="../tags/tag1114.xml"/><Relationship Id="rId6" Type="http://schemas.openxmlformats.org/officeDocument/2006/relationships/tags" Target="../tags/tag1118.xml"/><Relationship Id="rId15" Type="http://schemas.openxmlformats.org/officeDocument/2006/relationships/tags" Target="../tags/tag1126.xml"/><Relationship Id="rId23" Type="http://schemas.openxmlformats.org/officeDocument/2006/relationships/tags" Target="../tags/tag1134.xml"/><Relationship Id="rId28" Type="http://schemas.openxmlformats.org/officeDocument/2006/relationships/tags" Target="../tags/tag1139.xml"/><Relationship Id="rId36" Type="http://schemas.openxmlformats.org/officeDocument/2006/relationships/tags" Target="../tags/tag1147.xml"/><Relationship Id="rId49" Type="http://schemas.openxmlformats.org/officeDocument/2006/relationships/tags" Target="../tags/tag1160.xml"/><Relationship Id="rId57" Type="http://schemas.openxmlformats.org/officeDocument/2006/relationships/tags" Target="../tags/tag1168.xml"/><Relationship Id="rId10" Type="http://schemas.openxmlformats.org/officeDocument/2006/relationships/tags" Target="../tags/tag1121.xml"/><Relationship Id="rId31" Type="http://schemas.openxmlformats.org/officeDocument/2006/relationships/tags" Target="../tags/tag1142.xml"/><Relationship Id="rId44" Type="http://schemas.openxmlformats.org/officeDocument/2006/relationships/tags" Target="../tags/tag1155.xml"/><Relationship Id="rId52" Type="http://schemas.openxmlformats.org/officeDocument/2006/relationships/tags" Target="../tags/tag1163.xml"/><Relationship Id="rId60" Type="http://schemas.openxmlformats.org/officeDocument/2006/relationships/tags" Target="../tags/tag1171.xml"/><Relationship Id="rId4" Type="http://schemas.openxmlformats.org/officeDocument/2006/relationships/tags" Target="../tags/tag1117.xml"/><Relationship Id="rId9" Type="http://schemas.openxmlformats.org/officeDocument/2006/relationships/tags" Target="../tags/tag112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1174.xml"/><Relationship Id="rId7" Type="http://schemas.openxmlformats.org/officeDocument/2006/relationships/slide" Target="slide63.xml"/><Relationship Id="rId2" Type="http://schemas.openxmlformats.org/officeDocument/2006/relationships/tags" Target="../tags/tag1173.xml"/><Relationship Id="rId1" Type="http://schemas.openxmlformats.org/officeDocument/2006/relationships/tags" Target="../tags/tag1172.xml"/><Relationship Id="rId6" Type="http://schemas.openxmlformats.org/officeDocument/2006/relationships/image" Target="../media/image50.jpeg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7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1178.xml"/><Relationship Id="rId7" Type="http://schemas.openxmlformats.org/officeDocument/2006/relationships/slide" Target="slide3.xml"/><Relationship Id="rId2" Type="http://schemas.openxmlformats.org/officeDocument/2006/relationships/tags" Target="../tags/tag1177.xml"/><Relationship Id="rId1" Type="http://schemas.openxmlformats.org/officeDocument/2006/relationships/tags" Target="../tags/tag1176.xml"/><Relationship Id="rId6" Type="http://schemas.openxmlformats.org/officeDocument/2006/relationships/slideLayout" Target="../slideLayouts/slideLayout13.xml"/><Relationship Id="rId5" Type="http://schemas.openxmlformats.org/officeDocument/2006/relationships/tags" Target="../tags/tag1180.xml"/><Relationship Id="rId4" Type="http://schemas.openxmlformats.org/officeDocument/2006/relationships/tags" Target="../tags/tag1179.xml"/></Relationships>
</file>

<file path=ppt/slides/_rels/slide64.xml.rels><?xml version="1.0" encoding="UTF-8" standalone="yes"?>
<Relationships xmlns="http://schemas.openxmlformats.org/package/2006/relationships"><Relationship Id="rId13" Type="http://schemas.openxmlformats.org/officeDocument/2006/relationships/tags" Target="../tags/tag1191.xml"/><Relationship Id="rId18" Type="http://schemas.openxmlformats.org/officeDocument/2006/relationships/tags" Target="../tags/tag1196.xml"/><Relationship Id="rId26" Type="http://schemas.openxmlformats.org/officeDocument/2006/relationships/tags" Target="../tags/tag1204.xml"/><Relationship Id="rId39" Type="http://schemas.openxmlformats.org/officeDocument/2006/relationships/tags" Target="../tags/tag1217.xml"/><Relationship Id="rId21" Type="http://schemas.openxmlformats.org/officeDocument/2006/relationships/tags" Target="../tags/tag1199.xml"/><Relationship Id="rId34" Type="http://schemas.openxmlformats.org/officeDocument/2006/relationships/tags" Target="../tags/tag1212.xml"/><Relationship Id="rId42" Type="http://schemas.openxmlformats.org/officeDocument/2006/relationships/image" Target="../media/image6.png"/><Relationship Id="rId7" Type="http://schemas.openxmlformats.org/officeDocument/2006/relationships/audio" Target="../media/audio2.wav"/><Relationship Id="rId2" Type="http://schemas.openxmlformats.org/officeDocument/2006/relationships/tags" Target="../tags/tag1182.xml"/><Relationship Id="rId16" Type="http://schemas.openxmlformats.org/officeDocument/2006/relationships/tags" Target="../tags/tag1194.xml"/><Relationship Id="rId20" Type="http://schemas.openxmlformats.org/officeDocument/2006/relationships/tags" Target="../tags/tag1198.xml"/><Relationship Id="rId29" Type="http://schemas.openxmlformats.org/officeDocument/2006/relationships/tags" Target="../tags/tag1207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1181.xml"/><Relationship Id="rId6" Type="http://schemas.openxmlformats.org/officeDocument/2006/relationships/tags" Target="../tags/tag1185.xml"/><Relationship Id="rId11" Type="http://schemas.openxmlformats.org/officeDocument/2006/relationships/tags" Target="../tags/tag1189.xml"/><Relationship Id="rId24" Type="http://schemas.openxmlformats.org/officeDocument/2006/relationships/tags" Target="../tags/tag1202.xml"/><Relationship Id="rId32" Type="http://schemas.openxmlformats.org/officeDocument/2006/relationships/tags" Target="../tags/tag1210.xml"/><Relationship Id="rId37" Type="http://schemas.openxmlformats.org/officeDocument/2006/relationships/tags" Target="../tags/tag1215.xml"/><Relationship Id="rId40" Type="http://schemas.openxmlformats.org/officeDocument/2006/relationships/tags" Target="../tags/tag1218.xml"/><Relationship Id="rId5" Type="http://schemas.openxmlformats.org/officeDocument/2006/relationships/audio" Target="../media/audio1.wav"/><Relationship Id="rId15" Type="http://schemas.openxmlformats.org/officeDocument/2006/relationships/tags" Target="../tags/tag1193.xml"/><Relationship Id="rId23" Type="http://schemas.openxmlformats.org/officeDocument/2006/relationships/tags" Target="../tags/tag1201.xml"/><Relationship Id="rId28" Type="http://schemas.openxmlformats.org/officeDocument/2006/relationships/tags" Target="../tags/tag1206.xml"/><Relationship Id="rId36" Type="http://schemas.openxmlformats.org/officeDocument/2006/relationships/tags" Target="../tags/tag1214.xml"/><Relationship Id="rId10" Type="http://schemas.openxmlformats.org/officeDocument/2006/relationships/tags" Target="../tags/tag1188.xml"/><Relationship Id="rId19" Type="http://schemas.openxmlformats.org/officeDocument/2006/relationships/tags" Target="../tags/tag1197.xml"/><Relationship Id="rId31" Type="http://schemas.openxmlformats.org/officeDocument/2006/relationships/tags" Target="../tags/tag1209.xml"/><Relationship Id="rId4" Type="http://schemas.openxmlformats.org/officeDocument/2006/relationships/tags" Target="../tags/tag1184.xml"/><Relationship Id="rId9" Type="http://schemas.openxmlformats.org/officeDocument/2006/relationships/tags" Target="../tags/tag1187.xml"/><Relationship Id="rId14" Type="http://schemas.openxmlformats.org/officeDocument/2006/relationships/tags" Target="../tags/tag1192.xml"/><Relationship Id="rId22" Type="http://schemas.openxmlformats.org/officeDocument/2006/relationships/tags" Target="../tags/tag1200.xml"/><Relationship Id="rId27" Type="http://schemas.openxmlformats.org/officeDocument/2006/relationships/tags" Target="../tags/tag1205.xml"/><Relationship Id="rId30" Type="http://schemas.openxmlformats.org/officeDocument/2006/relationships/tags" Target="../tags/tag1208.xml"/><Relationship Id="rId35" Type="http://schemas.openxmlformats.org/officeDocument/2006/relationships/tags" Target="../tags/tag1213.xml"/><Relationship Id="rId43" Type="http://schemas.openxmlformats.org/officeDocument/2006/relationships/slide" Target="slide65.xml"/><Relationship Id="rId8" Type="http://schemas.openxmlformats.org/officeDocument/2006/relationships/tags" Target="../tags/tag1186.xml"/><Relationship Id="rId3" Type="http://schemas.openxmlformats.org/officeDocument/2006/relationships/tags" Target="../tags/tag1183.xml"/><Relationship Id="rId12" Type="http://schemas.openxmlformats.org/officeDocument/2006/relationships/tags" Target="../tags/tag1190.xml"/><Relationship Id="rId17" Type="http://schemas.openxmlformats.org/officeDocument/2006/relationships/tags" Target="../tags/tag1195.xml"/><Relationship Id="rId25" Type="http://schemas.openxmlformats.org/officeDocument/2006/relationships/tags" Target="../tags/tag1203.xml"/><Relationship Id="rId33" Type="http://schemas.openxmlformats.org/officeDocument/2006/relationships/tags" Target="../tags/tag1211.xml"/><Relationship Id="rId38" Type="http://schemas.openxmlformats.org/officeDocument/2006/relationships/tags" Target="../tags/tag121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221.xml"/><Relationship Id="rId7" Type="http://schemas.openxmlformats.org/officeDocument/2006/relationships/tags" Target="../tags/tag1225.xml"/><Relationship Id="rId2" Type="http://schemas.openxmlformats.org/officeDocument/2006/relationships/tags" Target="../tags/tag1220.xml"/><Relationship Id="rId1" Type="http://schemas.openxmlformats.org/officeDocument/2006/relationships/tags" Target="../tags/tag1219.xml"/><Relationship Id="rId6" Type="http://schemas.openxmlformats.org/officeDocument/2006/relationships/tags" Target="../tags/tag1224.xml"/><Relationship Id="rId5" Type="http://schemas.openxmlformats.org/officeDocument/2006/relationships/tags" Target="../tags/tag1223.xml"/><Relationship Id="rId10" Type="http://schemas.openxmlformats.org/officeDocument/2006/relationships/image" Target="../media/image51.jpeg"/><Relationship Id="rId4" Type="http://schemas.openxmlformats.org/officeDocument/2006/relationships/tags" Target="../tags/tag1222.xml"/><Relationship Id="rId9" Type="http://schemas.openxmlformats.org/officeDocument/2006/relationships/slide" Target="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>
            <a:extLst>
              <a:ext uri="{FF2B5EF4-FFF2-40B4-BE49-F238E27FC236}">
                <a16:creationId xmlns:a16="http://schemas.microsoft.com/office/drawing/2014/main" id="{1D7C22F1-B691-27E8-983C-40C154C218C8}"/>
              </a:ext>
            </a:extLst>
          </p:cNvPr>
          <p:cNvSpPr>
            <a:spLocks noGrp="1" noChangeArrowheads="1"/>
          </p:cNvSpPr>
          <p:nvPr>
            <p:ph type="subTitle" idx="1"/>
            <p:custDataLst>
              <p:tags r:id="rId1"/>
            </p:custDataLst>
          </p:nvPr>
        </p:nvSpPr>
        <p:spPr>
          <a:xfrm>
            <a:off x="871538" y="4500563"/>
            <a:ext cx="7343775" cy="1752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fr-CA" altLang="fr-FR" sz="2800" b="1">
                <a:solidFill>
                  <a:srgbClr val="646464"/>
                </a:solidFill>
                <a:latin typeface="Clarendon Condensed" pitchFamily="18" charset="0"/>
              </a:rPr>
              <a:t>21 secteurs</a:t>
            </a:r>
          </a:p>
          <a:p>
            <a:pPr eaLnBrk="1" hangingPunct="1">
              <a:lnSpc>
                <a:spcPct val="80000"/>
              </a:lnSpc>
            </a:pPr>
            <a:r>
              <a:rPr lang="fr-CA" altLang="fr-FR" sz="2800" b="1">
                <a:solidFill>
                  <a:srgbClr val="646464"/>
                </a:solidFill>
                <a:latin typeface="Clarendon Condensed" pitchFamily="18" charset="0"/>
              </a:rPr>
              <a:t>142 programmes de formation</a:t>
            </a:r>
          </a:p>
          <a:p>
            <a:pPr eaLnBrk="1" hangingPunct="1">
              <a:lnSpc>
                <a:spcPct val="80000"/>
              </a:lnSpc>
            </a:pPr>
            <a:r>
              <a:rPr lang="fr-CA" altLang="fr-FR" sz="2800" b="1">
                <a:solidFill>
                  <a:srgbClr val="646464"/>
                </a:solidFill>
                <a:latin typeface="Clarendon Condensed" pitchFamily="18" charset="0"/>
              </a:rPr>
              <a:t>25 attestations de spécialisation professionnelle</a:t>
            </a:r>
          </a:p>
        </p:txBody>
      </p:sp>
      <p:pic>
        <p:nvPicPr>
          <p:cNvPr id="2051" name="Image 3" descr="logoCSDCcoul-2.jpg">
            <a:extLst>
              <a:ext uri="{FF2B5EF4-FFF2-40B4-BE49-F238E27FC236}">
                <a16:creationId xmlns:a16="http://schemas.microsoft.com/office/drawing/2014/main" id="{8705A79D-B63C-DCA4-546F-2260F8B564C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0938" y="5861050"/>
            <a:ext cx="148590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à coins arrondis 6">
            <a:extLst>
              <a:ext uri="{FF2B5EF4-FFF2-40B4-BE49-F238E27FC236}">
                <a16:creationId xmlns:a16="http://schemas.microsoft.com/office/drawing/2014/main" id="{27C16BB4-163F-B678-FB4A-FE9777EFA9E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571604" y="1928802"/>
            <a:ext cx="5929354" cy="1785950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7200" dirty="0">
                <a:latin typeface="+mj-lt"/>
              </a:rPr>
              <a:t>Le 20 T 1</a:t>
            </a:r>
          </a:p>
        </p:txBody>
      </p:sp>
      <p:sp>
        <p:nvSpPr>
          <p:cNvPr id="2055" name="ZoneTexte 9">
            <a:extLst>
              <a:ext uri="{FF2B5EF4-FFF2-40B4-BE49-F238E27FC236}">
                <a16:creationId xmlns:a16="http://schemas.microsoft.com/office/drawing/2014/main" id="{D3DC8889-D97B-61D2-40C9-3EF6A35BF2F0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57375" y="701675"/>
            <a:ext cx="53578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fr-CA" altLang="fr-FR" sz="2400" b="1">
                <a:latin typeface="Clarendon Condensed" pitchFamily="18" charset="0"/>
              </a:rPr>
              <a:t>Jeu-questionnaire sur la formation professionnelle 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E6CA98-EB45-24F8-C389-7325357133AD}"/>
              </a:ext>
            </a:extLst>
          </p:cNvPr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714375" y="1857375"/>
            <a:ext cx="8229600" cy="4857750"/>
          </a:xfrm>
        </p:spPr>
        <p:txBody>
          <a:bodyPr/>
          <a:lstStyle/>
          <a:p>
            <a:pPr>
              <a:buFontTx/>
              <a:buNone/>
            </a:pPr>
            <a:r>
              <a:rPr lang="fr-CA" altLang="fr-FR" sz="2400" b="1"/>
              <a:t>Caroline Dionne</a:t>
            </a:r>
          </a:p>
          <a:p>
            <a:pPr>
              <a:buFontTx/>
              <a:buNone/>
            </a:pPr>
            <a:r>
              <a:rPr lang="fr-CA" altLang="fr-FR" sz="2000"/>
              <a:t>Conseillère d’orientation</a:t>
            </a:r>
          </a:p>
          <a:p>
            <a:pPr>
              <a:buFontTx/>
              <a:buNone/>
            </a:pPr>
            <a:r>
              <a:rPr lang="fr-CA" altLang="fr-FR" sz="2400" b="1"/>
              <a:t>Marie-Andrée Jutras</a:t>
            </a:r>
          </a:p>
          <a:p>
            <a:pPr>
              <a:buFontTx/>
              <a:buNone/>
            </a:pPr>
            <a:r>
              <a:rPr lang="fr-CA" altLang="fr-FR" sz="2000"/>
              <a:t>Conseillère d’orientation</a:t>
            </a:r>
          </a:p>
          <a:p>
            <a:pPr>
              <a:buFontTx/>
              <a:buNone/>
            </a:pPr>
            <a:r>
              <a:rPr lang="fr-CA" altLang="fr-FR" sz="2400" b="1"/>
              <a:t>Mélanie Lafond</a:t>
            </a:r>
            <a:endParaRPr lang="fr-CA" altLang="fr-FR" sz="2400"/>
          </a:p>
          <a:p>
            <a:pPr>
              <a:spcBef>
                <a:spcPct val="0"/>
              </a:spcBef>
              <a:buFontTx/>
              <a:buNone/>
            </a:pPr>
            <a:r>
              <a:rPr lang="fr-CA" altLang="fr-FR" sz="2000"/>
              <a:t>Conseillère d’orientation</a:t>
            </a:r>
          </a:p>
          <a:p>
            <a:pPr>
              <a:buFontTx/>
              <a:buNone/>
            </a:pPr>
            <a:r>
              <a:rPr lang="fr-CA" altLang="fr-FR" sz="2400" b="1"/>
              <a:t>Anie Létourneau</a:t>
            </a:r>
            <a:endParaRPr lang="fr-CA" altLang="fr-FR" sz="2400"/>
          </a:p>
          <a:p>
            <a:pPr>
              <a:spcBef>
                <a:spcPct val="0"/>
              </a:spcBef>
              <a:buFontTx/>
              <a:buNone/>
            </a:pPr>
            <a:r>
              <a:rPr lang="fr-CA" altLang="fr-FR" sz="2000"/>
              <a:t>Conseillère pédagogique</a:t>
            </a:r>
          </a:p>
          <a:p>
            <a:pPr>
              <a:buFontTx/>
              <a:buNone/>
            </a:pPr>
            <a:r>
              <a:rPr lang="fr-CA" altLang="fr-FR" sz="2400" b="1"/>
              <a:t>Ève Martineau</a:t>
            </a:r>
            <a:endParaRPr lang="fr-CA" altLang="fr-FR" sz="2400"/>
          </a:p>
          <a:p>
            <a:pPr>
              <a:spcBef>
                <a:spcPct val="0"/>
              </a:spcBef>
              <a:buFontTx/>
              <a:buNone/>
            </a:pPr>
            <a:r>
              <a:rPr lang="fr-CA" altLang="fr-FR" sz="2000"/>
              <a:t>Conseillère en information scolaire</a:t>
            </a:r>
          </a:p>
          <a:p>
            <a:pPr>
              <a:buFontTx/>
              <a:buNone/>
            </a:pPr>
            <a:r>
              <a:rPr lang="fr-CA" altLang="fr-FR" sz="2400" b="1"/>
              <a:t>Sophie Tousignant</a:t>
            </a:r>
            <a:endParaRPr lang="fr-CA" altLang="fr-FR" sz="2400"/>
          </a:p>
          <a:p>
            <a:pPr>
              <a:spcBef>
                <a:spcPct val="0"/>
              </a:spcBef>
              <a:buFontTx/>
              <a:buNone/>
            </a:pPr>
            <a:r>
              <a:rPr lang="fr-CA" altLang="fr-FR" sz="2000"/>
              <a:t>Coordonnatrice de la formation professionnelle</a:t>
            </a:r>
          </a:p>
          <a:p>
            <a:pPr algn="ctr">
              <a:buFontTx/>
              <a:buNone/>
            </a:pPr>
            <a:endParaRPr lang="fr-CA" altLang="fr-FR"/>
          </a:p>
        </p:txBody>
      </p:sp>
      <p:sp>
        <p:nvSpPr>
          <p:cNvPr id="4" name="Rectangle à coins arrondis 3">
            <a:extLst>
              <a:ext uri="{FF2B5EF4-FFF2-40B4-BE49-F238E27FC236}">
                <a16:creationId xmlns:a16="http://schemas.microsoft.com/office/drawing/2014/main" id="{77F49F3F-2DBC-CFA5-A77F-E61E2180C57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71500" y="571480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078" name="Titre 1">
            <a:extLst>
              <a:ext uri="{FF2B5EF4-FFF2-40B4-BE49-F238E27FC236}">
                <a16:creationId xmlns:a16="http://schemas.microsoft.com/office/drawing/2014/main" id="{F95E485C-76A9-18BE-AC1F-E1CA5A20F75B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571500"/>
            <a:ext cx="8229600" cy="1143000"/>
          </a:xfrm>
        </p:spPr>
        <p:txBody>
          <a:bodyPr/>
          <a:lstStyle/>
          <a:p>
            <a:r>
              <a:rPr lang="fr-CA" altLang="fr-FR"/>
              <a:t>Création et conception</a:t>
            </a:r>
          </a:p>
        </p:txBody>
      </p:sp>
      <p:pic>
        <p:nvPicPr>
          <p:cNvPr id="62469" name="Image 4" descr="logoCSDCcoul-3.jpg">
            <a:extLst>
              <a:ext uri="{FF2B5EF4-FFF2-40B4-BE49-F238E27FC236}">
                <a16:creationId xmlns:a16="http://schemas.microsoft.com/office/drawing/2014/main" id="{6813E6F5-D9CE-4C6C-44F3-C6EE4BA33728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9188" y="2409825"/>
            <a:ext cx="3357562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C52F76D-7CD6-E827-2C16-8C5703699409}"/>
              </a:ext>
            </a:extLst>
          </p:cNvPr>
          <p:cNvSpPr txBox="1"/>
          <p:nvPr/>
        </p:nvSpPr>
        <p:spPr>
          <a:xfrm>
            <a:off x="5500688" y="4786313"/>
            <a:ext cx="29289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defRPr/>
            </a:pPr>
            <a:r>
              <a:rPr lang="fr-CA" sz="2400" dirty="0">
                <a:solidFill>
                  <a:schemeClr val="bg2">
                    <a:lumMod val="50000"/>
                  </a:schemeClr>
                </a:solidFill>
                <a:cs typeface="Arial" pitchFamily="34" charset="0"/>
              </a:rPr>
              <a:t>Printemps 2010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62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à coins arrondis 23">
            <a:hlinkClick r:id="rId25" action="ppaction://hlinksldjump"/>
            <a:extLst>
              <a:ext uri="{FF2B5EF4-FFF2-40B4-BE49-F238E27FC236}">
                <a16:creationId xmlns:a16="http://schemas.microsoft.com/office/drawing/2014/main" id="{DCB5A803-5502-696B-DEB6-48EFE3226AC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929190" y="3857628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25" action="ppaction://hlinksldjump"/>
              </a:rPr>
              <a:t>13</a:t>
            </a:r>
            <a:endParaRPr lang="fr-CA" sz="4400" dirty="0"/>
          </a:p>
        </p:txBody>
      </p:sp>
      <p:sp>
        <p:nvSpPr>
          <p:cNvPr id="25" name="Rectangle à coins arrondis 24">
            <a:hlinkClick r:id="rId26" action="ppaction://hlinksldjump"/>
            <a:extLst>
              <a:ext uri="{FF2B5EF4-FFF2-40B4-BE49-F238E27FC236}">
                <a16:creationId xmlns:a16="http://schemas.microsoft.com/office/drawing/2014/main" id="{9348D4C9-CF87-9A93-B88C-1AF72915FEE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7072330" y="578645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26" action="ppaction://hlinksldjump"/>
              </a:rPr>
              <a:t>21</a:t>
            </a:r>
            <a:endParaRPr lang="fr-CA" sz="4400" dirty="0"/>
          </a:p>
        </p:txBody>
      </p:sp>
      <p:sp>
        <p:nvSpPr>
          <p:cNvPr id="26" name="Rectangle à coins arrondis 25">
            <a:hlinkClick r:id="rId27" action="ppaction://hlinksldjump"/>
            <a:extLst>
              <a:ext uri="{FF2B5EF4-FFF2-40B4-BE49-F238E27FC236}">
                <a16:creationId xmlns:a16="http://schemas.microsoft.com/office/drawing/2014/main" id="{1EB0A2E9-BAED-A749-9264-5FB4E1780D8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0034" y="3857628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27" action="ppaction://hlinksldjump"/>
              </a:rPr>
              <a:t>3</a:t>
            </a:r>
            <a:endParaRPr lang="fr-CA" sz="4400" dirty="0"/>
          </a:p>
        </p:txBody>
      </p:sp>
      <p:sp>
        <p:nvSpPr>
          <p:cNvPr id="27" name="Rectangle à coins arrondis 26">
            <a:hlinkClick r:id="rId28" action="ppaction://hlinksldjump"/>
            <a:extLst>
              <a:ext uri="{FF2B5EF4-FFF2-40B4-BE49-F238E27FC236}">
                <a16:creationId xmlns:a16="http://schemas.microsoft.com/office/drawing/2014/main" id="{D3C9F6B7-52EC-2AE0-375C-F01823A5B04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643174" y="3857628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28" action="ppaction://hlinksldjump"/>
              </a:rPr>
              <a:t>8</a:t>
            </a:r>
            <a:endParaRPr lang="fr-CA" sz="4400" dirty="0"/>
          </a:p>
        </p:txBody>
      </p:sp>
      <p:sp>
        <p:nvSpPr>
          <p:cNvPr id="28" name="Rectangle à coins arrondis 27">
            <a:hlinkClick r:id="rId29" action="ppaction://hlinksldjump"/>
            <a:extLst>
              <a:ext uri="{FF2B5EF4-FFF2-40B4-BE49-F238E27FC236}">
                <a16:creationId xmlns:a16="http://schemas.microsoft.com/office/drawing/2014/main" id="{12F791CE-CC90-DF1B-292E-42D44A38118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000892" y="1928802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29" action="ppaction://hlinksldjump"/>
              </a:rPr>
              <a:t>17</a:t>
            </a:r>
            <a:endParaRPr lang="fr-CA" sz="4400" dirty="0"/>
          </a:p>
        </p:txBody>
      </p:sp>
      <p:sp>
        <p:nvSpPr>
          <p:cNvPr id="29" name="Rectangle à coins arrondis 28">
            <a:hlinkClick r:id="rId30" action="ppaction://hlinksldjump"/>
            <a:extLst>
              <a:ext uri="{FF2B5EF4-FFF2-40B4-BE49-F238E27FC236}">
                <a16:creationId xmlns:a16="http://schemas.microsoft.com/office/drawing/2014/main" id="{5EF53A5D-4CD4-915D-8CF7-523AF11D949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929190" y="292893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0" action="ppaction://hlinksldjump"/>
              </a:rPr>
              <a:t>12</a:t>
            </a:r>
            <a:endParaRPr lang="fr-CA" sz="4400" dirty="0"/>
          </a:p>
        </p:txBody>
      </p:sp>
      <p:sp>
        <p:nvSpPr>
          <p:cNvPr id="30" name="Rectangle à coins arrondis 29">
            <a:hlinkClick r:id="rId31" action="ppaction://hlinksldjump"/>
            <a:extLst>
              <a:ext uri="{FF2B5EF4-FFF2-40B4-BE49-F238E27FC236}">
                <a16:creationId xmlns:a16="http://schemas.microsoft.com/office/drawing/2014/main" id="{F461FF5D-DFC2-E11E-4B99-B5F56A84C20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00034" y="4857760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1" action="ppaction://hlinksldjump"/>
              </a:rPr>
              <a:t>4</a:t>
            </a:r>
            <a:endParaRPr lang="fr-CA" sz="4400" dirty="0"/>
          </a:p>
        </p:txBody>
      </p:sp>
      <p:sp>
        <p:nvSpPr>
          <p:cNvPr id="31" name="Rectangle à coins arrondis 30">
            <a:hlinkClick r:id="rId32" action="ppaction://hlinksldjump"/>
            <a:extLst>
              <a:ext uri="{FF2B5EF4-FFF2-40B4-BE49-F238E27FC236}">
                <a16:creationId xmlns:a16="http://schemas.microsoft.com/office/drawing/2014/main" id="{0D24BD44-01BC-6A7B-3C1C-E9D81170DBC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00034" y="1928802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2" action="ppaction://hlinksldjump"/>
              </a:rPr>
              <a:t>1</a:t>
            </a:r>
            <a:endParaRPr lang="fr-CA" sz="4400" dirty="0"/>
          </a:p>
        </p:txBody>
      </p:sp>
      <p:sp>
        <p:nvSpPr>
          <p:cNvPr id="32" name="Rectangle à coins arrondis 31">
            <a:hlinkClick r:id="rId33" action="ppaction://hlinksldjump"/>
            <a:extLst>
              <a:ext uri="{FF2B5EF4-FFF2-40B4-BE49-F238E27FC236}">
                <a16:creationId xmlns:a16="http://schemas.microsoft.com/office/drawing/2014/main" id="{8754F6DF-D653-84BC-B14A-07E5D96B4A36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00034" y="292893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3" action="ppaction://hlinksldjump"/>
              </a:rPr>
              <a:t>2</a:t>
            </a:r>
            <a:endParaRPr lang="fr-CA" sz="4400" dirty="0"/>
          </a:p>
        </p:txBody>
      </p:sp>
      <p:sp>
        <p:nvSpPr>
          <p:cNvPr id="33" name="Rectangle à coins arrondis 32">
            <a:hlinkClick r:id="rId34" action="ppaction://hlinksldjump"/>
            <a:extLst>
              <a:ext uri="{FF2B5EF4-FFF2-40B4-BE49-F238E27FC236}">
                <a16:creationId xmlns:a16="http://schemas.microsoft.com/office/drawing/2014/main" id="{27D30762-DF44-B231-DF42-1BFF53F5A47E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072330" y="4857760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4" action="ppaction://hlinksldjump"/>
              </a:rPr>
              <a:t>20</a:t>
            </a:r>
            <a:endParaRPr lang="fr-CA" sz="4400" dirty="0"/>
          </a:p>
        </p:txBody>
      </p:sp>
      <p:sp>
        <p:nvSpPr>
          <p:cNvPr id="34" name="Rectangle à coins arrondis 33">
            <a:hlinkClick r:id="rId35" action="ppaction://hlinksldjump"/>
            <a:extLst>
              <a:ext uri="{FF2B5EF4-FFF2-40B4-BE49-F238E27FC236}">
                <a16:creationId xmlns:a16="http://schemas.microsoft.com/office/drawing/2014/main" id="{D74AB593-A589-C6CF-D4F0-C65C8FCD7566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00034" y="578645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5" action="ppaction://hlinksldjump"/>
              </a:rPr>
              <a:t>5</a:t>
            </a:r>
            <a:endParaRPr lang="fr-CA" sz="4400" dirty="0"/>
          </a:p>
        </p:txBody>
      </p:sp>
      <p:sp>
        <p:nvSpPr>
          <p:cNvPr id="35" name="Rectangle à coins arrondis 34">
            <a:hlinkClick r:id="rId36" action="ppaction://hlinksldjump"/>
            <a:extLst>
              <a:ext uri="{FF2B5EF4-FFF2-40B4-BE49-F238E27FC236}">
                <a16:creationId xmlns:a16="http://schemas.microsoft.com/office/drawing/2014/main" id="{E40544FF-9389-9ECC-9177-6E8AA99E7F85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643174" y="292893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6" action="ppaction://hlinksldjump"/>
              </a:rPr>
              <a:t>7</a:t>
            </a:r>
            <a:endParaRPr lang="fr-CA" sz="4400" dirty="0"/>
          </a:p>
        </p:txBody>
      </p:sp>
      <p:sp>
        <p:nvSpPr>
          <p:cNvPr id="36" name="Rectangle à coins arrondis 35">
            <a:hlinkClick r:id="rId37" action="ppaction://hlinksldjump"/>
            <a:extLst>
              <a:ext uri="{FF2B5EF4-FFF2-40B4-BE49-F238E27FC236}">
                <a16:creationId xmlns:a16="http://schemas.microsoft.com/office/drawing/2014/main" id="{B24C0399-6AE5-553E-F76F-73F2B1C98CA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072330" y="292893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7" action="ppaction://hlinksldjump"/>
              </a:rPr>
              <a:t>18</a:t>
            </a:r>
            <a:endParaRPr lang="fr-CA" sz="4400" dirty="0"/>
          </a:p>
        </p:txBody>
      </p:sp>
      <p:sp>
        <p:nvSpPr>
          <p:cNvPr id="37" name="Rectangle à coins arrondis 36">
            <a:hlinkClick r:id="rId38" action="ppaction://hlinksldjump"/>
            <a:extLst>
              <a:ext uri="{FF2B5EF4-FFF2-40B4-BE49-F238E27FC236}">
                <a16:creationId xmlns:a16="http://schemas.microsoft.com/office/drawing/2014/main" id="{59EACB62-62E1-0D07-A412-A573C953545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929190" y="4857760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8" action="ppaction://hlinksldjump"/>
              </a:rPr>
              <a:t>14</a:t>
            </a:r>
            <a:endParaRPr lang="fr-CA" sz="4400" dirty="0"/>
          </a:p>
        </p:txBody>
      </p:sp>
      <p:sp>
        <p:nvSpPr>
          <p:cNvPr id="38" name="Rectangle à coins arrondis 37">
            <a:hlinkClick r:id="rId39" action="ppaction://hlinksldjump"/>
            <a:extLst>
              <a:ext uri="{FF2B5EF4-FFF2-40B4-BE49-F238E27FC236}">
                <a16:creationId xmlns:a16="http://schemas.microsoft.com/office/drawing/2014/main" id="{4E17E94B-0EDD-F34C-7C76-3FC2524C834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72330" y="3857628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39" action="ppaction://hlinksldjump"/>
              </a:rPr>
              <a:t>19</a:t>
            </a:r>
            <a:endParaRPr lang="fr-CA" sz="4400" dirty="0"/>
          </a:p>
        </p:txBody>
      </p:sp>
      <p:sp>
        <p:nvSpPr>
          <p:cNvPr id="39" name="Rectangle à coins arrondis 38">
            <a:hlinkClick r:id="rId40" action="ppaction://hlinksldjump"/>
            <a:extLst>
              <a:ext uri="{FF2B5EF4-FFF2-40B4-BE49-F238E27FC236}">
                <a16:creationId xmlns:a16="http://schemas.microsoft.com/office/drawing/2014/main" id="{377F660B-3D02-2A77-ACE4-05F53AC90F28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643174" y="1928802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40" action="ppaction://hlinksldjump"/>
              </a:rPr>
              <a:t>6</a:t>
            </a:r>
            <a:endParaRPr lang="fr-CA" sz="4400" dirty="0"/>
          </a:p>
        </p:txBody>
      </p:sp>
      <p:sp>
        <p:nvSpPr>
          <p:cNvPr id="40" name="Rectangle à coins arrondis 39">
            <a:hlinkClick r:id="rId41" action="ppaction://hlinksldjump"/>
            <a:extLst>
              <a:ext uri="{FF2B5EF4-FFF2-40B4-BE49-F238E27FC236}">
                <a16:creationId xmlns:a16="http://schemas.microsoft.com/office/drawing/2014/main" id="{4423BA0E-056B-4701-A4BA-279338BC8EB3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929190" y="578645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41" action="ppaction://hlinksldjump"/>
              </a:rPr>
              <a:t>15</a:t>
            </a:r>
            <a:endParaRPr lang="fr-CA" sz="4400" dirty="0"/>
          </a:p>
        </p:txBody>
      </p:sp>
      <p:sp>
        <p:nvSpPr>
          <p:cNvPr id="41" name="Rectangle à coins arrondis 40">
            <a:hlinkClick r:id="rId42" action="ppaction://hlinksldjump"/>
            <a:extLst>
              <a:ext uri="{FF2B5EF4-FFF2-40B4-BE49-F238E27FC236}">
                <a16:creationId xmlns:a16="http://schemas.microsoft.com/office/drawing/2014/main" id="{A64073C1-B39B-B4B5-70EA-D80BC704CEB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643174" y="5786454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42" action="ppaction://hlinksldjump"/>
              </a:rPr>
              <a:t>10</a:t>
            </a:r>
            <a:endParaRPr lang="fr-CA" sz="4400" dirty="0"/>
          </a:p>
        </p:txBody>
      </p:sp>
      <p:sp>
        <p:nvSpPr>
          <p:cNvPr id="42" name="Rectangle à coins arrondis 41">
            <a:hlinkClick r:id="rId43" action="ppaction://hlinksldjump"/>
            <a:extLst>
              <a:ext uri="{FF2B5EF4-FFF2-40B4-BE49-F238E27FC236}">
                <a16:creationId xmlns:a16="http://schemas.microsoft.com/office/drawing/2014/main" id="{756FE9C8-A72A-7F6B-E35E-10F96CA4D36B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929190" y="1928802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43" action="ppaction://hlinksldjump"/>
              </a:rPr>
              <a:t>11</a:t>
            </a:r>
            <a:endParaRPr lang="fr-CA" sz="4400" dirty="0"/>
          </a:p>
        </p:txBody>
      </p:sp>
      <p:sp>
        <p:nvSpPr>
          <p:cNvPr id="43" name="Rectangle à coins arrondis 42">
            <a:hlinkClick r:id="rId44" action="ppaction://hlinksldjump"/>
            <a:extLst>
              <a:ext uri="{FF2B5EF4-FFF2-40B4-BE49-F238E27FC236}">
                <a16:creationId xmlns:a16="http://schemas.microsoft.com/office/drawing/2014/main" id="{49291F21-1027-5F5A-01D1-CD25DFA18C5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000892" y="1000108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44" action="ppaction://hlinksldjump"/>
              </a:rPr>
              <a:t>16</a:t>
            </a:r>
            <a:endParaRPr lang="fr-CA" sz="4400" dirty="0"/>
          </a:p>
        </p:txBody>
      </p:sp>
      <p:sp>
        <p:nvSpPr>
          <p:cNvPr id="44" name="Rectangle à coins arrondis 43">
            <a:hlinkClick r:id="rId45" action="ppaction://hlinksldjump"/>
            <a:extLst>
              <a:ext uri="{FF2B5EF4-FFF2-40B4-BE49-F238E27FC236}">
                <a16:creationId xmlns:a16="http://schemas.microsoft.com/office/drawing/2014/main" id="{05296005-2A7B-5CA1-22F3-44B6BE6F90A3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643174" y="4857760"/>
            <a:ext cx="1643074" cy="642942"/>
          </a:xfrm>
          <a:prstGeom prst="roundRect">
            <a:avLst/>
          </a:prstGeom>
          <a:solidFill>
            <a:srgbClr val="C0C0C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fr-CA" sz="4400" dirty="0">
                <a:hlinkClick r:id="rId45" action="ppaction://hlinksldjump"/>
              </a:rPr>
              <a:t>9</a:t>
            </a:r>
            <a:endParaRPr lang="fr-CA" sz="4400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01FEF5-A224-2C17-EF9B-641DF539A035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42844" y="285729"/>
            <a:ext cx="6357982" cy="1323439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/>
          </a:scene3d>
          <a:sp3d prstMaterial="matte">
            <a:bevelT w="127000" h="63500"/>
          </a:sp3d>
        </p:spPr>
        <p:txBody>
          <a:bodyPr>
            <a:spAutoFit/>
            <a:sp3d prstMaterial="plastic"/>
          </a:bodyPr>
          <a:lstStyle/>
          <a:p>
            <a:pPr algn="ctr">
              <a:defRPr/>
            </a:pPr>
            <a:r>
              <a:rPr lang="fr-FR" sz="8000" b="1" dirty="0">
                <a:ln w="9525" cmpd="sng">
                  <a:solidFill>
                    <a:schemeClr val="bg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latin typeface="+mn-lt"/>
              </a:rPr>
              <a:t>Secteurs</a:t>
            </a:r>
          </a:p>
        </p:txBody>
      </p:sp>
      <p:pic>
        <p:nvPicPr>
          <p:cNvPr id="4162" name="Image 48" descr="logoCSDCcoul-3.jpg">
            <a:extLst>
              <a:ext uri="{FF2B5EF4-FFF2-40B4-BE49-F238E27FC236}">
                <a16:creationId xmlns:a16="http://schemas.microsoft.com/office/drawing/2014/main" id="{669C8E25-8C52-A20B-012E-F7269924CFC8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142875"/>
            <a:ext cx="10033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Image 44" descr="Logo FP.bmp">
            <a:extLst>
              <a:ext uri="{FF2B5EF4-FFF2-40B4-BE49-F238E27FC236}">
                <a16:creationId xmlns:a16="http://schemas.microsoft.com/office/drawing/2014/main" id="{A25C375A-DFB3-BEC5-3363-43F2C99C5262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4929190" y="3857628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7" name="Image 46" descr="Logo FP.bmp">
            <a:extLst>
              <a:ext uri="{FF2B5EF4-FFF2-40B4-BE49-F238E27FC236}">
                <a16:creationId xmlns:a16="http://schemas.microsoft.com/office/drawing/2014/main" id="{2817D41B-2F60-93B7-C165-1EEC866BC795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2643174" y="3857628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8" name="Image 47" descr="Logo FP.bmp">
            <a:extLst>
              <a:ext uri="{FF2B5EF4-FFF2-40B4-BE49-F238E27FC236}">
                <a16:creationId xmlns:a16="http://schemas.microsoft.com/office/drawing/2014/main" id="{CA3FD050-B0A8-088E-0313-33EB63A08BB2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7072330" y="578645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49" name="Image 48" descr="Logo FP.bmp">
            <a:extLst>
              <a:ext uri="{FF2B5EF4-FFF2-40B4-BE49-F238E27FC236}">
                <a16:creationId xmlns:a16="http://schemas.microsoft.com/office/drawing/2014/main" id="{5E99D93B-4D6D-8A73-C5A4-EE28D4155AEC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500034" y="3857628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0" name="Image 49" descr="Logo FP.bmp">
            <a:extLst>
              <a:ext uri="{FF2B5EF4-FFF2-40B4-BE49-F238E27FC236}">
                <a16:creationId xmlns:a16="http://schemas.microsoft.com/office/drawing/2014/main" id="{55736E1B-B30B-0490-6131-94DD355B054D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7000892" y="1928802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1" name="Image 50" descr="Logo FP.bmp">
            <a:extLst>
              <a:ext uri="{FF2B5EF4-FFF2-40B4-BE49-F238E27FC236}">
                <a16:creationId xmlns:a16="http://schemas.microsoft.com/office/drawing/2014/main" id="{6730A85F-68F5-9FC0-2AF3-E5B8F382B8B4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4929190" y="292893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2" name="Image 51" descr="Logo FP.bmp">
            <a:extLst>
              <a:ext uri="{FF2B5EF4-FFF2-40B4-BE49-F238E27FC236}">
                <a16:creationId xmlns:a16="http://schemas.microsoft.com/office/drawing/2014/main" id="{98A7E4C5-8C11-B4EC-6002-243A930AA38B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500034" y="4857760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3" name="Image 52" descr="Logo FP.bmp">
            <a:hlinkClick r:id="rId32" action="ppaction://hlinksldjump"/>
            <a:extLst>
              <a:ext uri="{FF2B5EF4-FFF2-40B4-BE49-F238E27FC236}">
                <a16:creationId xmlns:a16="http://schemas.microsoft.com/office/drawing/2014/main" id="{C23FD3E6-4769-EB17-7C42-6F029C6E9041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500034" y="1928802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4" name="Image 53" descr="Logo FP.bmp">
            <a:extLst>
              <a:ext uri="{FF2B5EF4-FFF2-40B4-BE49-F238E27FC236}">
                <a16:creationId xmlns:a16="http://schemas.microsoft.com/office/drawing/2014/main" id="{F5EBD9DF-E8F1-9958-20E4-E8CABFF7D6FB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500034" y="292893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5" name="Image 54" descr="Logo FP.bmp">
            <a:extLst>
              <a:ext uri="{FF2B5EF4-FFF2-40B4-BE49-F238E27FC236}">
                <a16:creationId xmlns:a16="http://schemas.microsoft.com/office/drawing/2014/main" id="{01AFD595-C2C8-00DE-71AB-108EDB70132C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7072330" y="4857760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6" name="Image 55" descr="Logo FP.bmp">
            <a:extLst>
              <a:ext uri="{FF2B5EF4-FFF2-40B4-BE49-F238E27FC236}">
                <a16:creationId xmlns:a16="http://schemas.microsoft.com/office/drawing/2014/main" id="{142680EE-9341-1E9C-55FC-70AA13C7FA4D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500034" y="578645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7" name="Image 56" descr="Logo FP.bmp">
            <a:extLst>
              <a:ext uri="{FF2B5EF4-FFF2-40B4-BE49-F238E27FC236}">
                <a16:creationId xmlns:a16="http://schemas.microsoft.com/office/drawing/2014/main" id="{CD3C0696-92B5-CB67-B3D3-92C27C90F9D5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2643174" y="292893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8" name="Image 57" descr="Logo FP.bmp">
            <a:extLst>
              <a:ext uri="{FF2B5EF4-FFF2-40B4-BE49-F238E27FC236}">
                <a16:creationId xmlns:a16="http://schemas.microsoft.com/office/drawing/2014/main" id="{768F6CB6-A8EF-A314-5636-92BE7EF3B545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7072330" y="292893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59" name="Image 58" descr="Logo FP.bmp">
            <a:extLst>
              <a:ext uri="{FF2B5EF4-FFF2-40B4-BE49-F238E27FC236}">
                <a16:creationId xmlns:a16="http://schemas.microsoft.com/office/drawing/2014/main" id="{DDD79992-1E24-258A-F8D5-7838EF309B1E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4929190" y="4857760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0" name="Image 59" descr="Logo FP.bmp">
            <a:extLst>
              <a:ext uri="{FF2B5EF4-FFF2-40B4-BE49-F238E27FC236}">
                <a16:creationId xmlns:a16="http://schemas.microsoft.com/office/drawing/2014/main" id="{B3DF79C5-5C9C-A263-F5B0-D93125F8E9D2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7072330" y="3857628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1" name="Image 60" descr="Logo FP.bmp">
            <a:extLst>
              <a:ext uri="{FF2B5EF4-FFF2-40B4-BE49-F238E27FC236}">
                <a16:creationId xmlns:a16="http://schemas.microsoft.com/office/drawing/2014/main" id="{6BDB47FC-2169-B845-D5A8-683D83034750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2643174" y="1928802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2" name="Image 61" descr="Logo FP.bmp">
            <a:extLst>
              <a:ext uri="{FF2B5EF4-FFF2-40B4-BE49-F238E27FC236}">
                <a16:creationId xmlns:a16="http://schemas.microsoft.com/office/drawing/2014/main" id="{A013293A-CC47-FCDB-3BED-B2CC9FB15B4A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4929190" y="578645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3" name="Image 62" descr="Logo FP.bmp">
            <a:extLst>
              <a:ext uri="{FF2B5EF4-FFF2-40B4-BE49-F238E27FC236}">
                <a16:creationId xmlns:a16="http://schemas.microsoft.com/office/drawing/2014/main" id="{70DC16D4-28AB-DA09-A6FA-C3F7F7C8362E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2643174" y="5786454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4" name="Image 63" descr="Logo FP.bmp">
            <a:extLst>
              <a:ext uri="{FF2B5EF4-FFF2-40B4-BE49-F238E27FC236}">
                <a16:creationId xmlns:a16="http://schemas.microsoft.com/office/drawing/2014/main" id="{5842B206-5E6E-924B-1061-004E99FBA840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4929190" y="1928802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5" name="Image 64" descr="Logo FP.bmp">
            <a:extLst>
              <a:ext uri="{FF2B5EF4-FFF2-40B4-BE49-F238E27FC236}">
                <a16:creationId xmlns:a16="http://schemas.microsoft.com/office/drawing/2014/main" id="{1553F765-CF10-854D-0DCE-2215311FC65B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7000892" y="1000108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  <p:pic>
        <p:nvPicPr>
          <p:cNvPr id="66" name="Image 65" descr="Logo FP.bmp">
            <a:extLst>
              <a:ext uri="{FF2B5EF4-FFF2-40B4-BE49-F238E27FC236}">
                <a16:creationId xmlns:a16="http://schemas.microsoft.com/office/drawing/2014/main" id="{BD3F5E7E-0294-E04C-8ECA-570AA1C7EBD3}"/>
              </a:ext>
            </a:extLst>
          </p:cNvPr>
          <p:cNvPicPr>
            <a:picLocks noChangeAspect="1"/>
          </p:cNvPicPr>
          <p:nvPr/>
        </p:nvPicPr>
        <p:blipFill>
          <a:blip r:embed="rId47" cstate="print"/>
          <a:stretch>
            <a:fillRect/>
          </a:stretch>
        </p:blipFill>
        <p:spPr>
          <a:xfrm>
            <a:off x="2643174" y="4857760"/>
            <a:ext cx="1643074" cy="642942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 nodeType="clickPar">
                      <p:stCondLst>
                        <p:cond delay="0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 nodeType="clickPar">
                      <p:stCondLst>
                        <p:cond delay="0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 nodeType="clickPar">
                      <p:stCondLst>
                        <p:cond delay="0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 nodeType="clickPar">
                      <p:stCondLst>
                        <p:cond delay="0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 nodeType="clickPar">
                      <p:stCondLst>
                        <p:cond delay="0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 nodeType="clickPar">
                      <p:stCondLst>
                        <p:cond delay="0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 nodeType="clickPar">
                      <p:stCondLst>
                        <p:cond delay="0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 nodeType="clickPar">
                      <p:stCondLst>
                        <p:cond delay="0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 nodeType="clickPar">
                      <p:stCondLst>
                        <p:cond delay="0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 nodeType="clickPar">
                      <p:stCondLst>
                        <p:cond delay="0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 nodeType="clickPar">
                      <p:stCondLst>
                        <p:cond delay="0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 nodeType="clickPar">
                      <p:stCondLst>
                        <p:cond delay="0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 nodeType="clickPar">
                      <p:stCondLst>
                        <p:cond delay="0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 nodeType="clickPar">
                      <p:stCondLst>
                        <p:cond delay="0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 nodeType="clickPar">
                      <p:stCondLst>
                        <p:cond delay="0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 nodeType="clickPar">
                      <p:stCondLst>
                        <p:cond delay="0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 nodeType="clickPar">
                      <p:stCondLst>
                        <p:cond delay="0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 nodeType="clickPar">
                      <p:stCondLst>
                        <p:cond delay="0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 nodeType="clickPar">
                      <p:stCondLst>
                        <p:cond delay="0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à coins arrondis 39">
            <a:extLst>
              <a:ext uri="{FF2B5EF4-FFF2-40B4-BE49-F238E27FC236}">
                <a16:creationId xmlns:a16="http://schemas.microsoft.com/office/drawing/2014/main" id="{834403FB-AD48-A617-37D3-2965BFB0374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688" y="142875"/>
            <a:ext cx="7143750" cy="1714500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 dirty="0"/>
          </a:p>
        </p:txBody>
      </p:sp>
      <p:pic>
        <p:nvPicPr>
          <p:cNvPr id="17457" name="Picture 49">
            <a:hlinkClick r:id="" action="ppaction://media"/>
            <a:extLst>
              <a:ext uri="{FF2B5EF4-FFF2-40B4-BE49-F238E27FC236}">
                <a16:creationId xmlns:a16="http://schemas.microsoft.com/office/drawing/2014/main" id="{3F509BD2-028B-685D-073C-1D06827F3A32}"/>
              </a:ext>
            </a:extLst>
          </p:cNvPr>
          <p:cNvPicPr>
            <a:picLocks noRot="1" noChangeAspect="1" noChangeArrowheads="1"/>
          </p:cNvPicPr>
          <p:nvPr>
            <a:wavAudioFile r:embed="rId2" name="MSj01166140000[1].wav"/>
            <p:custDataLst>
              <p:tags r:id="rId3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58" name="Picture 50">
            <a:hlinkClick r:id="" action="ppaction://media"/>
            <a:extLst>
              <a:ext uri="{FF2B5EF4-FFF2-40B4-BE49-F238E27FC236}">
                <a16:creationId xmlns:a16="http://schemas.microsoft.com/office/drawing/2014/main" id="{940285F2-BAB9-9233-CC3A-CE6D79EE32FD}"/>
              </a:ext>
            </a:extLst>
          </p:cNvPr>
          <p:cNvPicPr>
            <a:picLocks noRot="1" noChangeAspect="1" noChangeArrowheads="1"/>
          </p:cNvPicPr>
          <p:nvPr>
            <a:wavAudioFile r:embed="rId4" name="MSj01166110000[1].wav"/>
            <p:custDataLst>
              <p:tags r:id="rId5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100" name="AutoShape 7">
            <a:hlinkClick r:id="rId44" action="ppaction://hlinksldjump"/>
            <a:extLst>
              <a:ext uri="{FF2B5EF4-FFF2-40B4-BE49-F238E27FC236}">
                <a16:creationId xmlns:a16="http://schemas.microsoft.com/office/drawing/2014/main" id="{F8B2E3A0-AFBF-25E7-BD68-FDE3C8565339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556403" y="5857893"/>
            <a:ext cx="1944687" cy="642942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5128" name="Rectangle 5">
            <a:extLst>
              <a:ext uri="{FF2B5EF4-FFF2-40B4-BE49-F238E27FC236}">
                <a16:creationId xmlns:a16="http://schemas.microsoft.com/office/drawing/2014/main" id="{B60EFBF4-A3B0-DA59-17CC-520CD97129E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7"/>
            </p:custDataLst>
          </p:nvPr>
        </p:nvSpPr>
        <p:spPr>
          <a:xfrm>
            <a:off x="457200" y="428625"/>
            <a:ext cx="8229600" cy="1143000"/>
          </a:xfrm>
        </p:spPr>
        <p:txBody>
          <a:bodyPr/>
          <a:lstStyle/>
          <a:p>
            <a:pPr eaLnBrk="1" hangingPunct="1"/>
            <a:r>
              <a:rPr lang="fr-CA" altLang="fr-FR" sz="4000">
                <a:solidFill>
                  <a:schemeClr val="bg1"/>
                </a:solidFill>
              </a:rPr>
              <a:t>Administration-commerce et informatique</a:t>
            </a:r>
          </a:p>
        </p:txBody>
      </p:sp>
      <p:sp>
        <p:nvSpPr>
          <p:cNvPr id="4103" name="Rectangle 6">
            <a:extLst>
              <a:ext uri="{FF2B5EF4-FFF2-40B4-BE49-F238E27FC236}">
                <a16:creationId xmlns:a16="http://schemas.microsoft.com/office/drawing/2014/main" id="{0D50A996-B284-20BA-8C2D-3EDEF86CFBE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8"/>
            </p:custDataLst>
          </p:nvPr>
        </p:nvSpPr>
        <p:spPr>
          <a:xfrm>
            <a:off x="2357438" y="3409950"/>
            <a:ext cx="3857625" cy="2447925"/>
          </a:xfrm>
        </p:spPr>
        <p:txBody>
          <a:bodyPr/>
          <a:lstStyle/>
          <a:p>
            <a:pPr eaLnBrk="1" hangingPunct="1"/>
            <a:r>
              <a:rPr lang="fr-CA" altLang="fr-FR" sz="4000"/>
              <a:t>Cmptblt</a:t>
            </a:r>
          </a:p>
          <a:p>
            <a:pPr eaLnBrk="1" hangingPunct="1"/>
            <a:r>
              <a:rPr lang="fr-CA" altLang="fr-FR" sz="4000"/>
              <a:t>Scrtrt</a:t>
            </a:r>
          </a:p>
          <a:p>
            <a:pPr eaLnBrk="1" hangingPunct="1"/>
            <a:r>
              <a:rPr lang="fr-CA" altLang="fr-FR" sz="4000"/>
              <a:t>Stn nfrmtq</a:t>
            </a:r>
          </a:p>
          <a:p>
            <a:pPr eaLnBrk="1" hangingPunct="1"/>
            <a:r>
              <a:rPr lang="fr-CA" altLang="fr-FR" sz="4000"/>
              <a:t>Vnt-cnsl</a:t>
            </a:r>
          </a:p>
          <a:p>
            <a:pPr eaLnBrk="1" hangingPunct="1">
              <a:buFontTx/>
              <a:buNone/>
            </a:pPr>
            <a:endParaRPr lang="fr-CA" altLang="fr-FR"/>
          </a:p>
        </p:txBody>
      </p:sp>
      <p:sp useBgFill="1">
        <p:nvSpPr>
          <p:cNvPr id="2" name="Rectangle 8">
            <a:extLst>
              <a:ext uri="{FF2B5EF4-FFF2-40B4-BE49-F238E27FC236}">
                <a16:creationId xmlns:a16="http://schemas.microsoft.com/office/drawing/2014/main" id="{7FA2989E-27F2-2B53-7FBA-5F222764CFE2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</a:t>
            </a:r>
          </a:p>
        </p:txBody>
      </p:sp>
      <p:sp>
        <p:nvSpPr>
          <p:cNvPr id="5131" name="Text Box 9">
            <a:extLst>
              <a:ext uri="{FF2B5EF4-FFF2-40B4-BE49-F238E27FC236}">
                <a16:creationId xmlns:a16="http://schemas.microsoft.com/office/drawing/2014/main" id="{03124757-A2DF-3B4B-D463-ED970DED15E0}"/>
              </a:ext>
            </a:extLst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84213" y="2147888"/>
            <a:ext cx="76327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fr-CA" altLang="fr-FR" sz="3200">
                <a:latin typeface="Bodoni MT" panose="02070603080606020203" pitchFamily="18" charset="0"/>
              </a:rPr>
              <a:t>En insérant les voyelles, découvrez les 4 programmes de formation de ce secteur?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1C0A095-27EE-59EA-61B8-744EEA0CAF23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16EE789B-E981-19A5-5520-A37C97D3FAC1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43" name="Oval 40">
            <a:extLst>
              <a:ext uri="{FF2B5EF4-FFF2-40B4-BE49-F238E27FC236}">
                <a16:creationId xmlns:a16="http://schemas.microsoft.com/office/drawing/2014/main" id="{B5B7E401-9A77-96F0-E102-49B533FB99FD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44" name="Oval 40">
            <a:extLst>
              <a:ext uri="{FF2B5EF4-FFF2-40B4-BE49-F238E27FC236}">
                <a16:creationId xmlns:a16="http://schemas.microsoft.com/office/drawing/2014/main" id="{C565F6D4-331A-0476-2935-70A8589D036D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45" name="Oval 40">
            <a:extLst>
              <a:ext uri="{FF2B5EF4-FFF2-40B4-BE49-F238E27FC236}">
                <a16:creationId xmlns:a16="http://schemas.microsoft.com/office/drawing/2014/main" id="{FBB1D520-F531-2EF6-DED1-E996043489E7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E752D641-A055-8570-04D0-683BE03293C8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47" name="Oval 40">
            <a:extLst>
              <a:ext uri="{FF2B5EF4-FFF2-40B4-BE49-F238E27FC236}">
                <a16:creationId xmlns:a16="http://schemas.microsoft.com/office/drawing/2014/main" id="{978440BD-1BBE-503F-15B6-72883A2BC37F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04A25F1A-1D6C-EC38-C133-2E6394D08528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49" name="Oval 40">
            <a:extLst>
              <a:ext uri="{FF2B5EF4-FFF2-40B4-BE49-F238E27FC236}">
                <a16:creationId xmlns:a16="http://schemas.microsoft.com/office/drawing/2014/main" id="{14E6FF4F-E2CF-8007-5C3E-B6927D0C586C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50" name="Oval 40">
            <a:extLst>
              <a:ext uri="{FF2B5EF4-FFF2-40B4-BE49-F238E27FC236}">
                <a16:creationId xmlns:a16="http://schemas.microsoft.com/office/drawing/2014/main" id="{8C629D96-FF55-1A92-F291-75B3B7AC40F9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51" name="Oval 40">
            <a:extLst>
              <a:ext uri="{FF2B5EF4-FFF2-40B4-BE49-F238E27FC236}">
                <a16:creationId xmlns:a16="http://schemas.microsoft.com/office/drawing/2014/main" id="{E1600A30-932D-B339-6F23-4341EEBDBF11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52" name="Oval 40">
            <a:extLst>
              <a:ext uri="{FF2B5EF4-FFF2-40B4-BE49-F238E27FC236}">
                <a16:creationId xmlns:a16="http://schemas.microsoft.com/office/drawing/2014/main" id="{0F28ADCE-6EFC-8FDD-4FA6-81A4F178C96A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53" name="Oval 40">
            <a:extLst>
              <a:ext uri="{FF2B5EF4-FFF2-40B4-BE49-F238E27FC236}">
                <a16:creationId xmlns:a16="http://schemas.microsoft.com/office/drawing/2014/main" id="{6265C7A5-4EA6-9701-B312-D334C7269D38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54" name="Oval 40">
            <a:extLst>
              <a:ext uri="{FF2B5EF4-FFF2-40B4-BE49-F238E27FC236}">
                <a16:creationId xmlns:a16="http://schemas.microsoft.com/office/drawing/2014/main" id="{22BD0878-F0BB-33E1-04D9-E6D04108100F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55" name="Oval 40">
            <a:extLst>
              <a:ext uri="{FF2B5EF4-FFF2-40B4-BE49-F238E27FC236}">
                <a16:creationId xmlns:a16="http://schemas.microsoft.com/office/drawing/2014/main" id="{4BF66A68-A6E1-A801-899D-BA283A238C89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56" name="Oval 40">
            <a:extLst>
              <a:ext uri="{FF2B5EF4-FFF2-40B4-BE49-F238E27FC236}">
                <a16:creationId xmlns:a16="http://schemas.microsoft.com/office/drawing/2014/main" id="{288F3DB0-07AF-ECBA-0989-5E497DCC1DA8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57" name="Oval 40">
            <a:extLst>
              <a:ext uri="{FF2B5EF4-FFF2-40B4-BE49-F238E27FC236}">
                <a16:creationId xmlns:a16="http://schemas.microsoft.com/office/drawing/2014/main" id="{E96D7F7C-CEC1-6289-7B5D-39093BFB430B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58" name="Oval 40">
            <a:extLst>
              <a:ext uri="{FF2B5EF4-FFF2-40B4-BE49-F238E27FC236}">
                <a16:creationId xmlns:a16="http://schemas.microsoft.com/office/drawing/2014/main" id="{DAFC6805-D570-5695-91CB-E54DF7596AFA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59" name="Oval 40">
            <a:extLst>
              <a:ext uri="{FF2B5EF4-FFF2-40B4-BE49-F238E27FC236}">
                <a16:creationId xmlns:a16="http://schemas.microsoft.com/office/drawing/2014/main" id="{F90BC4E6-9A48-7DA4-8266-4103111FF10D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60" name="Oval 40">
            <a:extLst>
              <a:ext uri="{FF2B5EF4-FFF2-40B4-BE49-F238E27FC236}">
                <a16:creationId xmlns:a16="http://schemas.microsoft.com/office/drawing/2014/main" id="{BF347B7A-D06E-07B1-9C11-4D34C0470BB7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61" name="Oval 40">
            <a:extLst>
              <a:ext uri="{FF2B5EF4-FFF2-40B4-BE49-F238E27FC236}">
                <a16:creationId xmlns:a16="http://schemas.microsoft.com/office/drawing/2014/main" id="{3776DFBA-C912-DB1C-47D4-4F47E29A9869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62" name="Oval 40">
            <a:extLst>
              <a:ext uri="{FF2B5EF4-FFF2-40B4-BE49-F238E27FC236}">
                <a16:creationId xmlns:a16="http://schemas.microsoft.com/office/drawing/2014/main" id="{1FAE6949-8CCA-BB1F-1F3C-F074A136AF65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63" name="Oval 40">
            <a:extLst>
              <a:ext uri="{FF2B5EF4-FFF2-40B4-BE49-F238E27FC236}">
                <a16:creationId xmlns:a16="http://schemas.microsoft.com/office/drawing/2014/main" id="{45176CA4-F42C-44AE-5FDF-FD76FD1EFE48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64" name="Oval 40">
            <a:extLst>
              <a:ext uri="{FF2B5EF4-FFF2-40B4-BE49-F238E27FC236}">
                <a16:creationId xmlns:a16="http://schemas.microsoft.com/office/drawing/2014/main" id="{1828F728-7783-916A-72D8-D5C544362BA0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D81D2D18-7B43-D203-F2DF-FFD274DE948E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66" name="Oval 40">
            <a:extLst>
              <a:ext uri="{FF2B5EF4-FFF2-40B4-BE49-F238E27FC236}">
                <a16:creationId xmlns:a16="http://schemas.microsoft.com/office/drawing/2014/main" id="{85DB177E-BF00-7F19-E7E5-D8446A8AC64C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67" name="Oval 40">
            <a:extLst>
              <a:ext uri="{FF2B5EF4-FFF2-40B4-BE49-F238E27FC236}">
                <a16:creationId xmlns:a16="http://schemas.microsoft.com/office/drawing/2014/main" id="{2B6851AB-ECD0-7A0C-D22A-F47597AED7D8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68" name="Oval 40">
            <a:extLst>
              <a:ext uri="{FF2B5EF4-FFF2-40B4-BE49-F238E27FC236}">
                <a16:creationId xmlns:a16="http://schemas.microsoft.com/office/drawing/2014/main" id="{1A1A5BCE-515A-1FE3-9A16-7339C54DF3F4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69" name="Oval 40">
            <a:extLst>
              <a:ext uri="{FF2B5EF4-FFF2-40B4-BE49-F238E27FC236}">
                <a16:creationId xmlns:a16="http://schemas.microsoft.com/office/drawing/2014/main" id="{80BFBFBC-E79C-6113-B8EC-C6E71060790D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70" name="Oval 40">
            <a:extLst>
              <a:ext uri="{FF2B5EF4-FFF2-40B4-BE49-F238E27FC236}">
                <a16:creationId xmlns:a16="http://schemas.microsoft.com/office/drawing/2014/main" id="{D5BC33E2-B902-804D-5412-4032CDFDA09E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71" name="Oval 40">
            <a:extLst>
              <a:ext uri="{FF2B5EF4-FFF2-40B4-BE49-F238E27FC236}">
                <a16:creationId xmlns:a16="http://schemas.microsoft.com/office/drawing/2014/main" id="{91E11483-1308-594E-5FD8-3F321DA8B0CC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5" dur="3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6" dur="100" decel="5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7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8" dur="100" decel="100000" autoRev="1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4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1" dur="1490" fill="hold"/>
                                        <p:tgtEl>
                                          <p:spTgt spid="1745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3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36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23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1867" fill="hold"/>
                                        <p:tgtEl>
                                          <p:spTgt spid="174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5" restart="whenNotActive" fill="hold" evtFilter="cancelBubble" nodeType="interactiveSeq">
                <p:stCondLst>
                  <p:cond evt="onClick" delay="0">
                    <p:tgtEl>
                      <p:spTgt spid="174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6" fill="hold" nodeType="clickPar">
                      <p:stCondLst>
                        <p:cond delay="0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9" dur="1867" fill="hold"/>
                                        <p:tgtEl>
                                          <p:spTgt spid="1745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457"/>
                  </p:tgtEl>
                </p:cond>
              </p:nextCondLst>
            </p:seq>
            <p:audio>
              <p:cMediaNode>
                <p:cTn id="13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457"/>
                </p:tgtEl>
              </p:cMediaNode>
            </p:audio>
            <p:audio>
              <p:cMediaNode>
                <p:cTn id="13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458"/>
                </p:tgtEl>
              </p:cMediaNode>
            </p:audio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D5F7760-346B-D53B-608E-09838DE6E43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7383AB4-7292-11F9-D80C-243890F78FC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3554413" y="1928813"/>
            <a:ext cx="5089525" cy="3484562"/>
          </a:xfrm>
        </p:spPr>
        <p:txBody>
          <a:bodyPr/>
          <a:lstStyle/>
          <a:p>
            <a:pPr eaLnBrk="1" hangingPunct="1"/>
            <a:r>
              <a:rPr lang="fr-CA" altLang="fr-FR" sz="4000"/>
              <a:t>Comptabilité</a:t>
            </a:r>
          </a:p>
          <a:p>
            <a:pPr eaLnBrk="1" hangingPunct="1"/>
            <a:r>
              <a:rPr lang="fr-CA" altLang="fr-FR" sz="4000"/>
              <a:t>Secrétariat</a:t>
            </a:r>
          </a:p>
          <a:p>
            <a:pPr eaLnBrk="1" hangingPunct="1"/>
            <a:r>
              <a:rPr lang="fr-CA" altLang="fr-FR" sz="4000"/>
              <a:t>Soutien informatique</a:t>
            </a:r>
          </a:p>
          <a:p>
            <a:pPr eaLnBrk="1" hangingPunct="1"/>
            <a:r>
              <a:rPr lang="fr-CA" altLang="fr-FR" sz="4000"/>
              <a:t>Vente-conseil</a:t>
            </a:r>
          </a:p>
        </p:txBody>
      </p:sp>
      <p:pic>
        <p:nvPicPr>
          <p:cNvPr id="5126" name="Picture 10" descr="C:\Documents and Settings\LetourneauA\Local Settings\Temporary Internet Files\Content.IE5\EWQZKHBY\MPj04009670000[1].jpg">
            <a:extLst>
              <a:ext uri="{FF2B5EF4-FFF2-40B4-BE49-F238E27FC236}">
                <a16:creationId xmlns:a16="http://schemas.microsoft.com/office/drawing/2014/main" id="{7920FABB-EFA3-0168-76E2-CB1DD80E484E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4375" y="1857375"/>
            <a:ext cx="2495550" cy="31210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 useBgFill="1">
        <p:nvSpPr>
          <p:cNvPr id="7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B7CABF2D-F91B-5850-DF42-51DC40BB80E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B1BC96A1-E297-C48B-7CAD-8359126775A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à coins arrondis 39">
            <a:extLst>
              <a:ext uri="{FF2B5EF4-FFF2-40B4-BE49-F238E27FC236}">
                <a16:creationId xmlns:a16="http://schemas.microsoft.com/office/drawing/2014/main" id="{45BA2BC6-8829-E55A-A397-9D5160BA11C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688" y="285750"/>
            <a:ext cx="7143750" cy="1214438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fr-CA"/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082A6013-EE13-457A-7F4E-EE5FFA0052D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14313"/>
            <a:ext cx="8229600" cy="1143000"/>
          </a:xfrm>
        </p:spPr>
        <p:txBody>
          <a:bodyPr/>
          <a:lstStyle/>
          <a:p>
            <a:pPr eaLnBrk="1" hangingPunct="1"/>
            <a:r>
              <a:rPr lang="fr-CA" altLang="fr-FR"/>
              <a:t>Agriculture et pêches</a:t>
            </a:r>
          </a:p>
        </p:txBody>
      </p:sp>
      <p:sp>
        <p:nvSpPr>
          <p:cNvPr id="6150" name="Rectangle 3">
            <a:extLst>
              <a:ext uri="{FF2B5EF4-FFF2-40B4-BE49-F238E27FC236}">
                <a16:creationId xmlns:a16="http://schemas.microsoft.com/office/drawing/2014/main" id="{2807690F-CC41-53B9-B3A8-B272FDFF9B8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928688" y="2000250"/>
            <a:ext cx="7500937" cy="36433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CA" altLang="fr-FR"/>
              <a:t>De quelle culture/production s’agit-il?</a:t>
            </a:r>
          </a:p>
          <a:p>
            <a:pPr eaLnBrk="1" hangingPunct="1">
              <a:buFontTx/>
              <a:buNone/>
            </a:pPr>
            <a:endParaRPr lang="fr-CA" altLang="fr-FR" sz="800"/>
          </a:p>
          <a:p>
            <a:pPr eaLnBrk="1" hangingPunct="1">
              <a:buFontTx/>
              <a:buNone/>
            </a:pPr>
            <a:r>
              <a:rPr lang="fr-CA" altLang="fr-FR"/>
              <a:t>1-Aquiculture	____		a) sirop d’érable</a:t>
            </a:r>
          </a:p>
          <a:p>
            <a:pPr eaLnBrk="1" hangingPunct="1">
              <a:buFontTx/>
              <a:buNone/>
            </a:pPr>
            <a:r>
              <a:rPr lang="fr-CA" altLang="fr-FR"/>
              <a:t>2-Arboriculture	____		b) plantes</a:t>
            </a:r>
          </a:p>
          <a:p>
            <a:pPr eaLnBrk="1" hangingPunct="1">
              <a:buFontTx/>
              <a:buNone/>
            </a:pPr>
            <a:r>
              <a:rPr lang="fr-CA" altLang="fr-FR"/>
              <a:t>3-Horticole	____		c) poissons</a:t>
            </a:r>
          </a:p>
          <a:p>
            <a:pPr eaLnBrk="1" hangingPunct="1">
              <a:buFontTx/>
              <a:buNone/>
            </a:pPr>
            <a:r>
              <a:rPr lang="fr-CA" altLang="fr-FR"/>
              <a:t>4-Acéricole	____		d) arbres</a:t>
            </a:r>
          </a:p>
        </p:txBody>
      </p:sp>
      <p:sp useBgFill="1">
        <p:nvSpPr>
          <p:cNvPr id="42" name="Rectangle 8">
            <a:extLst>
              <a:ext uri="{FF2B5EF4-FFF2-40B4-BE49-F238E27FC236}">
                <a16:creationId xmlns:a16="http://schemas.microsoft.com/office/drawing/2014/main" id="{A92943B0-500F-C9A2-F60C-CC642580889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2</a:t>
            </a:r>
          </a:p>
        </p:txBody>
      </p:sp>
      <p:pic>
        <p:nvPicPr>
          <p:cNvPr id="106" name="Picture 49">
            <a:hlinkClick r:id="" action="ppaction://media"/>
            <a:extLst>
              <a:ext uri="{FF2B5EF4-FFF2-40B4-BE49-F238E27FC236}">
                <a16:creationId xmlns:a16="http://schemas.microsoft.com/office/drawing/2014/main" id="{EBE5A8D4-ACDF-A0CB-59CF-B7F2C41ADB22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" name="Picture 50">
            <a:hlinkClick r:id="" action="ppaction://media"/>
            <a:extLst>
              <a:ext uri="{FF2B5EF4-FFF2-40B4-BE49-F238E27FC236}">
                <a16:creationId xmlns:a16="http://schemas.microsoft.com/office/drawing/2014/main" id="{F3C829B4-1ABE-9A3B-F119-AF3953564DE7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Oval 40">
            <a:extLst>
              <a:ext uri="{FF2B5EF4-FFF2-40B4-BE49-F238E27FC236}">
                <a16:creationId xmlns:a16="http://schemas.microsoft.com/office/drawing/2014/main" id="{9F65F286-8AAF-0122-3EAC-E0ED62E4F4F3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6237F010-B769-A83E-CE27-7A2091889C6D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7CC5D9F6-5CDD-402F-B36B-DF95F4FCA71B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D0A56669-0E81-102E-602D-7F20C2C1E7B4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138C77C7-A76E-74B0-190F-81A4E22F35C9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1AEAD278-4C39-3F21-5258-5515A51E4C58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7ED6C0ED-FD3A-2D78-CBE3-431795B3C83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85954ED5-D98B-C242-53A6-779668247D98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56F71323-96D5-0ACD-C1C1-0CBDA65F6F97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C44544E3-3787-B839-F152-55A127D90326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6FFA69D1-6E47-4AE1-E9A1-6422A3515CB0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E06B7514-84A0-FDD0-29CD-6AC7843B97B0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66270D2C-5966-E051-F76C-299417CDF4A1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F17CB21F-AAF4-EEC2-BF38-C462C7D77F1A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AA222737-15C6-2DBA-B1F7-771B54D09F02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98A89B5A-3EA6-0BED-C08C-418007203977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A2B15B44-7627-AD75-BF5C-21D7EE7FAB8D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125" name="Oval 40">
            <a:extLst>
              <a:ext uri="{FF2B5EF4-FFF2-40B4-BE49-F238E27FC236}">
                <a16:creationId xmlns:a16="http://schemas.microsoft.com/office/drawing/2014/main" id="{1ED9C8ED-9A40-EE2F-D69E-CC2DA99514E2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126" name="Oval 40">
            <a:extLst>
              <a:ext uri="{FF2B5EF4-FFF2-40B4-BE49-F238E27FC236}">
                <a16:creationId xmlns:a16="http://schemas.microsoft.com/office/drawing/2014/main" id="{0C39999E-657A-FEDB-F383-B3A249F26892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27" name="Oval 40">
            <a:extLst>
              <a:ext uri="{FF2B5EF4-FFF2-40B4-BE49-F238E27FC236}">
                <a16:creationId xmlns:a16="http://schemas.microsoft.com/office/drawing/2014/main" id="{08E7C7EB-43AD-F777-CA76-017D5B43872E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28" name="Oval 40">
            <a:extLst>
              <a:ext uri="{FF2B5EF4-FFF2-40B4-BE49-F238E27FC236}">
                <a16:creationId xmlns:a16="http://schemas.microsoft.com/office/drawing/2014/main" id="{415F2CBD-B75C-7771-8B9E-5A3C00F36DCA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29" name="Oval 40">
            <a:extLst>
              <a:ext uri="{FF2B5EF4-FFF2-40B4-BE49-F238E27FC236}">
                <a16:creationId xmlns:a16="http://schemas.microsoft.com/office/drawing/2014/main" id="{CDDD6065-DA45-0ED7-9DCC-D83E1C9796A3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30" name="Oval 40">
            <a:extLst>
              <a:ext uri="{FF2B5EF4-FFF2-40B4-BE49-F238E27FC236}">
                <a16:creationId xmlns:a16="http://schemas.microsoft.com/office/drawing/2014/main" id="{FB05F031-FDCB-A8F3-51FF-F791C8981F28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31" name="Oval 40">
            <a:extLst>
              <a:ext uri="{FF2B5EF4-FFF2-40B4-BE49-F238E27FC236}">
                <a16:creationId xmlns:a16="http://schemas.microsoft.com/office/drawing/2014/main" id="{EDEB2132-ADEB-4711-B115-30A45A031C5F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32" name="Oval 40">
            <a:extLst>
              <a:ext uri="{FF2B5EF4-FFF2-40B4-BE49-F238E27FC236}">
                <a16:creationId xmlns:a16="http://schemas.microsoft.com/office/drawing/2014/main" id="{A6A62BD4-502A-D3A9-FEBA-8C48D6188220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33" name="Oval 40">
            <a:extLst>
              <a:ext uri="{FF2B5EF4-FFF2-40B4-BE49-F238E27FC236}">
                <a16:creationId xmlns:a16="http://schemas.microsoft.com/office/drawing/2014/main" id="{85A873DF-AB6B-D344-7A34-FB26F39B0B52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34" name="Oval 40">
            <a:extLst>
              <a:ext uri="{FF2B5EF4-FFF2-40B4-BE49-F238E27FC236}">
                <a16:creationId xmlns:a16="http://schemas.microsoft.com/office/drawing/2014/main" id="{159B9523-637A-661C-BE74-66D02D7815A1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35" name="Oval 40">
            <a:extLst>
              <a:ext uri="{FF2B5EF4-FFF2-40B4-BE49-F238E27FC236}">
                <a16:creationId xmlns:a16="http://schemas.microsoft.com/office/drawing/2014/main" id="{4B302792-C6F8-61F5-187E-95FDD8DEEC1F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36" name="Oval 40">
            <a:extLst>
              <a:ext uri="{FF2B5EF4-FFF2-40B4-BE49-F238E27FC236}">
                <a16:creationId xmlns:a16="http://schemas.microsoft.com/office/drawing/2014/main" id="{4B0B17FC-A94A-7F4F-EA70-B8FB805D20B4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37" name="Oval 40">
            <a:extLst>
              <a:ext uri="{FF2B5EF4-FFF2-40B4-BE49-F238E27FC236}">
                <a16:creationId xmlns:a16="http://schemas.microsoft.com/office/drawing/2014/main" id="{4705CBEE-FCDB-595C-4584-DA417FC7C423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38" name="Oval 40">
            <a:extLst>
              <a:ext uri="{FF2B5EF4-FFF2-40B4-BE49-F238E27FC236}">
                <a16:creationId xmlns:a16="http://schemas.microsoft.com/office/drawing/2014/main" id="{405ECA4E-0759-8A34-E3C6-C05BBAEADE09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634038" y="578167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1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CD2B0D63-1C61-472D-5066-0B25085415BF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7" dur="1490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10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10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10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11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11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31491"/>
                            </p:stCondLst>
                            <p:childTnLst>
                              <p:par>
                                <p:cTn id="119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0" dur="1867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 nodeType="clickPar">
                      <p:stCondLst>
                        <p:cond delay="0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5" dur="1867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audio>
              <p:cMediaNode>
                <p:cTn id="12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"/>
                </p:tgtEl>
              </p:cMediaNode>
            </p:audio>
            <p:audio>
              <p:cMediaNode>
                <p:cTn id="12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7"/>
                </p:tgtEl>
              </p:cMediaNode>
            </p:audio>
          </p:childTnLst>
        </p:cTn>
      </p:par>
    </p:tnLst>
    <p:bldLst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A06B1B3-AE9C-5ADC-0D14-2F6467DE2C1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85F3440-8AFD-E562-110E-8C89C78350B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500063" y="1714500"/>
            <a:ext cx="8229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CA" altLang="fr-FR"/>
              <a:t>De quelle culture/production s’agit-il?</a:t>
            </a:r>
          </a:p>
          <a:p>
            <a:pPr eaLnBrk="1" hangingPunct="1">
              <a:buFontTx/>
              <a:buNone/>
            </a:pPr>
            <a:endParaRPr lang="fr-CA" altLang="fr-FR" sz="1000"/>
          </a:p>
          <a:p>
            <a:pPr eaLnBrk="1" hangingPunct="1">
              <a:buFontTx/>
              <a:buNone/>
            </a:pPr>
            <a:r>
              <a:rPr lang="fr-CA" altLang="fr-FR"/>
              <a:t>1-Aquiculture	___		a) sirop d’érable</a:t>
            </a:r>
          </a:p>
          <a:p>
            <a:pPr eaLnBrk="1" hangingPunct="1">
              <a:buFontTx/>
              <a:buNone/>
            </a:pPr>
            <a:r>
              <a:rPr lang="fr-CA" altLang="fr-FR"/>
              <a:t>2-Arboriculture	___		b) plantes</a:t>
            </a:r>
          </a:p>
          <a:p>
            <a:pPr eaLnBrk="1" hangingPunct="1">
              <a:buFontTx/>
              <a:buNone/>
            </a:pPr>
            <a:r>
              <a:rPr lang="fr-CA" altLang="fr-FR"/>
              <a:t>3-Horticole	___		c) poissons</a:t>
            </a:r>
          </a:p>
          <a:p>
            <a:pPr eaLnBrk="1" hangingPunct="1">
              <a:buFontTx/>
              <a:buNone/>
            </a:pPr>
            <a:r>
              <a:rPr lang="fr-CA" altLang="fr-FR"/>
              <a:t>4-Acéricole	___		d) arbres</a:t>
            </a:r>
          </a:p>
        </p:txBody>
      </p:sp>
      <p:pic>
        <p:nvPicPr>
          <p:cNvPr id="7172" name="Picture 16" descr="C:\Documents and Settings\LetourneauA\Local Settings\Temporary Internet Files\Content.IE5\EWQZKHBY\MPj04229490000[1].jpg">
            <a:extLst>
              <a:ext uri="{FF2B5EF4-FFF2-40B4-BE49-F238E27FC236}">
                <a16:creationId xmlns:a16="http://schemas.microsoft.com/office/drawing/2014/main" id="{20A719B9-1A7E-955B-19D4-F6072A44AE3B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 l="5208" t="43750" r="31250" b="25000"/>
          <a:stretch>
            <a:fillRect/>
          </a:stretch>
        </p:blipFill>
        <p:spPr bwMode="auto">
          <a:xfrm>
            <a:off x="2071688" y="4929188"/>
            <a:ext cx="4357687" cy="15716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 useBgFill="1">
        <p:nvSpPr>
          <p:cNvPr id="7" name="AutoShape 7">
            <a:hlinkClick r:id="rId12" action="ppaction://hlinksldjump"/>
            <a:extLst>
              <a:ext uri="{FF2B5EF4-FFF2-40B4-BE49-F238E27FC236}">
                <a16:creationId xmlns:a16="http://schemas.microsoft.com/office/drawing/2014/main" id="{22113CA6-A3CB-5064-BD94-ADFB771BF4E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CC308738-0385-CA20-39CF-B554DD9C2F0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2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B7272E1-CF74-3780-071F-1B5736EF821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500438" y="2428875"/>
            <a:ext cx="3571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B43C00"/>
                </a:solidFill>
                <a:latin typeface="+mn-lt"/>
              </a:rPr>
              <a:t>c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845C26B-7723-8B19-5A2D-B6EFCA03C5C2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500438" y="3630613"/>
            <a:ext cx="3571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B43C00"/>
                </a:solidFill>
                <a:latin typeface="+mn-lt"/>
              </a:rPr>
              <a:t>b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B100B43-D4F5-C56B-5A2E-4D3401E561DE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500438" y="3059113"/>
            <a:ext cx="3571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B43C00"/>
                </a:solidFill>
                <a:latin typeface="+mn-lt"/>
              </a:rPr>
              <a:t>d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5E44356-C7D7-C363-7E46-C1D652DF678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500438" y="4130675"/>
            <a:ext cx="357187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B43C00"/>
                </a:solidFill>
                <a:latin typeface="+mn-lt"/>
              </a:rPr>
              <a:t>a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5C935475-F056-F356-1022-22B85AD84F1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688" y="285750"/>
            <a:ext cx="7143750" cy="1214438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EDAF0AA9-8EE5-9BC7-8A71-CA9381CA311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Alimentation et tourisme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C1589575-3260-C858-41D8-0141CAF3C4E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857250" y="1903413"/>
            <a:ext cx="7215188" cy="3954462"/>
          </a:xfrm>
        </p:spPr>
        <p:txBody>
          <a:bodyPr/>
          <a:lstStyle/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r>
              <a:rPr lang="fr-CA" altLang="fr-FR"/>
              <a:t>Quel programme ne correspond pas à un programme de ce secteur?</a:t>
            </a:r>
          </a:p>
          <a:p>
            <a:pPr marL="609600" indent="-609600" algn="ctr" eaLnBrk="1" hangingPunct="1">
              <a:lnSpc>
                <a:spcPct val="90000"/>
              </a:lnSpc>
              <a:buFontTx/>
              <a:buNone/>
            </a:pPr>
            <a:endParaRPr lang="fr-CA" altLang="fr-FR" sz="1000"/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fr-CA" altLang="fr-FR" sz="2800"/>
              <a:t>Pâtisserie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fr-CA" altLang="fr-FR" sz="2800"/>
              <a:t>Boucherie de détail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fr-CA" altLang="fr-FR" sz="2800"/>
              <a:t>Réception en hôtellerie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fr-CA" altLang="fr-FR" sz="2800"/>
              <a:t>Vente de voyages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fr-CA" altLang="fr-FR" sz="2800"/>
              <a:t>Service de la restauration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lphaLcParenR"/>
            </a:pPr>
            <a:r>
              <a:rPr lang="fr-CA" altLang="fr-FR" sz="2800"/>
              <a:t>Poissonnerie </a:t>
            </a:r>
          </a:p>
        </p:txBody>
      </p:sp>
      <p:sp useBgFill="1">
        <p:nvSpPr>
          <p:cNvPr id="41" name="Rectangle 8">
            <a:extLst>
              <a:ext uri="{FF2B5EF4-FFF2-40B4-BE49-F238E27FC236}">
                <a16:creationId xmlns:a16="http://schemas.microsoft.com/office/drawing/2014/main" id="{9D2CE261-B615-4C6C-54BD-6E9558D94120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3</a:t>
            </a:r>
          </a:p>
        </p:txBody>
      </p:sp>
      <p:pic>
        <p:nvPicPr>
          <p:cNvPr id="73" name="Picture 49">
            <a:hlinkClick r:id="" action="ppaction://media"/>
            <a:extLst>
              <a:ext uri="{FF2B5EF4-FFF2-40B4-BE49-F238E27FC236}">
                <a16:creationId xmlns:a16="http://schemas.microsoft.com/office/drawing/2014/main" id="{DCE91FEE-C15A-FC0B-D8D6-2457CED77F38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50">
            <a:hlinkClick r:id="" action="ppaction://media"/>
            <a:extLst>
              <a:ext uri="{FF2B5EF4-FFF2-40B4-BE49-F238E27FC236}">
                <a16:creationId xmlns:a16="http://schemas.microsoft.com/office/drawing/2014/main" id="{8BAA1140-021F-882C-087B-F1FFD7B91228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Oval 40">
            <a:extLst>
              <a:ext uri="{FF2B5EF4-FFF2-40B4-BE49-F238E27FC236}">
                <a16:creationId xmlns:a16="http://schemas.microsoft.com/office/drawing/2014/main" id="{BFD55515-2F9B-BAC8-4581-A8F2A85410E5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F05228E3-F07B-B603-0825-87109B06245C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0AB76362-9FE3-0C8A-0213-EE9F41BF620F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1003FBBE-77ED-59C7-C6B8-865649243137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9671B654-4663-316E-3859-977B9DA6608F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EF9447A6-DEBC-1E24-4903-C0D876145E99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7E8AE4D1-1811-D107-D3A7-AFD79D1B8875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F010799D-C108-014B-17AE-3A3C93E056E5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20EDAFC8-E98A-DF65-0D2C-C03F3E3929F0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58D07167-31F8-2ABF-BACC-62FAEA91B399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89739CF4-A040-DA5B-5AA2-4B6D4A3FB9E4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7DF50246-8A89-3F4E-EE1B-1FC10C9AC812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DFA885C5-7278-207F-0CE3-DAB0BBB9E585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0094DB28-09B3-1CA7-7041-35ED367F1C97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C6FA89F1-9ABD-2B1E-EC94-11A89CBFC32D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1863BF70-BB82-80C2-9294-CE716CFB4FFB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EC0F9627-ABA9-601F-4015-ABBCCC5F95A7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50748201-9F99-2CEC-AF5A-E446F1E1FB44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4200D338-FD5B-0683-851C-20F939915A8A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90E106C2-669E-7B0A-DCF6-33C06549FE9A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9AA381C3-6837-FE00-0A45-1C0B7120E134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6538CC0C-5A42-8A89-3A5B-8F0039B7D837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B61EB56E-A698-FE2A-BAE6-1A12DA3FCFCA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8B5328A1-B6BA-9E9B-ECFF-BD328EEBA4F8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40F7A045-4436-8C4B-7723-911F9F31DDA6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FC623036-016C-43AC-500F-2DF9B6F5807D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77F16FC9-F546-DAB0-078D-15E9E3AC56A5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169E7A2A-4005-9DE5-932F-5CDA58B01455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2BFE3C23-83AB-FC64-C168-C0507B1A76CE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DA8D143C-BD40-26F0-1FC1-1E08E9AB7847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EC989F0E-F73C-5EB3-0948-566422630FEB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0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314F1711-7DAC-EF1F-5919-FE6B00F5B4DC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1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1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1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1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1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1490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17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8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 nodeType="clickPar">
                      <p:stCondLst>
                        <p:cond delay="0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3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audio>
              <p:cMediaNode>
                <p:cTn id="12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  <p:audio>
              <p:cMediaNode>
                <p:cTn id="1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</p:childTnLst>
        </p:cTn>
      </p:par>
    </p:tnLst>
    <p:bldLst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D63E9C0-255B-10C8-F7A5-6D30923C696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E8511F4-1B99-6B1C-87B3-5B4539EC24F8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28625" y="1500188"/>
            <a:ext cx="8229600" cy="4525962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fr-CA" altLang="fr-FR">
                <a:solidFill>
                  <a:srgbClr val="C00000"/>
                </a:solidFill>
              </a:rPr>
              <a:t>f)   Poissonnerie n’est pas un programme de formation</a:t>
            </a:r>
          </a:p>
          <a:p>
            <a:pPr marL="609600" indent="-609600" eaLnBrk="1" hangingPunct="1">
              <a:buFontTx/>
              <a:buNone/>
            </a:pPr>
            <a:endParaRPr lang="fr-CA" altLang="fr-FR" sz="1000"/>
          </a:p>
          <a:p>
            <a:pPr marL="609600" indent="-609600" eaLnBrk="1" hangingPunct="1">
              <a:buFontTx/>
              <a:buNone/>
            </a:pPr>
            <a:r>
              <a:rPr lang="fr-CA" altLang="fr-FR"/>
              <a:t>Les autres programmes</a:t>
            </a:r>
          </a:p>
          <a:p>
            <a:pPr marL="609600" indent="-609600" eaLnBrk="1" hangingPunct="1">
              <a:buFontTx/>
              <a:buNone/>
            </a:pPr>
            <a:r>
              <a:rPr lang="fr-CA" altLang="fr-FR"/>
              <a:t>du secteur sont : </a:t>
            </a:r>
          </a:p>
          <a:p>
            <a:pPr marL="990600" lvl="1" indent="-533400" eaLnBrk="1" hangingPunct="1"/>
            <a:r>
              <a:rPr lang="fr-CA" altLang="fr-FR"/>
              <a:t>Cuisine</a:t>
            </a:r>
          </a:p>
          <a:p>
            <a:pPr marL="990600" lvl="1" indent="-533400" eaLnBrk="1" hangingPunct="1"/>
            <a:r>
              <a:rPr lang="fr-CA" altLang="fr-FR"/>
              <a:t>Boulangerie</a:t>
            </a:r>
          </a:p>
        </p:txBody>
      </p:sp>
      <p:pic>
        <p:nvPicPr>
          <p:cNvPr id="9222" name="Picture 6" descr="C:\Documents and Settings\LetourneauA\Local Settings\Temporary Internet Files\Content.IE5\DB5M7HFG\MPj04388670000[1].jpg">
            <a:extLst>
              <a:ext uri="{FF2B5EF4-FFF2-40B4-BE49-F238E27FC236}">
                <a16:creationId xmlns:a16="http://schemas.microsoft.com/office/drawing/2014/main" id="{9D5D18D3-B479-FA7F-2658-7E71741616B3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 cstate="print"/>
          <a:srcRect l="9821" t="8208" r="7590" b="6535"/>
          <a:stretch>
            <a:fillRect/>
          </a:stretch>
        </p:blipFill>
        <p:spPr bwMode="auto">
          <a:xfrm>
            <a:off x="4643438" y="2813050"/>
            <a:ext cx="3643312" cy="25447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809593C9-96D2-EC70-E23B-FDBB4F4827C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3</a:t>
            </a:r>
          </a:p>
        </p:txBody>
      </p:sp>
      <p:sp useBgFill="1">
        <p:nvSpPr>
          <p:cNvPr id="9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B5E64FC9-7D24-5B7E-1529-19E4B9292947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5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à coins arrondis 45">
            <a:extLst>
              <a:ext uri="{FF2B5EF4-FFF2-40B4-BE49-F238E27FC236}">
                <a16:creationId xmlns:a16="http://schemas.microsoft.com/office/drawing/2014/main" id="{E9DFBD02-507B-F208-1389-D93095F59F4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3000" y="285750"/>
            <a:ext cx="7143750" cy="1214438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11269" name="Rectangle 2">
            <a:extLst>
              <a:ext uri="{FF2B5EF4-FFF2-40B4-BE49-F238E27FC236}">
                <a16:creationId xmlns:a16="http://schemas.microsoft.com/office/drawing/2014/main" id="{74C0151A-CE61-E636-3EB3-C1B35DD92D7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Arts</a:t>
            </a:r>
          </a:p>
        </p:txBody>
      </p:sp>
      <p:pic>
        <p:nvPicPr>
          <p:cNvPr id="10244" name="Picture 5" descr="MPj04074540000[1]">
            <a:extLst>
              <a:ext uri="{FF2B5EF4-FFF2-40B4-BE49-F238E27FC236}">
                <a16:creationId xmlns:a16="http://schemas.microsoft.com/office/drawing/2014/main" id="{7BBC5644-1F6D-2322-701B-158B3E5C2590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3"/>
            </p:custDataLst>
          </p:nvPr>
        </p:nvPicPr>
        <p:blipFill>
          <a:blip r:embed="rId44" cstate="print"/>
          <a:srcRect/>
          <a:stretch>
            <a:fillRect/>
          </a:stretch>
        </p:blipFill>
        <p:spPr>
          <a:xfrm>
            <a:off x="817563" y="2165350"/>
            <a:ext cx="3611562" cy="24066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effectLst>
            <a:reflection blurRad="12700" stA="38000" endPos="28000" dist="5000" dir="5400000" sy="-100000" algn="bl" rotWithShape="0"/>
          </a:effectLst>
        </p:spPr>
      </p:pic>
      <p:sp>
        <p:nvSpPr>
          <p:cNvPr id="10252" name="Text Box 19">
            <a:extLst>
              <a:ext uri="{FF2B5EF4-FFF2-40B4-BE49-F238E27FC236}">
                <a16:creationId xmlns:a16="http://schemas.microsoft.com/office/drawing/2014/main" id="{75656A4D-C367-2272-E553-82B017442D5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00100" y="5013325"/>
            <a:ext cx="7272338" cy="769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fr-CA" sz="4400" dirty="0">
                <a:latin typeface="+mn-lt"/>
              </a:rPr>
              <a:t>Trouvez les 5 différences</a:t>
            </a:r>
          </a:p>
        </p:txBody>
      </p:sp>
      <p:grpSp>
        <p:nvGrpSpPr>
          <p:cNvPr id="11272" name="Groupe 51">
            <a:extLst>
              <a:ext uri="{FF2B5EF4-FFF2-40B4-BE49-F238E27FC236}">
                <a16:creationId xmlns:a16="http://schemas.microsoft.com/office/drawing/2014/main" id="{695C36DC-AE21-5E35-5A82-A7836B9202D6}"/>
              </a:ext>
            </a:extLst>
          </p:cNvPr>
          <p:cNvGrpSpPr>
            <a:grpSpLocks/>
          </p:cNvGrpSpPr>
          <p:nvPr>
            <p:custDataLst>
              <p:tags r:id="rId5"/>
            </p:custDataLst>
          </p:nvPr>
        </p:nvGrpSpPr>
        <p:grpSpPr bwMode="auto">
          <a:xfrm>
            <a:off x="4786313" y="2143125"/>
            <a:ext cx="3611562" cy="2414588"/>
            <a:chOff x="4786314" y="2214554"/>
            <a:chExt cx="3611562" cy="2414582"/>
          </a:xfrm>
        </p:grpSpPr>
        <p:pic>
          <p:nvPicPr>
            <p:cNvPr id="10282" name="Picture 18" descr="MPj04074540000[1]">
              <a:extLst>
                <a:ext uri="{FF2B5EF4-FFF2-40B4-BE49-F238E27FC236}">
                  <a16:creationId xmlns:a16="http://schemas.microsoft.com/office/drawing/2014/main" id="{3DA5BF6E-18C9-AA2F-63E2-C328F9DC8A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4" cstate="print"/>
            <a:srcRect/>
            <a:stretch>
              <a:fillRect/>
            </a:stretch>
          </p:blipFill>
          <p:spPr bwMode="auto">
            <a:xfrm>
              <a:off x="4786314" y="2214554"/>
              <a:ext cx="3611562" cy="240665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283" name="Picture 13" descr="MPj04223770000[1]">
              <a:extLst>
                <a:ext uri="{FF2B5EF4-FFF2-40B4-BE49-F238E27FC236}">
                  <a16:creationId xmlns:a16="http://schemas.microsoft.com/office/drawing/2014/main" id="{1E7EB9D5-E80F-3C57-047C-DC63C9A82D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5" cstate="print"/>
            <a:srcRect/>
            <a:stretch>
              <a:fillRect/>
            </a:stretch>
          </p:blipFill>
          <p:spPr bwMode="auto">
            <a:xfrm>
              <a:off x="7429520" y="3929066"/>
              <a:ext cx="341313" cy="508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284" name="Picture 17" descr="http://www.feuverre.com/gallery/verre-art-table-5.jpg">
              <a:extLst>
                <a:ext uri="{FF2B5EF4-FFF2-40B4-BE49-F238E27FC236}">
                  <a16:creationId xmlns:a16="http://schemas.microsoft.com/office/drawing/2014/main" id="{F4BF3FA1-B1D6-5BD8-7E4E-25FD2E352C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6" r:link="rId47" cstate="print"/>
            <a:srcRect/>
            <a:stretch>
              <a:fillRect/>
            </a:stretch>
          </p:blipFill>
          <p:spPr bwMode="auto">
            <a:xfrm>
              <a:off x="5000628" y="2643182"/>
              <a:ext cx="228600" cy="3429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285" name="Picture 16" descr="MPj04331700000[1]">
              <a:extLst>
                <a:ext uri="{FF2B5EF4-FFF2-40B4-BE49-F238E27FC236}">
                  <a16:creationId xmlns:a16="http://schemas.microsoft.com/office/drawing/2014/main" id="{0BF900B9-3CA6-C405-6D33-F0B9158C93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8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 t="22722" r="32181" b="13667"/>
            <a:stretch>
              <a:fillRect/>
            </a:stretch>
          </p:blipFill>
          <p:spPr bwMode="auto">
            <a:xfrm>
              <a:off x="6143636" y="3929066"/>
              <a:ext cx="147638" cy="20796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286" name="Picture 18" descr="C:\Documents and Settings\LetourneauA\Local Settings\Temporary Internet Files\Content.IE5\EWQZKHBY\MPj04309300000[1].jpg">
              <a:extLst>
                <a:ext uri="{FF2B5EF4-FFF2-40B4-BE49-F238E27FC236}">
                  <a16:creationId xmlns:a16="http://schemas.microsoft.com/office/drawing/2014/main" id="{F141A128-0E61-9B92-7089-9B720FF9DF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9" cstate="print"/>
            <a:srcRect/>
            <a:stretch>
              <a:fillRect/>
            </a:stretch>
          </p:blipFill>
          <p:spPr bwMode="auto">
            <a:xfrm>
              <a:off x="7929586" y="2476492"/>
              <a:ext cx="142876" cy="23812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0287" name="Picture 14" descr="C:\Documents and Settings\LetourneauA\Local Settings\Temporary Internet Files\Content.IE5\DB5M7HFG\MPj04384390000[1].jpg">
              <a:extLst>
                <a:ext uri="{FF2B5EF4-FFF2-40B4-BE49-F238E27FC236}">
                  <a16:creationId xmlns:a16="http://schemas.microsoft.com/office/drawing/2014/main" id="{98FCA562-381C-F8E7-DBA6-15DC4A858F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0" cstate="print"/>
            <a:srcRect t="60045" r="30527"/>
            <a:stretch>
              <a:fillRect/>
            </a:stretch>
          </p:blipFill>
          <p:spPr bwMode="auto">
            <a:xfrm>
              <a:off x="6929454" y="4357694"/>
              <a:ext cx="459846" cy="27144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 useBgFill="1">
        <p:nvSpPr>
          <p:cNvPr id="51" name="Rectangle 8">
            <a:extLst>
              <a:ext uri="{FF2B5EF4-FFF2-40B4-BE49-F238E27FC236}">
                <a16:creationId xmlns:a16="http://schemas.microsoft.com/office/drawing/2014/main" id="{66A77E5B-ACA8-FED4-FD51-50AF0B53ABDF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4</a:t>
            </a:r>
          </a:p>
        </p:txBody>
      </p:sp>
      <p:pic>
        <p:nvPicPr>
          <p:cNvPr id="84" name="Picture 49">
            <a:hlinkClick r:id="" action="ppaction://media"/>
            <a:extLst>
              <a:ext uri="{FF2B5EF4-FFF2-40B4-BE49-F238E27FC236}">
                <a16:creationId xmlns:a16="http://schemas.microsoft.com/office/drawing/2014/main" id="{E1473C5C-E79A-5B66-5275-8FA49F2E331F}"/>
              </a:ext>
            </a:extLst>
          </p:cNvPr>
          <p:cNvPicPr>
            <a:picLocks noRot="1" noChangeAspect="1" noChangeArrowheads="1"/>
          </p:cNvPicPr>
          <p:nvPr>
            <a:wavAudioFile r:embed="rId7" name="MSj01166140000[1].wav"/>
            <p:custDataLst>
              <p:tags r:id="rId8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Picture 50">
            <a:hlinkClick r:id="" action="ppaction://media"/>
            <a:extLst>
              <a:ext uri="{FF2B5EF4-FFF2-40B4-BE49-F238E27FC236}">
                <a16:creationId xmlns:a16="http://schemas.microsoft.com/office/drawing/2014/main" id="{FC58974F-7F56-5BB3-60C3-56E1C6A84723}"/>
              </a:ext>
            </a:extLst>
          </p:cNvPr>
          <p:cNvPicPr>
            <a:picLocks noRot="1" noChangeAspect="1" noChangeArrowheads="1"/>
          </p:cNvPicPr>
          <p:nvPr>
            <a:wavAudioFile r:embed="rId9" name="MSj01166110000[1].wav"/>
            <p:custDataLst>
              <p:tags r:id="rId10"/>
            </p:custDataLst>
          </p:nvPr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Oval 40">
            <a:extLst>
              <a:ext uri="{FF2B5EF4-FFF2-40B4-BE49-F238E27FC236}">
                <a16:creationId xmlns:a16="http://schemas.microsoft.com/office/drawing/2014/main" id="{AA45797E-BF46-E3A3-163D-57B267071BF8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C5B96258-3350-38ED-94F5-3AEBA4AF611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CCB958E1-21E2-0389-0AB9-E4C5F21DC0E1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02E7CF1C-4576-120E-0507-B42C7874FFF6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E9B6134C-0A95-9B7E-9E72-6C7C68F9FBDD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64881087-6A94-745B-FD85-2863F0BF4A25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0AB55A63-4A60-EFF3-EA5C-E66AC62DE4C4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149E50B8-06E9-EA24-0FA8-E8BAE912ED35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0DD8881F-9E86-97A0-47F1-AD5CD25F33F8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A993AE22-9DA3-5203-50C2-5E901C48A0E1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11071031-11CC-0F62-BC20-C7A9E6BF8C6A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E955334F-B8D0-7308-98E1-AE6D24B2D7BB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FC6774ED-C9BB-F9B6-0854-DD8B4E9FEAC8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3CE143FC-D3CD-DB56-FCBA-A0DF3DCA77AA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87F952A0-713D-AAB7-5CB9-F21E1613E595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5FEE0CD8-A053-0B30-105B-1A6C1B1D979C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D4D0753E-98D4-0C3B-699B-F12659C43C96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DE4746DC-B6AB-DC3B-2417-D76C15A16090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641BA302-435B-8E08-368A-63ADD74BCD21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E111539D-DEA7-4A45-E666-7F792704A4B9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06" name="Oval 40">
            <a:extLst>
              <a:ext uri="{FF2B5EF4-FFF2-40B4-BE49-F238E27FC236}">
                <a16:creationId xmlns:a16="http://schemas.microsoft.com/office/drawing/2014/main" id="{B16E6BBA-1C96-0FBE-B709-4B6128E974B9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B52F1B15-7ADD-003D-FCE7-7C6619A866E7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4C640131-9AD4-8B75-0348-2CC881CF945B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ADEB91F2-F36A-EDA6-D2F3-3A3946C1EEFB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B82973CF-886F-6C9B-C3CC-9B7D84DD8CF6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284E9208-45CE-D054-2B02-EA7AB201FCCA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8EA0D1BD-41CD-4155-1097-9D85B8804F5A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BE05A8F4-6EF5-EB0D-263A-8CDDDAF0AC5D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A9952F96-46CE-943F-196F-78DD444F2409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4A9A55B5-7464-0F2D-1046-7C9493643389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DDBBE646-7ACA-19DF-7944-B6A71AD76E25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7705725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8" name="AutoShape 7">
            <a:hlinkClick r:id="rId52" action="ppaction://hlinksldjump"/>
            <a:extLst>
              <a:ext uri="{FF2B5EF4-FFF2-40B4-BE49-F238E27FC236}">
                <a16:creationId xmlns:a16="http://schemas.microsoft.com/office/drawing/2014/main" id="{A0266EDB-65C9-09E5-9BA2-1267AC546141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" fill="hold"/>
                                        <p:tgtEl>
                                          <p:spTgt spid="8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98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867" fill="hold"/>
                                        <p:tgtEl>
                                          <p:spTgt spid="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 nodeType="clickPar">
                      <p:stCondLst>
                        <p:cond delay="0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867" fill="hold"/>
                                        <p:tgtEl>
                                          <p:spTgt spid="8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audio>
              <p:cMediaNode>
                <p:cTn id="10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4"/>
                </p:tgtEl>
              </p:cMediaNode>
            </p:audio>
            <p:audio>
              <p:cMediaNode>
                <p:cTn id="10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5"/>
                </p:tgtEl>
              </p:cMediaNode>
            </p:audio>
          </p:childTnLst>
        </p:cTn>
      </p:par>
    </p:tnLst>
    <p:bldLst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1F927486-E493-A401-3217-C9E53F50B51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12291" name="Text Box 10">
            <a:extLst>
              <a:ext uri="{FF2B5EF4-FFF2-40B4-BE49-F238E27FC236}">
                <a16:creationId xmlns:a16="http://schemas.microsoft.com/office/drawing/2014/main" id="{B2269A37-6A96-6E71-DD37-B24CAE2CF7BD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55650" y="4546600"/>
            <a:ext cx="7272338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CA" altLang="fr-FR" sz="4000" b="1" i="1">
                <a:solidFill>
                  <a:srgbClr val="FF3300"/>
                </a:solidFill>
                <a:latin typeface="Bodoni MT" panose="02070603080606020203" pitchFamily="18" charset="0"/>
              </a:rPr>
              <a:t>Cliquez</a:t>
            </a:r>
            <a:r>
              <a:rPr lang="fr-CA" altLang="fr-FR" sz="4000">
                <a:latin typeface="Bodoni MT" panose="02070603080606020203" pitchFamily="18" charset="0"/>
              </a:rPr>
              <a:t> sur les 5 différences et découvrez les DEP du secteur</a:t>
            </a:r>
          </a:p>
        </p:txBody>
      </p:sp>
      <p:grpSp>
        <p:nvGrpSpPr>
          <p:cNvPr id="12292" name="Groupe 21">
            <a:extLst>
              <a:ext uri="{FF2B5EF4-FFF2-40B4-BE49-F238E27FC236}">
                <a16:creationId xmlns:a16="http://schemas.microsoft.com/office/drawing/2014/main" id="{0EDBECD3-A42B-BDF4-B5FC-E34B46522848}"/>
              </a:ext>
            </a:extLst>
          </p:cNvPr>
          <p:cNvGrpSpPr>
            <a:grpSpLocks/>
          </p:cNvGrpSpPr>
          <p:nvPr>
            <p:custDataLst>
              <p:tags r:id="rId3"/>
            </p:custDataLst>
          </p:nvPr>
        </p:nvGrpSpPr>
        <p:grpSpPr bwMode="auto">
          <a:xfrm>
            <a:off x="2071688" y="1514475"/>
            <a:ext cx="4786312" cy="2843213"/>
            <a:chOff x="4786314" y="2214554"/>
            <a:chExt cx="3611562" cy="2414582"/>
          </a:xfrm>
        </p:grpSpPr>
        <p:pic>
          <p:nvPicPr>
            <p:cNvPr id="11276" name="Picture 18" descr="MPj04074540000[1]">
              <a:extLst>
                <a:ext uri="{FF2B5EF4-FFF2-40B4-BE49-F238E27FC236}">
                  <a16:creationId xmlns:a16="http://schemas.microsoft.com/office/drawing/2014/main" id="{6DD8BC9D-FE19-93BB-205C-82EDD01FF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4786314" y="2214554"/>
              <a:ext cx="3611562" cy="240665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1277" name="Picture 13" descr="MPj04223770000[1]">
              <a:hlinkClick r:id="rId13" action="ppaction://hlinksldjump"/>
              <a:extLst>
                <a:ext uri="{FF2B5EF4-FFF2-40B4-BE49-F238E27FC236}">
                  <a16:creationId xmlns:a16="http://schemas.microsoft.com/office/drawing/2014/main" id="{C799EFFD-AF52-8B8F-BAC5-9C3C70103E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7429520" y="3929066"/>
              <a:ext cx="341313" cy="5080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2" name="Picture 17" descr="http://www.feuverre.com/gallery/verre-art-table-5.jpg">
              <a:hlinkClick r:id="rId15" action="ppaction://hlinksldjump"/>
              <a:extLst>
                <a:ext uri="{FF2B5EF4-FFF2-40B4-BE49-F238E27FC236}">
                  <a16:creationId xmlns:a16="http://schemas.microsoft.com/office/drawing/2014/main" id="{61F4D857-8F73-763A-F822-A8DD129ED5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r:link="rId17" cstate="print"/>
            <a:srcRect/>
            <a:stretch>
              <a:fillRect/>
            </a:stretch>
          </p:blipFill>
          <p:spPr bwMode="auto">
            <a:xfrm>
              <a:off x="5000628" y="2643182"/>
              <a:ext cx="228600" cy="34290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1279" name="Picture 16" descr="MPj04331700000[1]">
              <a:hlinkClick r:id="rId18" action="ppaction://hlinksldjump"/>
              <a:extLst>
                <a:ext uri="{FF2B5EF4-FFF2-40B4-BE49-F238E27FC236}">
                  <a16:creationId xmlns:a16="http://schemas.microsoft.com/office/drawing/2014/main" id="{4F97D593-9DE1-61E4-BE4B-B7C2504513D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</a:blip>
            <a:srcRect t="22722" r="32181" b="13667"/>
            <a:stretch>
              <a:fillRect/>
            </a:stretch>
          </p:blipFill>
          <p:spPr bwMode="auto">
            <a:xfrm>
              <a:off x="6143636" y="3929066"/>
              <a:ext cx="147638" cy="20796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3" name="Picture 18" descr="C:\Documents and Settings\LetourneauA\Local Settings\Temporary Internet Files\Content.IE5\EWQZKHBY\MPj04309300000[1].jpg">
              <a:hlinkClick r:id="rId20" action="ppaction://hlinksldjump"/>
              <a:extLst>
                <a:ext uri="{FF2B5EF4-FFF2-40B4-BE49-F238E27FC236}">
                  <a16:creationId xmlns:a16="http://schemas.microsoft.com/office/drawing/2014/main" id="{2CB84911-CDFD-5CA5-92FA-D1C4A9E803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/>
            <a:srcRect/>
            <a:stretch>
              <a:fillRect/>
            </a:stretch>
          </p:blipFill>
          <p:spPr bwMode="auto">
            <a:xfrm>
              <a:off x="7929586" y="2476492"/>
              <a:ext cx="142876" cy="23812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11281" name="Picture 14" descr="C:\Documents and Settings\LetourneauA\Local Settings\Temporary Internet Files\Content.IE5\DB5M7HFG\MPj04384390000[1].jpg">
              <a:hlinkClick r:id="rId22" action="ppaction://hlinksldjump"/>
              <a:extLst>
                <a:ext uri="{FF2B5EF4-FFF2-40B4-BE49-F238E27FC236}">
                  <a16:creationId xmlns:a16="http://schemas.microsoft.com/office/drawing/2014/main" id="{7922E277-D7EB-F005-7072-F5A55589D6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 cstate="print"/>
            <a:srcRect t="60045" r="30527"/>
            <a:stretch>
              <a:fillRect/>
            </a:stretch>
          </p:blipFill>
          <p:spPr bwMode="auto">
            <a:xfrm>
              <a:off x="6929454" y="4357694"/>
              <a:ext cx="459846" cy="271442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</p:grpSp>
      <p:sp>
        <p:nvSpPr>
          <p:cNvPr id="11284" name="Oval 16">
            <a:extLst>
              <a:ext uri="{FF2B5EF4-FFF2-40B4-BE49-F238E27FC236}">
                <a16:creationId xmlns:a16="http://schemas.microsoft.com/office/drawing/2014/main" id="{6FBCF0F3-C7C9-08F9-7206-D9377B4A1FD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786188" y="3429000"/>
            <a:ext cx="360362" cy="431800"/>
          </a:xfrm>
          <a:prstGeom prst="ellips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1282" name="Oval 11">
            <a:extLst>
              <a:ext uri="{FF2B5EF4-FFF2-40B4-BE49-F238E27FC236}">
                <a16:creationId xmlns:a16="http://schemas.microsoft.com/office/drawing/2014/main" id="{FF7D1345-2A82-8581-785D-0B876F5D21C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14563" y="1857375"/>
            <a:ext cx="642937" cy="649288"/>
          </a:xfrm>
          <a:prstGeom prst="ellips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1280" name="Oval 14">
            <a:extLst>
              <a:ext uri="{FF2B5EF4-FFF2-40B4-BE49-F238E27FC236}">
                <a16:creationId xmlns:a16="http://schemas.microsoft.com/office/drawing/2014/main" id="{8D13E8CA-7971-5CC0-CD10-984AD0F11E0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142038" y="1714500"/>
            <a:ext cx="358775" cy="431800"/>
          </a:xfrm>
          <a:prstGeom prst="ellips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1278" name="Oval 13">
            <a:extLst>
              <a:ext uri="{FF2B5EF4-FFF2-40B4-BE49-F238E27FC236}">
                <a16:creationId xmlns:a16="http://schemas.microsoft.com/office/drawing/2014/main" id="{36623F14-DF70-FFA1-85A8-34CC1C37A8AE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429250" y="3429000"/>
            <a:ext cx="642938" cy="646113"/>
          </a:xfrm>
          <a:prstGeom prst="ellips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29" name="Oval 13">
            <a:extLst>
              <a:ext uri="{FF2B5EF4-FFF2-40B4-BE49-F238E27FC236}">
                <a16:creationId xmlns:a16="http://schemas.microsoft.com/office/drawing/2014/main" id="{99667607-F763-200D-D174-4CCC319C9774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857750" y="3929063"/>
            <a:ext cx="642938" cy="646112"/>
          </a:xfrm>
          <a:prstGeom prst="ellips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 useBgFill="1">
        <p:nvSpPr>
          <p:cNvPr id="20" name="Rectangle 8">
            <a:extLst>
              <a:ext uri="{FF2B5EF4-FFF2-40B4-BE49-F238E27FC236}">
                <a16:creationId xmlns:a16="http://schemas.microsoft.com/office/drawing/2014/main" id="{6D3EBDD4-537C-66A4-EAE9-1803030B1677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4</a:t>
            </a:r>
          </a:p>
        </p:txBody>
      </p:sp>
      <p:sp useBgFill="1">
        <p:nvSpPr>
          <p:cNvPr id="21" name="AutoShape 7">
            <a:hlinkClick r:id="rId24" action="ppaction://hlinksldjump"/>
            <a:extLst>
              <a:ext uri="{FF2B5EF4-FFF2-40B4-BE49-F238E27FC236}">
                <a16:creationId xmlns:a16="http://schemas.microsoft.com/office/drawing/2014/main" id="{DC228B49-B2F4-10DC-95DE-B7FA6B8EAC2E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" grpId="0" animBg="1"/>
      <p:bldP spid="11282" grpId="0" animBg="1"/>
      <p:bldP spid="11280" grpId="0" animBg="1"/>
      <p:bldP spid="1127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à coins arrondis 10">
            <a:extLst>
              <a:ext uri="{FF2B5EF4-FFF2-40B4-BE49-F238E27FC236}">
                <a16:creationId xmlns:a16="http://schemas.microsoft.com/office/drawing/2014/main" id="{3D2473F7-977F-7518-2DDE-61DDB55D262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71563" y="285750"/>
            <a:ext cx="7143750" cy="1214438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13317" name="Rectangle 4">
            <a:extLst>
              <a:ext uri="{FF2B5EF4-FFF2-40B4-BE49-F238E27FC236}">
                <a16:creationId xmlns:a16="http://schemas.microsoft.com/office/drawing/2014/main" id="{9F7D875C-0A10-27A9-5511-0D4D9254A76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Bijouterie-joaillerie</a:t>
            </a:r>
          </a:p>
        </p:txBody>
      </p:sp>
      <p:pic>
        <p:nvPicPr>
          <p:cNvPr id="12292" name="Picture 10" descr="MPj04223770000[2]">
            <a:extLst>
              <a:ext uri="{FF2B5EF4-FFF2-40B4-BE49-F238E27FC236}">
                <a16:creationId xmlns:a16="http://schemas.microsoft.com/office/drawing/2014/main" id="{1524CD35-F8CE-EDAD-FD56-838A363F7187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>
          <a:xfrm>
            <a:off x="3062288" y="1600200"/>
            <a:ext cx="3019425" cy="45259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13319" name="Rectangle 6">
            <a:extLst>
              <a:ext uri="{FF2B5EF4-FFF2-40B4-BE49-F238E27FC236}">
                <a16:creationId xmlns:a16="http://schemas.microsoft.com/office/drawing/2014/main" id="{96F5EF62-42C6-DCD1-473D-2EABA0C8D45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73100" y="18161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3320" name="Rectangle 7">
            <a:extLst>
              <a:ext uri="{FF2B5EF4-FFF2-40B4-BE49-F238E27FC236}">
                <a16:creationId xmlns:a16="http://schemas.microsoft.com/office/drawing/2014/main" id="{3D5DC96E-5457-D62E-6984-F0EBAEF68F9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89000" y="20320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3321" name="Rectangle 8">
            <a:extLst>
              <a:ext uri="{FF2B5EF4-FFF2-40B4-BE49-F238E27FC236}">
                <a16:creationId xmlns:a16="http://schemas.microsoft.com/office/drawing/2014/main" id="{19F679E8-0995-FE27-D383-072AD07CB89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04900" y="22479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3322" name="Rectangle 9">
            <a:extLst>
              <a:ext uri="{FF2B5EF4-FFF2-40B4-BE49-F238E27FC236}">
                <a16:creationId xmlns:a16="http://schemas.microsoft.com/office/drawing/2014/main" id="{458F9D97-08D2-183B-70BF-DBFADA502F53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20800" y="24638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 useBgFill="1">
        <p:nvSpPr>
          <p:cNvPr id="12" name="AutoShape 7">
            <a:hlinkClick r:id="rId12" action="ppaction://hlinksldjump"/>
            <a:extLst>
              <a:ext uri="{FF2B5EF4-FFF2-40B4-BE49-F238E27FC236}">
                <a16:creationId xmlns:a16="http://schemas.microsoft.com/office/drawing/2014/main" id="{4BB7A0BE-CCEA-7FCA-696F-227DA839C570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84D9C90B-16C7-7A92-88F1-28F7588AF17B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4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à coins arrondis 19">
            <a:extLst>
              <a:ext uri="{FF2B5EF4-FFF2-40B4-BE49-F238E27FC236}">
                <a16:creationId xmlns:a16="http://schemas.microsoft.com/office/drawing/2014/main" id="{89507029-B33D-1D3B-FCAC-A8A756BC8C3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85813" y="285750"/>
            <a:ext cx="7572375" cy="1214438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14341" name="Rectangle 2">
            <a:extLst>
              <a:ext uri="{FF2B5EF4-FFF2-40B4-BE49-F238E27FC236}">
                <a16:creationId xmlns:a16="http://schemas.microsoft.com/office/drawing/2014/main" id="{86396DCB-9381-FACA-F670-DC745CB2F89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Décoration intérieure et étalage</a:t>
            </a:r>
          </a:p>
        </p:txBody>
      </p:sp>
      <p:sp>
        <p:nvSpPr>
          <p:cNvPr id="14342" name="Rectangle 4">
            <a:extLst>
              <a:ext uri="{FF2B5EF4-FFF2-40B4-BE49-F238E27FC236}">
                <a16:creationId xmlns:a16="http://schemas.microsoft.com/office/drawing/2014/main" id="{EE5246D4-8D2D-1CC3-34F7-3D8931F4D4E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73100" y="18161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4343" name="Rectangle 5">
            <a:extLst>
              <a:ext uri="{FF2B5EF4-FFF2-40B4-BE49-F238E27FC236}">
                <a16:creationId xmlns:a16="http://schemas.microsoft.com/office/drawing/2014/main" id="{345F828D-8276-C555-0BFF-D2DEDFC0098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89000" y="20320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4344" name="Rectangle 6">
            <a:extLst>
              <a:ext uri="{FF2B5EF4-FFF2-40B4-BE49-F238E27FC236}">
                <a16:creationId xmlns:a16="http://schemas.microsoft.com/office/drawing/2014/main" id="{C8860FCB-0CBE-232C-9CE2-6E0817FD5EA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04900" y="22479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4345" name="Rectangle 7">
            <a:extLst>
              <a:ext uri="{FF2B5EF4-FFF2-40B4-BE49-F238E27FC236}">
                <a16:creationId xmlns:a16="http://schemas.microsoft.com/office/drawing/2014/main" id="{B587AD33-3C1C-C154-C570-AFA964EB8C53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20800" y="24638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pic>
        <p:nvPicPr>
          <p:cNvPr id="13320" name="Picture 18" descr="C:\Documents and Settings\LetourneauA\Local Settings\Temporary Internet Files\Content.IE5\EWQZKHBY\MPj04309300000[1].jpg">
            <a:extLst>
              <a:ext uri="{FF2B5EF4-FFF2-40B4-BE49-F238E27FC236}">
                <a16:creationId xmlns:a16="http://schemas.microsoft.com/office/drawing/2014/main" id="{1A115CF8-BAAC-6BC8-0F8D-BD30D7CA79B8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831975" y="2020888"/>
            <a:ext cx="5454650" cy="362267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 useBgFill="1">
        <p:nvSpPr>
          <p:cNvPr id="11" name="AutoShape 7">
            <a:hlinkClick r:id="rId12" action="ppaction://hlinksldjump"/>
            <a:extLst>
              <a:ext uri="{FF2B5EF4-FFF2-40B4-BE49-F238E27FC236}">
                <a16:creationId xmlns:a16="http://schemas.microsoft.com/office/drawing/2014/main" id="{71425453-49D6-9555-A1DB-D850F5851E71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45C1BD16-7782-A604-9929-486715943F58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4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à coins arrondis 22">
            <a:extLst>
              <a:ext uri="{FF2B5EF4-FFF2-40B4-BE49-F238E27FC236}">
                <a16:creationId xmlns:a16="http://schemas.microsoft.com/office/drawing/2014/main" id="{E69AAD1C-CF14-4481-5D21-242A8DAEA1F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143000" y="285750"/>
            <a:ext cx="7143750" cy="1214438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15365" name="Rectangle 2">
            <a:extLst>
              <a:ext uri="{FF2B5EF4-FFF2-40B4-BE49-F238E27FC236}">
                <a16:creationId xmlns:a16="http://schemas.microsoft.com/office/drawing/2014/main" id="{EFEF7845-1A06-0C97-2086-F7446332DA4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Photographie</a:t>
            </a:r>
          </a:p>
        </p:txBody>
      </p:sp>
      <p:sp>
        <p:nvSpPr>
          <p:cNvPr id="15366" name="Rectangle 4">
            <a:extLst>
              <a:ext uri="{FF2B5EF4-FFF2-40B4-BE49-F238E27FC236}">
                <a16:creationId xmlns:a16="http://schemas.microsoft.com/office/drawing/2014/main" id="{946A57D1-3743-089A-8F13-B3CD95F6908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73100" y="18161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5367" name="Rectangle 5">
            <a:extLst>
              <a:ext uri="{FF2B5EF4-FFF2-40B4-BE49-F238E27FC236}">
                <a16:creationId xmlns:a16="http://schemas.microsoft.com/office/drawing/2014/main" id="{CFB2FA44-C4DB-64FC-5F5B-0BA3ED92ACC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889000" y="20320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5368" name="Rectangle 6">
            <a:extLst>
              <a:ext uri="{FF2B5EF4-FFF2-40B4-BE49-F238E27FC236}">
                <a16:creationId xmlns:a16="http://schemas.microsoft.com/office/drawing/2014/main" id="{D71E6CA0-5688-0184-E9A7-BFF393C736F8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04900" y="22479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5369" name="Rectangle 7">
            <a:extLst>
              <a:ext uri="{FF2B5EF4-FFF2-40B4-BE49-F238E27FC236}">
                <a16:creationId xmlns:a16="http://schemas.microsoft.com/office/drawing/2014/main" id="{36207F06-7D79-A020-563F-8A13C7B05BAD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320800" y="24638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pic>
        <p:nvPicPr>
          <p:cNvPr id="14344" name="Picture 14" descr="C:\Documents and Settings\LetourneauA\Local Settings\Temporary Internet Files\Content.IE5\DB5M7HFG\MPj04384390000[1].jpg">
            <a:extLst>
              <a:ext uri="{FF2B5EF4-FFF2-40B4-BE49-F238E27FC236}">
                <a16:creationId xmlns:a16="http://schemas.microsoft.com/office/drawing/2014/main" id="{1EA728F3-3B87-2308-8D79-5CD178BC0ED5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1" cstate="print"/>
          <a:srcRect t="60045" r="30527"/>
          <a:stretch>
            <a:fillRect/>
          </a:stretch>
        </p:blipFill>
        <p:spPr bwMode="auto">
          <a:xfrm>
            <a:off x="2143125" y="2428875"/>
            <a:ext cx="4332288" cy="25574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0738836D-29AF-F156-15BA-24354E36632B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4</a:t>
            </a:r>
          </a:p>
        </p:txBody>
      </p:sp>
      <p:sp useBgFill="1">
        <p:nvSpPr>
          <p:cNvPr id="12" name="AutoShape 7">
            <a:hlinkClick r:id="rId12" action="ppaction://hlinksldjump"/>
            <a:extLst>
              <a:ext uri="{FF2B5EF4-FFF2-40B4-BE49-F238E27FC236}">
                <a16:creationId xmlns:a16="http://schemas.microsoft.com/office/drawing/2014/main" id="{6C313914-43AA-7540-DAB8-58E0A40630F4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à coins arrondis 9">
            <a:extLst>
              <a:ext uri="{FF2B5EF4-FFF2-40B4-BE49-F238E27FC236}">
                <a16:creationId xmlns:a16="http://schemas.microsoft.com/office/drawing/2014/main" id="{18DFCFFB-BA75-9C5E-A573-92BFB04A4A4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688" y="214313"/>
            <a:ext cx="7143750" cy="1214437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C9F5E1CE-E61B-C2FC-5296-A4700C276D7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Soufflage de verre au néon</a:t>
            </a:r>
          </a:p>
        </p:txBody>
      </p:sp>
      <p:pic>
        <p:nvPicPr>
          <p:cNvPr id="15364" name="Picture 8" descr="verre-art-table-5">
            <a:extLst>
              <a:ext uri="{FF2B5EF4-FFF2-40B4-BE49-F238E27FC236}">
                <a16:creationId xmlns:a16="http://schemas.microsoft.com/office/drawing/2014/main" id="{C6AAE0B9-0705-43CD-DC52-1AED16106796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>
          <a:xfrm>
            <a:off x="3497803" y="2500306"/>
            <a:ext cx="1943608" cy="29035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16391" name="Rectangle 4">
            <a:extLst>
              <a:ext uri="{FF2B5EF4-FFF2-40B4-BE49-F238E27FC236}">
                <a16:creationId xmlns:a16="http://schemas.microsoft.com/office/drawing/2014/main" id="{B203BF19-6886-0864-070F-A06F09FD074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73100" y="18161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6392" name="Rectangle 5">
            <a:extLst>
              <a:ext uri="{FF2B5EF4-FFF2-40B4-BE49-F238E27FC236}">
                <a16:creationId xmlns:a16="http://schemas.microsoft.com/office/drawing/2014/main" id="{55A01BD2-A158-00EB-FF70-20BCE30D878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89000" y="20320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6393" name="Rectangle 6">
            <a:extLst>
              <a:ext uri="{FF2B5EF4-FFF2-40B4-BE49-F238E27FC236}">
                <a16:creationId xmlns:a16="http://schemas.microsoft.com/office/drawing/2014/main" id="{85F4AAC3-4922-931C-DFB1-5843583D5C03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04900" y="22479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6394" name="Rectangle 7">
            <a:extLst>
              <a:ext uri="{FF2B5EF4-FFF2-40B4-BE49-F238E27FC236}">
                <a16:creationId xmlns:a16="http://schemas.microsoft.com/office/drawing/2014/main" id="{6B50E3D0-CAA8-11A4-69E0-15DCF16EA93B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20800" y="24638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 useBgFill="1">
        <p:nvSpPr>
          <p:cNvPr id="11" name="AutoShape 7">
            <a:hlinkClick r:id="rId12" action="ppaction://hlinksldjump"/>
            <a:extLst>
              <a:ext uri="{FF2B5EF4-FFF2-40B4-BE49-F238E27FC236}">
                <a16:creationId xmlns:a16="http://schemas.microsoft.com/office/drawing/2014/main" id="{1ECDD527-3B60-55DE-3318-AA9978A58137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30AAA5EF-1FAA-E8C0-966D-49506245B530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4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à coins arrondis 9">
            <a:extLst>
              <a:ext uri="{FF2B5EF4-FFF2-40B4-BE49-F238E27FC236}">
                <a16:creationId xmlns:a16="http://schemas.microsoft.com/office/drawing/2014/main" id="{A766F7F9-C222-E391-9B38-02B2A1E508A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00125" y="285750"/>
            <a:ext cx="7143750" cy="1214438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38FC7F02-E968-97DE-7448-FF9B31CCBC3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Taille de pierre</a:t>
            </a:r>
          </a:p>
        </p:txBody>
      </p:sp>
      <p:pic>
        <p:nvPicPr>
          <p:cNvPr id="17414" name="Picture 10" descr="MPj04331700000[1]">
            <a:extLst>
              <a:ext uri="{FF2B5EF4-FFF2-40B4-BE49-F238E27FC236}">
                <a16:creationId xmlns:a16="http://schemas.microsoft.com/office/drawing/2014/main" id="{1FD67FF5-AFF6-F659-F7F9-FE72EB1E1BDF}"/>
              </a:ext>
            </a:extLst>
          </p:cNvPr>
          <p:cNvPicPr>
            <a:picLocks noGrp="1" noChangeAspect="1" noChangeArrowheads="1"/>
          </p:cNvPicPr>
          <p:nvPr>
            <p:ph idx="1"/>
            <p:custDataLst>
              <p:tags r:id="rId3"/>
            </p:custDataLst>
          </p:nvPr>
        </p:nvPicPr>
        <p:blipFill>
          <a:blip r:embed="rId11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60700" y="1600200"/>
            <a:ext cx="3022600" cy="4525963"/>
          </a:xfrm>
        </p:spPr>
      </p:pic>
      <p:sp>
        <p:nvSpPr>
          <p:cNvPr id="17415" name="Rectangle 4">
            <a:extLst>
              <a:ext uri="{FF2B5EF4-FFF2-40B4-BE49-F238E27FC236}">
                <a16:creationId xmlns:a16="http://schemas.microsoft.com/office/drawing/2014/main" id="{97EA6047-6F94-1AEC-8BF9-1519B0E1C446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73100" y="18161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7416" name="Rectangle 5">
            <a:extLst>
              <a:ext uri="{FF2B5EF4-FFF2-40B4-BE49-F238E27FC236}">
                <a16:creationId xmlns:a16="http://schemas.microsoft.com/office/drawing/2014/main" id="{C01D55EC-1D62-BB9D-4794-8B901895F13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89000" y="20320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7417" name="Rectangle 6">
            <a:extLst>
              <a:ext uri="{FF2B5EF4-FFF2-40B4-BE49-F238E27FC236}">
                <a16:creationId xmlns:a16="http://schemas.microsoft.com/office/drawing/2014/main" id="{07CE766D-476E-4818-6D57-BBF17727317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104900" y="22479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>
        <p:nvSpPr>
          <p:cNvPr id="17418" name="Rectangle 7">
            <a:extLst>
              <a:ext uri="{FF2B5EF4-FFF2-40B4-BE49-F238E27FC236}">
                <a16:creationId xmlns:a16="http://schemas.microsoft.com/office/drawing/2014/main" id="{3824258E-10A9-ECC6-808C-AABC66A940B8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320800" y="24638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endParaRPr lang="fr-FR" altLang="fr-FR" sz="3200"/>
          </a:p>
        </p:txBody>
      </p:sp>
      <p:sp useBgFill="1">
        <p:nvSpPr>
          <p:cNvPr id="11" name="AutoShape 7">
            <a:hlinkClick r:id="rId12" action="ppaction://hlinksldjump"/>
            <a:extLst>
              <a:ext uri="{FF2B5EF4-FFF2-40B4-BE49-F238E27FC236}">
                <a16:creationId xmlns:a16="http://schemas.microsoft.com/office/drawing/2014/main" id="{B79473DF-1454-893B-16E9-88BCDD815077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C7C230B2-4457-C502-A2A0-7A00DAC1ECAE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4</a:t>
            </a: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49">
            <a:hlinkClick r:id="" action="ppaction://media"/>
            <a:extLst>
              <a:ext uri="{FF2B5EF4-FFF2-40B4-BE49-F238E27FC236}">
                <a16:creationId xmlns:a16="http://schemas.microsoft.com/office/drawing/2014/main" id="{7EE02E57-6879-5E2F-B525-AF90D3F9B3FF}"/>
              </a:ext>
            </a:extLst>
          </p:cNvPr>
          <p:cNvPicPr>
            <a:picLocks noRot="1" noChangeAspect="1" noChangeArrowheads="1"/>
          </p:cNvPicPr>
          <p:nvPr>
            <a:wavAudioFile r:embed="rId1" name="MSj01166140000[1].wav"/>
            <p:custDataLst>
              <p:tags r:id="rId2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4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" name="Picture 50">
            <a:hlinkClick r:id="" action="ppaction://media"/>
            <a:extLst>
              <a:ext uri="{FF2B5EF4-FFF2-40B4-BE49-F238E27FC236}">
                <a16:creationId xmlns:a16="http://schemas.microsoft.com/office/drawing/2014/main" id="{5CDA30F2-E572-EB85-DA22-141A237CB9B2}"/>
              </a:ext>
            </a:extLst>
          </p:cNvPr>
          <p:cNvPicPr>
            <a:picLocks noRot="1" noChangeAspect="1" noChangeArrowheads="1"/>
          </p:cNvPicPr>
          <p:nvPr>
            <a:wavAudioFile r:embed="rId3" name="MSj01166110000[1].wav"/>
            <p:custDataLst>
              <p:tags r:id="rId4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4">
            <a:extLst>
              <a:ext uri="{FF2B5EF4-FFF2-40B4-BE49-F238E27FC236}">
                <a16:creationId xmlns:a16="http://schemas.microsoft.com/office/drawing/2014/main" id="{F710F290-0ACC-A1A8-61E7-10FB51D834F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Quel mot complète toutes ces expressions?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0EC0390-1ABB-CBC5-7274-EBC085F48506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143000" y="2514600"/>
            <a:ext cx="6786563" cy="25542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__________ mou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__________ de chauffage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__________ dur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__________ d’</a:t>
            </a:r>
            <a:r>
              <a:rPr lang="fr-CA" sz="4000" dirty="0" err="1">
                <a:latin typeface="+mn-lt"/>
              </a:rPr>
              <a:t>oeuvre</a:t>
            </a:r>
            <a:r>
              <a:rPr lang="fr-CA" sz="4000" dirty="0">
                <a:latin typeface="+mn-lt"/>
              </a:rPr>
              <a:t> </a:t>
            </a:r>
          </a:p>
        </p:txBody>
      </p:sp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AF23ACFD-B245-9610-305F-DC070853528B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5</a:t>
            </a:r>
          </a:p>
        </p:txBody>
      </p:sp>
      <p:sp useBgFill="1">
        <p:nvSpPr>
          <p:cNvPr id="7" name="AutoShape 7">
            <a:hlinkClick r:id="rId42" action="ppaction://hlinksldjump"/>
            <a:extLst>
              <a:ext uri="{FF2B5EF4-FFF2-40B4-BE49-F238E27FC236}">
                <a16:creationId xmlns:a16="http://schemas.microsoft.com/office/drawing/2014/main" id="{0AFA9A79-52FD-DD05-C108-FA1761A1B13B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53D7E0B-7A70-DFEC-65AC-AEA3824E0F92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609D5F3C-43B5-4F99-EE6B-66484A457139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43" name="Oval 40">
            <a:extLst>
              <a:ext uri="{FF2B5EF4-FFF2-40B4-BE49-F238E27FC236}">
                <a16:creationId xmlns:a16="http://schemas.microsoft.com/office/drawing/2014/main" id="{81E3A642-D190-829C-6367-68CBC3D28623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44" name="Oval 40">
            <a:extLst>
              <a:ext uri="{FF2B5EF4-FFF2-40B4-BE49-F238E27FC236}">
                <a16:creationId xmlns:a16="http://schemas.microsoft.com/office/drawing/2014/main" id="{230AA4B6-953E-15FA-3064-A24974C00F91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45" name="Oval 40">
            <a:extLst>
              <a:ext uri="{FF2B5EF4-FFF2-40B4-BE49-F238E27FC236}">
                <a16:creationId xmlns:a16="http://schemas.microsoft.com/office/drawing/2014/main" id="{F50CE760-890E-AC41-7F1A-5E37C3D022E8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FD05A92B-7BA5-2CD5-4228-0D8B43337C3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47" name="Oval 40">
            <a:extLst>
              <a:ext uri="{FF2B5EF4-FFF2-40B4-BE49-F238E27FC236}">
                <a16:creationId xmlns:a16="http://schemas.microsoft.com/office/drawing/2014/main" id="{4CBB9D44-F16B-28F4-4445-02E0B917E8B5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1ABE15BE-D043-DB2D-AC1B-E9D04149545F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49" name="Oval 40">
            <a:extLst>
              <a:ext uri="{FF2B5EF4-FFF2-40B4-BE49-F238E27FC236}">
                <a16:creationId xmlns:a16="http://schemas.microsoft.com/office/drawing/2014/main" id="{A135E251-AD3F-72BC-1C19-71A31274E1FF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50" name="Oval 40">
            <a:extLst>
              <a:ext uri="{FF2B5EF4-FFF2-40B4-BE49-F238E27FC236}">
                <a16:creationId xmlns:a16="http://schemas.microsoft.com/office/drawing/2014/main" id="{BC9748F5-2B40-2047-F8A8-95AAC1C40496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51" name="Oval 40">
            <a:extLst>
              <a:ext uri="{FF2B5EF4-FFF2-40B4-BE49-F238E27FC236}">
                <a16:creationId xmlns:a16="http://schemas.microsoft.com/office/drawing/2014/main" id="{3F34242F-43B0-0D2F-F8EB-A69CDEBADD26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52" name="Oval 40">
            <a:extLst>
              <a:ext uri="{FF2B5EF4-FFF2-40B4-BE49-F238E27FC236}">
                <a16:creationId xmlns:a16="http://schemas.microsoft.com/office/drawing/2014/main" id="{54E041E2-2F7B-3339-9E66-2121CB497711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53" name="Oval 40">
            <a:extLst>
              <a:ext uri="{FF2B5EF4-FFF2-40B4-BE49-F238E27FC236}">
                <a16:creationId xmlns:a16="http://schemas.microsoft.com/office/drawing/2014/main" id="{93B46D14-3CA7-B0E5-8F97-52C406F348A5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54" name="Oval 40">
            <a:extLst>
              <a:ext uri="{FF2B5EF4-FFF2-40B4-BE49-F238E27FC236}">
                <a16:creationId xmlns:a16="http://schemas.microsoft.com/office/drawing/2014/main" id="{1E610C30-B557-0D27-502C-EC0B88903BA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55" name="Oval 40">
            <a:extLst>
              <a:ext uri="{FF2B5EF4-FFF2-40B4-BE49-F238E27FC236}">
                <a16:creationId xmlns:a16="http://schemas.microsoft.com/office/drawing/2014/main" id="{B63BCB92-468A-1F70-DAF5-DD8CABCB5776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56" name="Oval 40">
            <a:extLst>
              <a:ext uri="{FF2B5EF4-FFF2-40B4-BE49-F238E27FC236}">
                <a16:creationId xmlns:a16="http://schemas.microsoft.com/office/drawing/2014/main" id="{B8B781F2-037C-9A01-FBEB-7A679617F728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57" name="Oval 40">
            <a:extLst>
              <a:ext uri="{FF2B5EF4-FFF2-40B4-BE49-F238E27FC236}">
                <a16:creationId xmlns:a16="http://schemas.microsoft.com/office/drawing/2014/main" id="{4F19ED16-E337-E5A3-5FE5-A9403AF606D0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58" name="Oval 40">
            <a:extLst>
              <a:ext uri="{FF2B5EF4-FFF2-40B4-BE49-F238E27FC236}">
                <a16:creationId xmlns:a16="http://schemas.microsoft.com/office/drawing/2014/main" id="{B585E023-D3E7-4FF2-227C-A5CB3B15E105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59" name="Oval 40">
            <a:extLst>
              <a:ext uri="{FF2B5EF4-FFF2-40B4-BE49-F238E27FC236}">
                <a16:creationId xmlns:a16="http://schemas.microsoft.com/office/drawing/2014/main" id="{10A0E884-910C-2427-B43B-570515523502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60" name="Oval 40">
            <a:extLst>
              <a:ext uri="{FF2B5EF4-FFF2-40B4-BE49-F238E27FC236}">
                <a16:creationId xmlns:a16="http://schemas.microsoft.com/office/drawing/2014/main" id="{4E203421-FE46-6A86-2C60-7AFAB092E0A9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61" name="Oval 40">
            <a:extLst>
              <a:ext uri="{FF2B5EF4-FFF2-40B4-BE49-F238E27FC236}">
                <a16:creationId xmlns:a16="http://schemas.microsoft.com/office/drawing/2014/main" id="{B2442106-7950-5F20-479E-EEC5BDDA1843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62" name="Oval 40">
            <a:extLst>
              <a:ext uri="{FF2B5EF4-FFF2-40B4-BE49-F238E27FC236}">
                <a16:creationId xmlns:a16="http://schemas.microsoft.com/office/drawing/2014/main" id="{064A67CE-A7A1-E533-EACC-FD58B5E9918C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63" name="Oval 40">
            <a:extLst>
              <a:ext uri="{FF2B5EF4-FFF2-40B4-BE49-F238E27FC236}">
                <a16:creationId xmlns:a16="http://schemas.microsoft.com/office/drawing/2014/main" id="{31F8546F-5BB7-AC36-C32F-2A2C5DF88F19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64" name="Oval 40">
            <a:extLst>
              <a:ext uri="{FF2B5EF4-FFF2-40B4-BE49-F238E27FC236}">
                <a16:creationId xmlns:a16="http://schemas.microsoft.com/office/drawing/2014/main" id="{A0BDC752-513D-0265-217C-5BAADFD84E68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39F5C31E-C95E-ECC3-7CE6-E1D4683D8BAF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66" name="Oval 40">
            <a:extLst>
              <a:ext uri="{FF2B5EF4-FFF2-40B4-BE49-F238E27FC236}">
                <a16:creationId xmlns:a16="http://schemas.microsoft.com/office/drawing/2014/main" id="{E90A0504-BFBA-DCD6-3B23-AC21E5727F51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68" name="Oval 40">
            <a:extLst>
              <a:ext uri="{FF2B5EF4-FFF2-40B4-BE49-F238E27FC236}">
                <a16:creationId xmlns:a16="http://schemas.microsoft.com/office/drawing/2014/main" id="{57F6F119-4FD6-9E2E-4322-2F37FDFD407D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69" name="Oval 40">
            <a:extLst>
              <a:ext uri="{FF2B5EF4-FFF2-40B4-BE49-F238E27FC236}">
                <a16:creationId xmlns:a16="http://schemas.microsoft.com/office/drawing/2014/main" id="{38A280CE-C7D8-66D0-A14D-325E63D6FC72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70" name="Oval 40">
            <a:extLst>
              <a:ext uri="{FF2B5EF4-FFF2-40B4-BE49-F238E27FC236}">
                <a16:creationId xmlns:a16="http://schemas.microsoft.com/office/drawing/2014/main" id="{75910C63-D7FA-787F-FE7E-1C57CB54696A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71" name="Oval 40">
            <a:extLst>
              <a:ext uri="{FF2B5EF4-FFF2-40B4-BE49-F238E27FC236}">
                <a16:creationId xmlns:a16="http://schemas.microsoft.com/office/drawing/2014/main" id="{F193767E-A79B-F7EB-4AA0-9FA8AC5BA4C0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72" name="Oval 40">
            <a:extLst>
              <a:ext uri="{FF2B5EF4-FFF2-40B4-BE49-F238E27FC236}">
                <a16:creationId xmlns:a16="http://schemas.microsoft.com/office/drawing/2014/main" id="{BF76E5AA-898C-F056-AFCD-046EBE3F1ACC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072313" y="47863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1" dur="1490" fill="hold"/>
                                        <p:tgtEl>
                                          <p:spTgt spid="4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7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7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8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8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9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9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9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10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10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11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11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12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12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12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1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1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1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1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1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1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1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1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31491"/>
                            </p:stCondLst>
                            <p:childTnLst>
                              <p:par>
                                <p:cTn id="1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32491"/>
                            </p:stCondLst>
                            <p:childTnLst>
                              <p:par>
                                <p:cTn id="163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4" dur="1867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 nodeType="clickPar">
                      <p:stCondLst>
                        <p:cond delay="0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9" dur="1867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audio>
              <p:cMediaNode>
                <p:cTn id="17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  <p:audio>
              <p:cMediaNode>
                <p:cTn id="17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0"/>
                </p:tgtEl>
              </p:cMediaNode>
            </p:audio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>
            <a:extLst>
              <a:ext uri="{FF2B5EF4-FFF2-40B4-BE49-F238E27FC236}">
                <a16:creationId xmlns:a16="http://schemas.microsoft.com/office/drawing/2014/main" id="{8AB68AF9-56DD-7D03-E791-434D2083E24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647EA45-2022-B8FC-0363-C830D0F6B86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71500" y="2214563"/>
            <a:ext cx="6786563" cy="26781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</a:t>
            </a:r>
            <a:r>
              <a:rPr lang="fr-CA" sz="4800" dirty="0">
                <a:solidFill>
                  <a:srgbClr val="FF0000"/>
                </a:solidFill>
                <a:latin typeface="+mn-lt"/>
              </a:rPr>
              <a:t> </a:t>
            </a:r>
            <a:r>
              <a:rPr lang="fr-CA" sz="4000" dirty="0">
                <a:latin typeface="+mn-lt"/>
              </a:rPr>
              <a:t> mou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</a:t>
            </a:r>
            <a:r>
              <a:rPr lang="fr-CA" sz="4000" dirty="0">
                <a:solidFill>
                  <a:srgbClr val="FF0000"/>
                </a:solidFill>
                <a:latin typeface="Arial" charset="0"/>
              </a:rPr>
              <a:t>	</a:t>
            </a:r>
            <a:r>
              <a:rPr lang="fr-CA" sz="4000" dirty="0">
                <a:latin typeface="+mn-lt"/>
              </a:rPr>
              <a:t> de chauffage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	 dur</a:t>
            </a:r>
          </a:p>
          <a:p>
            <a:pPr>
              <a:buFont typeface="Wingdings" pitchFamily="2" charset="2"/>
              <a:buChar char="Ø"/>
              <a:defRPr/>
            </a:pPr>
            <a:r>
              <a:rPr lang="fr-CA" sz="4000" dirty="0">
                <a:latin typeface="+mn-lt"/>
              </a:rPr>
              <a:t>_____	 d’</a:t>
            </a:r>
            <a:r>
              <a:rPr lang="fr-CA" sz="4000" dirty="0" err="1">
                <a:latin typeface="+mn-lt"/>
              </a:rPr>
              <a:t>oeuvre</a:t>
            </a:r>
            <a:r>
              <a:rPr lang="fr-CA" sz="4000" dirty="0">
                <a:latin typeface="+mn-lt"/>
              </a:rPr>
              <a:t> </a:t>
            </a:r>
          </a:p>
        </p:txBody>
      </p:sp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B87927DA-891B-5F1C-8CA3-6B0DA052B611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5</a:t>
            </a:r>
          </a:p>
        </p:txBody>
      </p:sp>
      <p:sp useBgFill="1">
        <p:nvSpPr>
          <p:cNvPr id="8" name="AutoShape 7">
            <a:hlinkClick r:id="rId10" action="ppaction://hlinksldjump"/>
            <a:extLst>
              <a:ext uri="{FF2B5EF4-FFF2-40B4-BE49-F238E27FC236}">
                <a16:creationId xmlns:a16="http://schemas.microsoft.com/office/drawing/2014/main" id="{198F795A-E12C-FA6C-1FAD-73D12023745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0B4D9DE-6C29-6BE8-C6FC-87F003F4DBC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2292350"/>
            <a:ext cx="1500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4000" b="1" dirty="0">
                <a:solidFill>
                  <a:srgbClr val="C00000"/>
                </a:solidFill>
                <a:latin typeface="+mn-lt"/>
              </a:rPr>
              <a:t>Bois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8A35A21-0F69-9C29-5206-6618F082851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2935288"/>
            <a:ext cx="1500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4000" b="1" dirty="0">
                <a:solidFill>
                  <a:srgbClr val="C00000"/>
                </a:solidFill>
                <a:latin typeface="+mn-lt"/>
              </a:rPr>
              <a:t>Bois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3D53C6-2AB1-6724-7849-B3DF49C7FCFE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3000" y="3571875"/>
            <a:ext cx="1500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4000" b="1" dirty="0">
                <a:solidFill>
                  <a:srgbClr val="C00000"/>
                </a:solidFill>
                <a:latin typeface="+mn-lt"/>
              </a:rPr>
              <a:t>Bois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DD56BB21-A57F-FDAB-FD76-DB7B9BD9A78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143000" y="4149725"/>
            <a:ext cx="1500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4000" b="1" dirty="0">
                <a:solidFill>
                  <a:srgbClr val="C00000"/>
                </a:solidFill>
                <a:latin typeface="+mn-lt"/>
              </a:rPr>
              <a:t>Bois</a:t>
            </a:r>
          </a:p>
        </p:txBody>
      </p:sp>
      <p:pic>
        <p:nvPicPr>
          <p:cNvPr id="1028" name="Picture 4" descr="C:\Documents and Settings\LetourneauA\Local Settings\Temporary Internet Files\Content.IE5\EWQZKHBY\MPj04069390000[1].jpg">
            <a:extLst>
              <a:ext uri="{FF2B5EF4-FFF2-40B4-BE49-F238E27FC236}">
                <a16:creationId xmlns:a16="http://schemas.microsoft.com/office/drawing/2014/main" id="{B7F7729A-6771-6EA1-20EE-1E0B02FF12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429256" y="2001244"/>
            <a:ext cx="3286148" cy="292795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F7865BFF-5D8D-2DE0-D50D-7751ED53656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00125" y="285750"/>
            <a:ext cx="7143750" cy="1214438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44E60BB1-778E-D67C-FA09-755D6EA0547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prstGeom prst="roundRect">
            <a:avLst>
              <a:gd name="adj" fmla="val 16667"/>
            </a:avLst>
          </a:prstGeom>
        </p:spPr>
        <p:txBody>
          <a:bodyPr/>
          <a:lstStyle/>
          <a:p>
            <a:pPr eaLnBrk="1" hangingPunct="1"/>
            <a:r>
              <a:rPr lang="fr-CA" altLang="fr-FR"/>
              <a:t>Bois et matériaux connexes</a:t>
            </a:r>
          </a:p>
        </p:txBody>
      </p:sp>
      <p:sp>
        <p:nvSpPr>
          <p:cNvPr id="18435" name="Rectangle 65">
            <a:extLst>
              <a:ext uri="{FF2B5EF4-FFF2-40B4-BE49-F238E27FC236}">
                <a16:creationId xmlns:a16="http://schemas.microsoft.com/office/drawing/2014/main" id="{94263F88-F631-3E74-F755-591825D2F1A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760538"/>
            <a:ext cx="8229600" cy="4525962"/>
          </a:xfrm>
        </p:spPr>
        <p:txBody>
          <a:bodyPr/>
          <a:lstStyle/>
          <a:p>
            <a:pPr eaLnBrk="1" hangingPunct="1"/>
            <a:r>
              <a:rPr lang="fr-CA" altLang="fr-FR"/>
              <a:t>Ébénisterie</a:t>
            </a:r>
          </a:p>
          <a:p>
            <a:pPr eaLnBrk="1" hangingPunct="1"/>
            <a:r>
              <a:rPr lang="fr-CA" altLang="fr-FR"/>
              <a:t>Fabrication en série de meubles et de produits en bois ouvré</a:t>
            </a:r>
          </a:p>
          <a:p>
            <a:pPr eaLnBrk="1" hangingPunct="1"/>
            <a:r>
              <a:rPr lang="fr-CA" altLang="fr-FR"/>
              <a:t>Finition de meubles</a:t>
            </a:r>
          </a:p>
          <a:p>
            <a:pPr eaLnBrk="1" hangingPunct="1"/>
            <a:r>
              <a:rPr lang="fr-CA" altLang="fr-FR"/>
              <a:t>Modelage</a:t>
            </a:r>
          </a:p>
          <a:p>
            <a:pPr eaLnBrk="1" hangingPunct="1"/>
            <a:r>
              <a:rPr lang="fr-CA" altLang="fr-FR"/>
              <a:t>Rembourrage artisanal</a:t>
            </a:r>
          </a:p>
          <a:p>
            <a:pPr eaLnBrk="1" hangingPunct="1"/>
            <a:r>
              <a:rPr lang="fr-CA" altLang="fr-FR"/>
              <a:t>Rembourrage industriel</a:t>
            </a: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1571EFE3-12F5-E31F-7992-BE82DD59EC80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5</a:t>
            </a:r>
          </a:p>
        </p:txBody>
      </p:sp>
      <p:sp useBgFill="1">
        <p:nvSpPr>
          <p:cNvPr id="9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BB7CE201-334B-C81F-1A69-19B4AB04F46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B7ACB01A-B5E5-6707-B1A2-58FF894E2B6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00125" y="214313"/>
            <a:ext cx="714375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21509" name="Rectangle 2">
            <a:extLst>
              <a:ext uri="{FF2B5EF4-FFF2-40B4-BE49-F238E27FC236}">
                <a16:creationId xmlns:a16="http://schemas.microsoft.com/office/drawing/2014/main" id="{EED4A9FD-E379-66DF-789D-EBE542E1C7F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Chimie et biologie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A4A2EF67-012B-FE01-E249-E43023AE5F6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714500"/>
            <a:ext cx="8329613" cy="3883025"/>
          </a:xfrm>
        </p:spPr>
        <p:txBody>
          <a:bodyPr/>
          <a:lstStyle/>
          <a:p>
            <a:pPr eaLnBrk="1" hangingPunct="1"/>
            <a:r>
              <a:rPr lang="fr-CA" altLang="fr-FR" b="1" i="1"/>
              <a:t>Mon premier</a:t>
            </a:r>
            <a:r>
              <a:rPr lang="fr-CA" altLang="fr-FR"/>
              <a:t> est utilisé pour fendre du bois</a:t>
            </a:r>
          </a:p>
          <a:p>
            <a:pPr eaLnBrk="1" hangingPunct="1"/>
            <a:r>
              <a:rPr lang="fr-CA" altLang="fr-FR" b="1" i="1"/>
              <a:t>Mon deuxième</a:t>
            </a:r>
            <a:r>
              <a:rPr lang="fr-CA" altLang="fr-FR"/>
              <a:t> est le résultat de l’équation suivante : 6/2-1</a:t>
            </a:r>
          </a:p>
          <a:p>
            <a:pPr eaLnBrk="1" hangingPunct="1"/>
            <a:r>
              <a:rPr lang="fr-CA" altLang="fr-FR" b="1" i="1"/>
              <a:t>Mon troisième </a:t>
            </a:r>
            <a:r>
              <a:rPr lang="fr-CA" altLang="fr-FR"/>
              <a:t>est au nombre de 206 dans votre corps.</a:t>
            </a:r>
          </a:p>
          <a:p>
            <a:pPr eaLnBrk="1" hangingPunct="1"/>
            <a:r>
              <a:rPr lang="fr-CA" altLang="fr-FR" b="1" i="1"/>
              <a:t>Mon tout</a:t>
            </a:r>
            <a:r>
              <a:rPr lang="fr-CA" altLang="fr-FR"/>
              <a:t> représente environ 70% du poids de votre corps </a:t>
            </a:r>
          </a:p>
        </p:txBody>
      </p:sp>
      <p:sp useBgFill="1">
        <p:nvSpPr>
          <p:cNvPr id="71" name="Rectangle 8">
            <a:extLst>
              <a:ext uri="{FF2B5EF4-FFF2-40B4-BE49-F238E27FC236}">
                <a16:creationId xmlns:a16="http://schemas.microsoft.com/office/drawing/2014/main" id="{558D11B3-6135-0AED-E32C-88110B7C8C4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6</a:t>
            </a:r>
          </a:p>
        </p:txBody>
      </p:sp>
      <p:pic>
        <p:nvPicPr>
          <p:cNvPr id="73" name="Picture 49">
            <a:hlinkClick r:id="" action="ppaction://media"/>
            <a:extLst>
              <a:ext uri="{FF2B5EF4-FFF2-40B4-BE49-F238E27FC236}">
                <a16:creationId xmlns:a16="http://schemas.microsoft.com/office/drawing/2014/main" id="{CC05980D-67F9-DFC3-36CC-56E8267C273E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9075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50">
            <a:hlinkClick r:id="" action="ppaction://media"/>
            <a:extLst>
              <a:ext uri="{FF2B5EF4-FFF2-40B4-BE49-F238E27FC236}">
                <a16:creationId xmlns:a16="http://schemas.microsoft.com/office/drawing/2014/main" id="{EB9BB901-9A75-AED0-7B69-F9A9147A1E73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1375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Oval 40">
            <a:extLst>
              <a:ext uri="{FF2B5EF4-FFF2-40B4-BE49-F238E27FC236}">
                <a16:creationId xmlns:a16="http://schemas.microsoft.com/office/drawing/2014/main" id="{2A3B1451-FB61-30E0-600D-5076F5596814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6624B5FD-BCDF-CD82-4AE3-F60307A7BB5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E5B57DE2-7094-9BE2-461A-00937B0CB929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CE4E58FD-6545-09E1-1C90-0C6A43CBA8B3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F835F7E6-8D5F-5480-6AC8-8DE36F6E052A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B7093032-5824-7A02-0C1A-5F4E85734FF1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9E7FF5E3-A421-8CAF-74E6-2DA46F2AE9C8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B9E3141F-FE55-134B-8545-81AC3653D64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4C91BB24-B0A3-24F0-174F-F36EB2E8D669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31E9876E-12C1-0C7B-367C-7B18E9D42A78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12B7CD99-58C5-235F-0DEC-2F292972D522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0326367E-32AB-9D86-711C-43BE0EBCABC9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F1ED45B2-B030-8F68-1727-7AB067C295C6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3E701459-A2AE-F922-1A51-B159F7882BBB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D6135B62-79E6-B14A-AB90-85FD308E5F07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BC68B440-2875-287E-26EA-9DB71FE46046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84D29BAE-540F-2C09-FD03-D3E310A36BF0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256AC025-18CC-B751-35EC-8FF3E69A4EF0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948BFA5B-8C5E-4809-D537-DDD65AEE66B1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A19E1ECA-DDA0-ECD9-1112-D57F3C7B26D2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65D23270-B167-7FD8-DEE9-AF28FA4B6542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8AD64AB6-BC7F-D54A-4D17-0FFF36A1930E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75FAEB7E-5F0E-2644-ACFB-072816EE1D1D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AA41EE43-34E3-DAFD-AB29-AC2552BB0FBD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97DE27AC-168F-2E45-67FD-768451F52332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1EBEB9D8-1759-918A-84BE-6BBEFB6D6D3C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6CFC769A-C39E-5506-FFE7-D4E9C0BCF64C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B3AC0BEF-1585-90F3-D236-AC88446BCC1A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C6DE7376-A4D7-EC22-5F11-15F89E210CE9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F5CD4793-2E13-D232-C126-C74C33B8B46E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9345146D-1E92-974A-5114-EE1940926F35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72125" y="5853113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2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2EF53AF4-2500-029E-E80D-F8B133C9A4C6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D466B047-5231-D5D4-C51E-969D1E3E3904}"/>
              </a:ext>
            </a:extLst>
          </p:cNvPr>
          <p:cNvSpPr txBox="1"/>
          <p:nvPr/>
        </p:nvSpPr>
        <p:spPr>
          <a:xfrm>
            <a:off x="2286000" y="2214563"/>
            <a:ext cx="485775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9600" dirty="0">
                <a:latin typeface="+mn-lt"/>
              </a:rPr>
              <a:t>Charade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3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3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3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" dur="500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04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04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204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490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3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3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4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4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5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5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6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6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7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7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8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8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9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9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0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0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31991"/>
                            </p:stCondLst>
                            <p:childTnLst>
                              <p:par>
                                <p:cTn id="11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32991"/>
                            </p:stCondLst>
                            <p:childTnLst>
                              <p:par>
                                <p:cTn id="11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33991"/>
                            </p:stCondLst>
                            <p:childTnLst>
                              <p:par>
                                <p:cTn id="118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9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 nodeType="clickPar">
                      <p:stCondLst>
                        <p:cond delay="0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audio>
              <p:cMediaNode>
                <p:cTn id="1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  <p:audio>
              <p:cMediaNode>
                <p:cTn id="12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</p:childTnLst>
        </p:cTn>
      </p:par>
    </p:tnLst>
    <p:bldLst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6" name="Picture 6" descr="C:\Documents and Settings\LetourneauA\Local Settings\Temporary Internet Files\Content.IE5\B0OL4AXA\MPj04383480000[1].jpg">
            <a:extLst>
              <a:ext uri="{FF2B5EF4-FFF2-40B4-BE49-F238E27FC236}">
                <a16:creationId xmlns:a16="http://schemas.microsoft.com/office/drawing/2014/main" id="{E073AE65-8473-08A4-38CF-114463E68D1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/>
          <a:srcRect t="13673"/>
          <a:stretch>
            <a:fillRect/>
          </a:stretch>
        </p:blipFill>
        <p:spPr bwMode="auto">
          <a:xfrm>
            <a:off x="1357313" y="1500188"/>
            <a:ext cx="6400800" cy="33575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531" name="Rectangle 2">
            <a:extLst>
              <a:ext uri="{FF2B5EF4-FFF2-40B4-BE49-F238E27FC236}">
                <a16:creationId xmlns:a16="http://schemas.microsoft.com/office/drawing/2014/main" id="{B4611547-1754-DD3E-9588-D243607B6D0E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94DD379-9007-F992-A725-DD48047FAED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357188" y="2428875"/>
            <a:ext cx="8229600" cy="4525963"/>
          </a:xfrm>
        </p:spPr>
        <p:txBody>
          <a:bodyPr/>
          <a:lstStyle/>
          <a:p>
            <a:pPr algn="ctr" eaLnBrk="1" hangingPunct="1">
              <a:buFontTx/>
              <a:buNone/>
            </a:pPr>
            <a:r>
              <a:rPr lang="fr-CA" altLang="fr-FR" sz="4400" b="1"/>
              <a:t>H</a:t>
            </a:r>
            <a:r>
              <a:rPr lang="fr-CA" altLang="fr-FR" sz="4400" b="1" baseline="-25000"/>
              <a:t>2</a:t>
            </a:r>
            <a:r>
              <a:rPr lang="fr-CA" altLang="fr-FR" sz="4400" b="1"/>
              <a:t>O </a:t>
            </a:r>
          </a:p>
          <a:p>
            <a:pPr algn="ctr" eaLnBrk="1" hangingPunct="1">
              <a:buFontTx/>
              <a:buNone/>
            </a:pPr>
            <a:r>
              <a:rPr lang="fr-CA" altLang="fr-FR" b="1"/>
              <a:t>ou</a:t>
            </a:r>
            <a:r>
              <a:rPr lang="fr-CA" altLang="fr-FR" sz="4400" b="1"/>
              <a:t> </a:t>
            </a:r>
          </a:p>
          <a:p>
            <a:pPr algn="ctr" eaLnBrk="1" hangingPunct="1">
              <a:buFontTx/>
              <a:buNone/>
            </a:pPr>
            <a:r>
              <a:rPr lang="fr-CA" altLang="fr-FR" sz="4400" b="1"/>
              <a:t>Eau</a:t>
            </a:r>
          </a:p>
          <a:p>
            <a:pPr algn="ctr" eaLnBrk="1" hangingPunct="1">
              <a:buFontTx/>
              <a:buNone/>
            </a:pPr>
            <a:r>
              <a:rPr lang="fr-CA" altLang="fr-FR" u="sng"/>
              <a:t>Nom du programme </a:t>
            </a:r>
            <a:r>
              <a:rPr lang="fr-CA" altLang="fr-FR"/>
              <a:t>: </a:t>
            </a:r>
          </a:p>
          <a:p>
            <a:pPr algn="ctr" eaLnBrk="1" hangingPunct="1">
              <a:buFontTx/>
              <a:buNone/>
            </a:pPr>
            <a:r>
              <a:rPr lang="fr-CA" altLang="fr-FR" b="1"/>
              <a:t>Conduite de procédés de traitement de l’eau</a:t>
            </a: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F487931F-59E5-6469-917F-39E2D557A613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6069033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6</a:t>
            </a:r>
          </a:p>
        </p:txBody>
      </p:sp>
      <p:sp useBgFill="1">
        <p:nvSpPr>
          <p:cNvPr id="9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A24D3024-A169-005B-4780-B47392F0FC5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0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6" dur="2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73" fill="hold">
                                          <p:stCondLst>
                                            <p:cond delay="273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7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4" decel="50000" autoRev="1" fill="hold">
                                          <p:stCondLst>
                                            <p:cond delay="273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2" fill="hold">
                                          <p:stCondLst>
                                            <p:cond delay="518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35" presetID="27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ABAB66E8-1A4E-5610-3BD6-8ED1BF90E8BE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688" y="285750"/>
            <a:ext cx="7143750" cy="1214438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23557" name="Rectangle 2">
            <a:extLst>
              <a:ext uri="{FF2B5EF4-FFF2-40B4-BE49-F238E27FC236}">
                <a16:creationId xmlns:a16="http://schemas.microsoft.com/office/drawing/2014/main" id="{C5835F89-7177-988E-4095-434F6EFCEE6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Bâtiment et travaux publics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9AE90D5C-12CA-77CC-BC47-0E33D5A5DDB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714375" y="1643063"/>
            <a:ext cx="7858125" cy="382905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fr-CA" altLang="fr-FR"/>
              <a:t>Associer le bon tournevis au bon type de vis</a:t>
            </a:r>
          </a:p>
          <a:p>
            <a:pPr marL="609600" indent="-609600" eaLnBrk="1" hangingPunct="1"/>
            <a:endParaRPr lang="fr-CA" altLang="fr-FR"/>
          </a:p>
          <a:p>
            <a:pPr marL="609600" indent="-609600" eaLnBrk="1" hangingPunct="1">
              <a:buFontTx/>
              <a:buAutoNum type="arabicPeriod"/>
            </a:pPr>
            <a:r>
              <a:rPr lang="fr-CA" altLang="fr-FR"/>
              <a:t>Vis carrée			___	a) Phillips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fr-CA" altLang="fr-FR"/>
              <a:t>Vis cruciforme </a:t>
            </a:r>
            <a:r>
              <a:rPr lang="fr-CA" altLang="fr-FR" sz="2000"/>
              <a:t>(étoilée)</a:t>
            </a:r>
            <a:r>
              <a:rPr lang="fr-CA" altLang="fr-FR"/>
              <a:t>	___	b) Plat</a:t>
            </a:r>
          </a:p>
          <a:p>
            <a:pPr marL="609600" indent="-609600" eaLnBrk="1" hangingPunct="1">
              <a:buFontTx/>
              <a:buAutoNum type="arabicPeriod" startAt="3"/>
            </a:pPr>
            <a:r>
              <a:rPr lang="fr-CA" altLang="fr-FR"/>
              <a:t>Vis fendue			___ 	c) Robertson</a:t>
            </a:r>
          </a:p>
        </p:txBody>
      </p:sp>
      <p:sp useBgFill="1">
        <p:nvSpPr>
          <p:cNvPr id="40" name="Rectangle 8">
            <a:extLst>
              <a:ext uri="{FF2B5EF4-FFF2-40B4-BE49-F238E27FC236}">
                <a16:creationId xmlns:a16="http://schemas.microsoft.com/office/drawing/2014/main" id="{E1BEEB06-CDBE-2071-458A-1B4D85993A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7</a:t>
            </a:r>
          </a:p>
        </p:txBody>
      </p:sp>
      <p:pic>
        <p:nvPicPr>
          <p:cNvPr id="104" name="Picture 49">
            <a:hlinkClick r:id="" action="ppaction://media"/>
            <a:extLst>
              <a:ext uri="{FF2B5EF4-FFF2-40B4-BE49-F238E27FC236}">
                <a16:creationId xmlns:a16="http://schemas.microsoft.com/office/drawing/2014/main" id="{6F80907F-D93C-698C-4C23-1036282AE68F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50">
            <a:hlinkClick r:id="" action="ppaction://media"/>
            <a:extLst>
              <a:ext uri="{FF2B5EF4-FFF2-40B4-BE49-F238E27FC236}">
                <a16:creationId xmlns:a16="http://schemas.microsoft.com/office/drawing/2014/main" id="{ED34FE64-C199-EEC7-E122-9BB9A1D22162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Oval 40">
            <a:extLst>
              <a:ext uri="{FF2B5EF4-FFF2-40B4-BE49-F238E27FC236}">
                <a16:creationId xmlns:a16="http://schemas.microsoft.com/office/drawing/2014/main" id="{A74CC3D1-4940-EA60-DF91-7C3E89F4FD83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453C00C0-7A40-22E5-256A-4D56939BBEA5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C5F1C23B-47D3-A712-2217-CAAAB4A1D8F0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31CF84E8-1584-E133-5189-46A99199DECE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B34CC5AF-4A51-9B92-5796-9DB58B43764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4F71E5E7-EDD0-074F-5716-0D509187CC8D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B8AF573C-4642-3BB1-D545-E9A2717D5C6D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45518637-A96D-6FB7-85F6-982496D43FB5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3DAE5EC7-8C76-B690-F920-47D096A0F5DC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BA648ED2-4B8E-68D7-2D62-DEBD3CBB06E9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DA191D6A-096E-A3A3-AB23-D97D7218E3E1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0EB3984C-633A-685A-1DD2-FCDF44C71D70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C3FED2BC-CF15-0817-3143-7CD4C1296C8A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44C63D37-CC3F-57D1-2AA3-57992704F890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56306162-4AE2-4DA6-8EB8-B04E139FD633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F356D9E8-7868-195B-6258-003959DFB62A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DD17839B-F526-C109-3631-B5E48F84C1ED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17E032D9-73BD-609D-8AB5-EF85B5DCC00B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55DA7605-033F-4020-0C01-FBDD674149F0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25" name="Oval 40">
            <a:extLst>
              <a:ext uri="{FF2B5EF4-FFF2-40B4-BE49-F238E27FC236}">
                <a16:creationId xmlns:a16="http://schemas.microsoft.com/office/drawing/2014/main" id="{4967FFDB-BE30-EED0-FDBB-23DA44B21A0C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26" name="Oval 40">
            <a:extLst>
              <a:ext uri="{FF2B5EF4-FFF2-40B4-BE49-F238E27FC236}">
                <a16:creationId xmlns:a16="http://schemas.microsoft.com/office/drawing/2014/main" id="{CCF479B1-8ABF-A55D-ED22-949B38BBBB79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27" name="Oval 40">
            <a:extLst>
              <a:ext uri="{FF2B5EF4-FFF2-40B4-BE49-F238E27FC236}">
                <a16:creationId xmlns:a16="http://schemas.microsoft.com/office/drawing/2014/main" id="{6BE85680-3E31-DA73-B9B9-EFC78A95B8BA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28" name="Oval 40">
            <a:extLst>
              <a:ext uri="{FF2B5EF4-FFF2-40B4-BE49-F238E27FC236}">
                <a16:creationId xmlns:a16="http://schemas.microsoft.com/office/drawing/2014/main" id="{0C1AB442-ACD4-F17E-8164-1926E3E47688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29" name="Oval 40">
            <a:extLst>
              <a:ext uri="{FF2B5EF4-FFF2-40B4-BE49-F238E27FC236}">
                <a16:creationId xmlns:a16="http://schemas.microsoft.com/office/drawing/2014/main" id="{8E8F9118-E5D4-0CA7-2A82-F64421B5A375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30" name="Oval 40">
            <a:extLst>
              <a:ext uri="{FF2B5EF4-FFF2-40B4-BE49-F238E27FC236}">
                <a16:creationId xmlns:a16="http://schemas.microsoft.com/office/drawing/2014/main" id="{B56D545B-F5E3-BA7E-78D5-4D7F083F38A9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31" name="Oval 40">
            <a:extLst>
              <a:ext uri="{FF2B5EF4-FFF2-40B4-BE49-F238E27FC236}">
                <a16:creationId xmlns:a16="http://schemas.microsoft.com/office/drawing/2014/main" id="{FF0480F3-B99F-4927-FDC9-E3AABE7EFEE2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32" name="Oval 40">
            <a:extLst>
              <a:ext uri="{FF2B5EF4-FFF2-40B4-BE49-F238E27FC236}">
                <a16:creationId xmlns:a16="http://schemas.microsoft.com/office/drawing/2014/main" id="{F1AFB998-6549-2C4C-2115-87DF9F77CD00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33" name="Oval 40">
            <a:extLst>
              <a:ext uri="{FF2B5EF4-FFF2-40B4-BE49-F238E27FC236}">
                <a16:creationId xmlns:a16="http://schemas.microsoft.com/office/drawing/2014/main" id="{F6102DBC-33FD-F703-E378-28FBB1656493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34" name="Oval 40">
            <a:extLst>
              <a:ext uri="{FF2B5EF4-FFF2-40B4-BE49-F238E27FC236}">
                <a16:creationId xmlns:a16="http://schemas.microsoft.com/office/drawing/2014/main" id="{F364FD03-5168-210C-6BE0-DAF8430D4159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35" name="Oval 40">
            <a:extLst>
              <a:ext uri="{FF2B5EF4-FFF2-40B4-BE49-F238E27FC236}">
                <a16:creationId xmlns:a16="http://schemas.microsoft.com/office/drawing/2014/main" id="{D6C51F93-D44C-446D-46EF-3F8F9B5795EE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36" name="Oval 40">
            <a:extLst>
              <a:ext uri="{FF2B5EF4-FFF2-40B4-BE49-F238E27FC236}">
                <a16:creationId xmlns:a16="http://schemas.microsoft.com/office/drawing/2014/main" id="{3BE33049-D4C8-C0D1-BB7C-F392A496DC1F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1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31A2E77B-A465-6298-5FFA-044CF4C3DE72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5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50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150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490" fill="hold"/>
                                        <p:tgtEl>
                                          <p:spTgt spid="1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2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1491"/>
                            </p:stCondLst>
                            <p:childTnLst>
                              <p:par>
                                <p:cTn id="114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5" dur="1867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0" dur="1867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audio>
              <p:cMediaNode>
                <p:cTn id="1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"/>
                </p:tgtEl>
              </p:cMediaNode>
            </p:audio>
            <p:audio>
              <p:cMediaNode>
                <p:cTn id="12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"/>
                </p:tgtEl>
              </p:cMediaNode>
            </p:audio>
          </p:childTnLst>
        </p:cTn>
      </p:par>
    </p:tnLst>
    <p:bldLst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C:\Documents and Settings\LetourneauA\Local Settings\Temporary Internet Files\Content.IE5\DB5M7HFG\MPj04011370000[1].jpg">
            <a:extLst>
              <a:ext uri="{FF2B5EF4-FFF2-40B4-BE49-F238E27FC236}">
                <a16:creationId xmlns:a16="http://schemas.microsoft.com/office/drawing/2014/main" id="{FDC69FFA-952B-C95C-D271-7D00816BE70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0" cstate="print">
            <a:lum bright="40000" contrast="28000"/>
          </a:blip>
          <a:srcRect l="7576"/>
          <a:stretch>
            <a:fillRect/>
          </a:stretch>
        </p:blipFill>
        <p:spPr bwMode="auto">
          <a:xfrm>
            <a:off x="3214678" y="3929066"/>
            <a:ext cx="2786112" cy="19954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4579" name="Rectangle 2">
            <a:extLst>
              <a:ext uri="{FF2B5EF4-FFF2-40B4-BE49-F238E27FC236}">
                <a16:creationId xmlns:a16="http://schemas.microsoft.com/office/drawing/2014/main" id="{FE756822-41A1-28C8-0B7C-C7821E62AC0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28625" y="214313"/>
            <a:ext cx="8229600" cy="1143000"/>
          </a:xfrm>
        </p:spPr>
        <p:txBody>
          <a:bodyPr/>
          <a:lstStyle/>
          <a:p>
            <a:pPr eaLnBrk="1" hangingPunct="1"/>
            <a:r>
              <a:rPr lang="fr-CA" altLang="fr-FR"/>
              <a:t>Réponse 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D125E1A-56D0-ECAE-5FC6-1021B55FB292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329613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fr-CA" altLang="fr-FR"/>
              <a:t>Associer le bon tournevis au bon type de vis</a:t>
            </a:r>
          </a:p>
          <a:p>
            <a:pPr marL="609600" indent="-609600" eaLnBrk="1" hangingPunct="1"/>
            <a:endParaRPr lang="fr-CA" altLang="fr-FR"/>
          </a:p>
          <a:p>
            <a:pPr marL="609600" indent="-609600" eaLnBrk="1" hangingPunct="1">
              <a:buFontTx/>
              <a:buAutoNum type="arabicPeriod"/>
            </a:pPr>
            <a:r>
              <a:rPr lang="fr-CA" altLang="fr-FR"/>
              <a:t>Vis carrée			___	a) Phillips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fr-CA" altLang="fr-FR"/>
              <a:t>Vis cruciforme </a:t>
            </a:r>
            <a:r>
              <a:rPr lang="fr-CA" altLang="fr-FR" sz="2000"/>
              <a:t>(étoilée)</a:t>
            </a:r>
            <a:r>
              <a:rPr lang="fr-CA" altLang="fr-FR"/>
              <a:t>	___	b) Plat</a:t>
            </a:r>
          </a:p>
          <a:p>
            <a:pPr marL="609600" indent="-609600" eaLnBrk="1" hangingPunct="1">
              <a:buFontTx/>
              <a:buAutoNum type="arabicPeriod" startAt="3"/>
            </a:pPr>
            <a:r>
              <a:rPr lang="fr-CA" altLang="fr-FR"/>
              <a:t>Vis fendue			___ 	c) Robertson</a:t>
            </a:r>
          </a:p>
        </p:txBody>
      </p:sp>
      <p:sp useBgFill="1">
        <p:nvSpPr>
          <p:cNvPr id="7" name="AutoShape 7">
            <a:hlinkClick r:id="rId11" action="ppaction://hlinksldjump"/>
            <a:extLst>
              <a:ext uri="{FF2B5EF4-FFF2-40B4-BE49-F238E27FC236}">
                <a16:creationId xmlns:a16="http://schemas.microsoft.com/office/drawing/2014/main" id="{B2817F83-ABA9-BFEC-7D5D-7267C9E956B6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E55260F4-BA26-D37D-319D-4523FA6B207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7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ADCC75F-03A3-CC1C-CBB6-4E045A4025C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286375" y="3357563"/>
            <a:ext cx="35718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FF0000"/>
                </a:solidFill>
                <a:latin typeface="+mn-lt"/>
              </a:rPr>
              <a:t>a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D0FD6B-ADB0-4DF7-35F1-667909D2B17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286375" y="2714625"/>
            <a:ext cx="357188" cy="593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b="1" dirty="0">
                <a:solidFill>
                  <a:srgbClr val="FF0000"/>
                </a:solidFill>
                <a:latin typeface="+mn-lt"/>
              </a:rPr>
              <a:t>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73C196F-442F-FB0C-F396-66291619116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286375" y="3916363"/>
            <a:ext cx="357188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FF0000"/>
                </a:solidFill>
                <a:latin typeface="+mn-lt"/>
              </a:rPr>
              <a:t>b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>
            <a:extLst>
              <a:ext uri="{FF2B5EF4-FFF2-40B4-BE49-F238E27FC236}">
                <a16:creationId xmlns:a16="http://schemas.microsoft.com/office/drawing/2014/main" id="{69CE521B-229A-D309-BD65-FE10C8B8D7C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928688" y="214313"/>
            <a:ext cx="714375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25605" name="Rectangle 2">
            <a:extLst>
              <a:ext uri="{FF2B5EF4-FFF2-40B4-BE49-F238E27FC236}">
                <a16:creationId xmlns:a16="http://schemas.microsoft.com/office/drawing/2014/main" id="{F55164C6-F35F-4371-32ED-F1D56C8B1B8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Bâtiment et travaux publics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EBF293D-480F-D260-CB86-23B965D3A78E}"/>
              </a:ext>
            </a:extLst>
          </p:cNvPr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7200" y="2060575"/>
            <a:ext cx="4038600" cy="4065588"/>
          </a:xfrm>
        </p:spPr>
        <p:txBody>
          <a:bodyPr/>
          <a:lstStyle/>
          <a:p>
            <a:pPr eaLnBrk="1" hangingPunct="1"/>
            <a:r>
              <a:rPr lang="fr-CA" altLang="fr-FR"/>
              <a:t>Arpentage et topographie</a:t>
            </a:r>
          </a:p>
          <a:p>
            <a:pPr eaLnBrk="1" hangingPunct="1"/>
            <a:r>
              <a:rPr lang="fr-CA" altLang="fr-FR"/>
              <a:t>Briquetage</a:t>
            </a:r>
          </a:p>
          <a:p>
            <a:pPr eaLnBrk="1" hangingPunct="1"/>
            <a:r>
              <a:rPr lang="fr-CA" altLang="fr-FR"/>
              <a:t>Charpenterie-menuiserie</a:t>
            </a:r>
          </a:p>
          <a:p>
            <a:pPr eaLnBrk="1" hangingPunct="1"/>
            <a:r>
              <a:rPr lang="fr-CA" altLang="fr-FR"/>
              <a:t>Installation et fabrication de produits verriers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20FB1923-4888-BADC-9716-A2443BA2D305}"/>
              </a:ext>
            </a:extLst>
          </p:cNvPr>
          <p:cNvSpPr>
            <a:spLocks noGrp="1" noChangeArrowheads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48200" y="1989138"/>
            <a:ext cx="4038600" cy="4137025"/>
          </a:xfrm>
        </p:spPr>
        <p:txBody>
          <a:bodyPr/>
          <a:lstStyle/>
          <a:p>
            <a:pPr eaLnBrk="1" hangingPunct="1"/>
            <a:r>
              <a:rPr lang="fr-CA" altLang="fr-FR"/>
              <a:t>Peinture de bâtiment</a:t>
            </a:r>
          </a:p>
          <a:p>
            <a:pPr eaLnBrk="1" hangingPunct="1"/>
            <a:r>
              <a:rPr lang="fr-CA" altLang="fr-FR"/>
              <a:t>Plâtrage</a:t>
            </a:r>
          </a:p>
          <a:p>
            <a:pPr eaLnBrk="1" hangingPunct="1"/>
            <a:r>
              <a:rPr lang="fr-CA" altLang="fr-FR"/>
              <a:t>Préparation et finition de béton</a:t>
            </a:r>
          </a:p>
          <a:p>
            <a:pPr eaLnBrk="1" hangingPunct="1"/>
            <a:r>
              <a:rPr lang="fr-CA" altLang="fr-FR"/>
              <a:t>Réfrigération</a:t>
            </a:r>
          </a:p>
          <a:p>
            <a:pPr eaLnBrk="1" hangingPunct="1"/>
            <a:r>
              <a:rPr lang="fr-CA" altLang="fr-FR"/>
              <a:t>Vente de produits de quincaillerie</a:t>
            </a:r>
          </a:p>
          <a:p>
            <a:pPr eaLnBrk="1" hangingPunct="1"/>
            <a:r>
              <a:rPr lang="fr-CA" altLang="fr-FR"/>
              <a:t>Carrelage</a:t>
            </a:r>
          </a:p>
        </p:txBody>
      </p:sp>
      <p:sp>
        <p:nvSpPr>
          <p:cNvPr id="25608" name="Text Box 5">
            <a:extLst>
              <a:ext uri="{FF2B5EF4-FFF2-40B4-BE49-F238E27FC236}">
                <a16:creationId xmlns:a16="http://schemas.microsoft.com/office/drawing/2014/main" id="{44079E6D-6281-061C-6BDE-B850C570C6B5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9750" y="1406525"/>
            <a:ext cx="7993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fr-FR" altLang="fr-FR"/>
          </a:p>
        </p:txBody>
      </p:sp>
      <p:sp>
        <p:nvSpPr>
          <p:cNvPr id="25609" name="Text Box 6">
            <a:extLst>
              <a:ext uri="{FF2B5EF4-FFF2-40B4-BE49-F238E27FC236}">
                <a16:creationId xmlns:a16="http://schemas.microsoft.com/office/drawing/2014/main" id="{315A5185-9D42-2B5E-C60C-B273E7F9B29E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95288" y="1458913"/>
            <a:ext cx="8424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CA" altLang="fr-FR" sz="2400"/>
              <a:t>Il existe </a:t>
            </a:r>
            <a:r>
              <a:rPr lang="fr-CA" altLang="fr-FR" sz="2400" b="1"/>
              <a:t>24</a:t>
            </a:r>
            <a:r>
              <a:rPr lang="fr-CA" altLang="fr-FR" sz="2400"/>
              <a:t> programmes dans ce secteur dont les suivants : </a:t>
            </a:r>
          </a:p>
        </p:txBody>
      </p:sp>
      <p:sp useBgFill="1">
        <p:nvSpPr>
          <p:cNvPr id="10" name="Rectangle 8">
            <a:extLst>
              <a:ext uri="{FF2B5EF4-FFF2-40B4-BE49-F238E27FC236}">
                <a16:creationId xmlns:a16="http://schemas.microsoft.com/office/drawing/2014/main" id="{61C42E79-C83D-610C-733A-A412C9966C6F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7</a:t>
            </a:r>
          </a:p>
        </p:txBody>
      </p:sp>
      <p:sp useBgFill="1">
        <p:nvSpPr>
          <p:cNvPr id="12" name="AutoShape 7">
            <a:hlinkClick r:id="rId10" action="ppaction://hlinksldjump"/>
            <a:extLst>
              <a:ext uri="{FF2B5EF4-FFF2-40B4-BE49-F238E27FC236}">
                <a16:creationId xmlns:a16="http://schemas.microsoft.com/office/drawing/2014/main" id="{CF3C0CE9-DC80-7F18-CD4B-960F6104E4D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  <p:bldP spid="2355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à coins arrondis 39">
            <a:extLst>
              <a:ext uri="{FF2B5EF4-FFF2-40B4-BE49-F238E27FC236}">
                <a16:creationId xmlns:a16="http://schemas.microsoft.com/office/drawing/2014/main" id="{2E42E870-05A3-C107-4B2E-542919FED71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34" y="142852"/>
            <a:ext cx="8358218" cy="1357336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1EB148F8-8CAE-3AEB-D035-333ABDE3924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Environnement et aménagement du territoire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9DBF8AEE-26F8-A186-F953-F6568C68B51B}"/>
              </a:ext>
            </a:extLst>
          </p:cNvPr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>
          <a:xfrm>
            <a:off x="457200" y="1600200"/>
            <a:ext cx="8472488" cy="24003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CA" altLang="fr-FR" sz="3200" u="sng"/>
              <a:t>Pour exercer ce métier il faut </a:t>
            </a:r>
            <a:r>
              <a:rPr lang="fr-CA" altLang="fr-FR" sz="3200"/>
              <a:t>: </a:t>
            </a:r>
          </a:p>
          <a:p>
            <a:pPr eaLnBrk="1" hangingPunct="1"/>
            <a:r>
              <a:rPr lang="fr-CA" altLang="fr-FR" i="1"/>
              <a:t>Connaître les armes de chasse</a:t>
            </a:r>
          </a:p>
          <a:p>
            <a:pPr eaLnBrk="1" hangingPunct="1"/>
            <a:r>
              <a:rPr lang="fr-CA" altLang="fr-FR" i="1"/>
              <a:t>Se promener en VTT ou en motoneige</a:t>
            </a:r>
          </a:p>
          <a:p>
            <a:pPr eaLnBrk="1" hangingPunct="1"/>
            <a:r>
              <a:rPr lang="fr-CA" altLang="fr-FR" i="1"/>
              <a:t>Être fiable, beau temps, mauvais temps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C24ECEAD-9EDC-2BBA-9E51-6752A4A6D60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00063" y="4054475"/>
            <a:ext cx="8286750" cy="14462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u="sng" dirty="0">
                <a:latin typeface="+mn-lt"/>
              </a:rPr>
              <a:t>De quel métier s’agit-il</a:t>
            </a:r>
            <a:r>
              <a:rPr lang="fr-CA" sz="3200" dirty="0">
                <a:latin typeface="+mn-lt"/>
              </a:rPr>
              <a:t>?</a:t>
            </a:r>
          </a:p>
          <a:p>
            <a:pPr marL="342900" indent="-342900">
              <a:defRPr/>
            </a:pPr>
            <a:r>
              <a:rPr lang="fr-CA" sz="2800" b="1" dirty="0">
                <a:latin typeface="+mn-lt"/>
              </a:rPr>
              <a:t>a)  Policier			c) Agent de sécurité</a:t>
            </a:r>
          </a:p>
          <a:p>
            <a:pPr marL="342900" indent="-342900">
              <a:defRPr/>
            </a:pPr>
            <a:r>
              <a:rPr lang="fr-CA" sz="2800" b="1" dirty="0">
                <a:latin typeface="+mn-lt"/>
              </a:rPr>
              <a:t>b) Agent douanier		d) Guide de chasse et pêche</a:t>
            </a:r>
          </a:p>
        </p:txBody>
      </p:sp>
      <p:sp useBgFill="1">
        <p:nvSpPr>
          <p:cNvPr id="42" name="Rectangle 8">
            <a:extLst>
              <a:ext uri="{FF2B5EF4-FFF2-40B4-BE49-F238E27FC236}">
                <a16:creationId xmlns:a16="http://schemas.microsoft.com/office/drawing/2014/main" id="{A75727BA-AC02-13DA-E450-E95D981A46F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8</a:t>
            </a:r>
          </a:p>
        </p:txBody>
      </p:sp>
      <p:pic>
        <p:nvPicPr>
          <p:cNvPr id="75" name="Picture 49">
            <a:hlinkClick r:id="" action="ppaction://media"/>
            <a:extLst>
              <a:ext uri="{FF2B5EF4-FFF2-40B4-BE49-F238E27FC236}">
                <a16:creationId xmlns:a16="http://schemas.microsoft.com/office/drawing/2014/main" id="{90B7650B-FEB6-0D35-F909-045814A177CC}"/>
              </a:ext>
            </a:extLst>
          </p:cNvPr>
          <p:cNvPicPr>
            <a:picLocks noRot="1" noChangeAspect="1" noChangeArrowheads="1"/>
          </p:cNvPicPr>
          <p:nvPr>
            <a:wavAudioFile r:embed="rId6" name="MSj01166140000[1].wav"/>
            <p:custDataLst>
              <p:tags r:id="rId7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Picture 50">
            <a:hlinkClick r:id="" action="ppaction://media"/>
            <a:extLst>
              <a:ext uri="{FF2B5EF4-FFF2-40B4-BE49-F238E27FC236}">
                <a16:creationId xmlns:a16="http://schemas.microsoft.com/office/drawing/2014/main" id="{73D64403-C188-78BE-C45E-DE0B31AE0161}"/>
              </a:ext>
            </a:extLst>
          </p:cNvPr>
          <p:cNvPicPr>
            <a:picLocks noRot="1" noChangeAspect="1" noChangeArrowheads="1"/>
          </p:cNvPicPr>
          <p:nvPr>
            <a:wavAudioFile r:embed="rId8" name="MSj01166110000[1].wav"/>
            <p:custDataLst>
              <p:tags r:id="rId9"/>
            </p:custDataLst>
          </p:nvPr>
        </p:nvPicPr>
        <p:blipFill>
          <a:blip r:embed="rId4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Oval 40">
            <a:extLst>
              <a:ext uri="{FF2B5EF4-FFF2-40B4-BE49-F238E27FC236}">
                <a16:creationId xmlns:a16="http://schemas.microsoft.com/office/drawing/2014/main" id="{B601D299-1355-4CBA-F2C2-A9761F66B324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57274CD1-E05F-3CA5-F3D9-FE9961BA95E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FE06B911-5BC3-38BB-5176-2FFB03F6A103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62D4804D-69FF-B8A7-1C3E-85576E45C712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1D934C5A-A981-8327-916C-43DA09A64C9C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D0C95910-65DC-489F-D3AC-E85250E3EFF7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B4667FD6-AB3D-EA45-40FE-0489E63966F8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9BE4BC8D-0C3F-5955-A86D-F9E7CB00341B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F3E8BC2F-106C-1F15-0C34-6072909012BA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677932C8-C9D6-74F0-AE5F-0B59090133D8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9286AB9B-114E-A241-F0B8-8F41D1EF3C8A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94998F36-BC2B-235D-AE68-E01083715D34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A041E798-6084-44DF-5665-E0EF62416CEE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82D8316F-60AE-135A-594C-1E03E91A4100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F32FBD32-76F6-9545-55EA-673FBEA44D37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16BA79D2-048E-09E8-A8B8-C075DCBD0EAB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281159E7-974D-BC7C-E060-D8436EB54084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B31C3608-3E19-2567-9930-1DC6187BD748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28111021-D8CD-4C24-2B1B-8EA26B7F7C6F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72FC9499-99C9-23BB-F01B-07C0A49F11E8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C5414FC2-89FF-23B7-010B-0FA9BCBB9312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694301F2-F091-EAAA-5DE4-6437040AEEF9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BED33E16-7CC9-5C1A-0CDA-02188129516F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FE9D0803-916F-BEE2-3993-390BACD42C5B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B5ADDBC8-C5FC-10A8-551A-81D782940848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A706815B-820C-61AB-8D0B-39913821D78C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F17BF2C9-05DE-6E8C-D0FF-9F183D1C39A8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75261DEB-F336-AE88-805A-B6F5EFA42B73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B3C0B7C9-0B63-7AFE-86BF-CD914DE2FA03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6" name="Oval 40">
            <a:extLst>
              <a:ext uri="{FF2B5EF4-FFF2-40B4-BE49-F238E27FC236}">
                <a16:creationId xmlns:a16="http://schemas.microsoft.com/office/drawing/2014/main" id="{94E211E1-ADE5-BC30-2BE0-1C8A085168FC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0ECA0066-D1C0-3ACA-A341-F35BF39B7615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7500938" y="257175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1" name="AutoShape 7">
            <a:hlinkClick r:id="rId44" action="ppaction://hlinksldjump"/>
            <a:extLst>
              <a:ext uri="{FF2B5EF4-FFF2-40B4-BE49-F238E27FC236}">
                <a16:creationId xmlns:a16="http://schemas.microsoft.com/office/drawing/2014/main" id="{DA7E9A28-B8C3-BFD9-226E-58C7BE4B4E40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5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45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45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490" fill="hold"/>
                                        <p:tgtEl>
                                          <p:spTgt spid="7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10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10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1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16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7" dur="1867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8" restart="whenNotActive" fill="hold" evtFilter="cancelBubble" nodeType="interactiveSeq">
                <p:stCondLst>
                  <p:cond evt="onClick" delay="0">
                    <p:tgtEl>
                      <p:spTgt spid="7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9" fill="hold" nodeType="clickPar">
                      <p:stCondLst>
                        <p:cond delay="0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2" dur="1867" fill="hold"/>
                                        <p:tgtEl>
                                          <p:spTgt spid="7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5"/>
                  </p:tgtEl>
                </p:cond>
              </p:nextCondLst>
            </p:seq>
            <p:audio>
              <p:cMediaNode>
                <p:cTn id="12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5"/>
                </p:tgtEl>
              </p:cMediaNode>
            </p:audio>
            <p:audio>
              <p:cMediaNode>
                <p:cTn id="12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6"/>
                </p:tgtEl>
              </p:cMediaNode>
            </p:audio>
          </p:childTnLst>
        </p:cTn>
      </p:par>
    </p:tnLst>
    <p:bldLst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7F2E34C-711E-F10D-FF94-3C83F7CE1B1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Réponse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8BDFEA3B-36DA-956C-DAB0-66E2379F06D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229600" cy="3971925"/>
          </a:xfrm>
        </p:spPr>
        <p:txBody>
          <a:bodyPr/>
          <a:lstStyle/>
          <a:p>
            <a:pPr eaLnBrk="1" hangingPunct="1">
              <a:buFontTx/>
              <a:buNone/>
              <a:defRPr/>
            </a:pPr>
            <a:r>
              <a:rPr lang="fr-CA" b="1" dirty="0">
                <a:solidFill>
                  <a:srgbClr val="C00000"/>
                </a:solidFill>
              </a:rPr>
              <a:t>d)</a:t>
            </a:r>
            <a:r>
              <a:rPr lang="fr-CA" b="1" dirty="0"/>
              <a:t> </a:t>
            </a:r>
            <a:r>
              <a:rPr lang="fr-CA" b="1" dirty="0">
                <a:solidFill>
                  <a:srgbClr val="C00000"/>
                </a:solidFill>
              </a:rPr>
              <a:t>Guide de chasse et pêche</a:t>
            </a:r>
          </a:p>
          <a:p>
            <a:pPr eaLnBrk="1" hangingPunct="1">
              <a:buFontTx/>
              <a:buNone/>
              <a:defRPr/>
            </a:pPr>
            <a:endParaRPr lang="fr-CA" dirty="0"/>
          </a:p>
          <a:p>
            <a:pPr eaLnBrk="1" hangingPunct="1">
              <a:buFontTx/>
              <a:buNone/>
              <a:defRPr/>
            </a:pPr>
            <a:r>
              <a:rPr lang="fr-CA" u="sng" dirty="0"/>
              <a:t>Nom du programme</a:t>
            </a:r>
            <a:r>
              <a:rPr lang="fr-CA" dirty="0"/>
              <a:t>: </a:t>
            </a:r>
          </a:p>
          <a:p>
            <a:pPr marL="0" indent="0" eaLnBrk="1" hangingPunct="1">
              <a:buFontTx/>
              <a:buNone/>
              <a:defRPr/>
            </a:pPr>
            <a:r>
              <a:rPr lang="fr-CA" b="1" dirty="0"/>
              <a:t>Protection et exploitation </a:t>
            </a:r>
          </a:p>
          <a:p>
            <a:pPr marL="0" indent="0" eaLnBrk="1" hangingPunct="1">
              <a:buFontTx/>
              <a:buNone/>
              <a:defRPr/>
            </a:pPr>
            <a:r>
              <a:rPr lang="fr-CA" b="1" dirty="0"/>
              <a:t>de territoires fauniques</a:t>
            </a:r>
          </a:p>
        </p:txBody>
      </p:sp>
      <p:pic>
        <p:nvPicPr>
          <p:cNvPr id="7" name="Image 6" descr="orignal2records.jpg">
            <a:extLst>
              <a:ext uri="{FF2B5EF4-FFF2-40B4-BE49-F238E27FC236}">
                <a16:creationId xmlns:a16="http://schemas.microsoft.com/office/drawing/2014/main" id="{6F004918-6C27-4FFD-4E7D-A7461706AD3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88453" y="2214554"/>
            <a:ext cx="2769761" cy="31432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1E112D-FC37-DD18-C303-8B5F5A514A91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8</a:t>
            </a:r>
          </a:p>
        </p:txBody>
      </p:sp>
      <p:sp useBgFill="1">
        <p:nvSpPr>
          <p:cNvPr id="10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4604F832-A819-E384-2739-8FAA41E5DE4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C786F099-4964-0EE4-BF40-F9D191BB0B4B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71563" y="285750"/>
            <a:ext cx="7143750" cy="1214438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B1CCB42F-05C4-83BC-EFD1-C8A7C2C4959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Électrotechnique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E1033739-05ED-5CE5-380E-9E794756FCCB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428750"/>
            <a:ext cx="7900988" cy="452596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fr-CA" altLang="fr-FR"/>
          </a:p>
          <a:p>
            <a:pPr eaLnBrk="1" hangingPunct="1">
              <a:buFontTx/>
              <a:buNone/>
            </a:pPr>
            <a:r>
              <a:rPr lang="fr-CA" altLang="fr-FR"/>
              <a:t>Quel mot complète toutes ces expressions :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endParaRPr lang="fr-CA" altLang="fr-FR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__________ de production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Montage de ____________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__________ électrique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__________ téléphonique </a:t>
            </a:r>
          </a:p>
        </p:txBody>
      </p:sp>
      <p:sp useBgFill="1">
        <p:nvSpPr>
          <p:cNvPr id="72" name="Rectangle 8">
            <a:extLst>
              <a:ext uri="{FF2B5EF4-FFF2-40B4-BE49-F238E27FC236}">
                <a16:creationId xmlns:a16="http://schemas.microsoft.com/office/drawing/2014/main" id="{3A87814F-F6D0-451F-9A09-663D24743890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9</a:t>
            </a:r>
          </a:p>
        </p:txBody>
      </p:sp>
      <p:pic>
        <p:nvPicPr>
          <p:cNvPr id="73" name="Picture 49">
            <a:hlinkClick r:id="" action="ppaction://media"/>
            <a:extLst>
              <a:ext uri="{FF2B5EF4-FFF2-40B4-BE49-F238E27FC236}">
                <a16:creationId xmlns:a16="http://schemas.microsoft.com/office/drawing/2014/main" id="{84094E3C-2C93-9893-EDA8-55D4B6CDCE7C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50">
            <a:hlinkClick r:id="" action="ppaction://media"/>
            <a:extLst>
              <a:ext uri="{FF2B5EF4-FFF2-40B4-BE49-F238E27FC236}">
                <a16:creationId xmlns:a16="http://schemas.microsoft.com/office/drawing/2014/main" id="{179F12E1-49C7-BEC3-12B4-66282B275196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Oval 40">
            <a:extLst>
              <a:ext uri="{FF2B5EF4-FFF2-40B4-BE49-F238E27FC236}">
                <a16:creationId xmlns:a16="http://schemas.microsoft.com/office/drawing/2014/main" id="{405FA593-D074-A9DB-6310-336D9905E459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7EF97839-F12A-DFF8-9CCF-C7CBCCE7E261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DC0626E6-83BB-DF4B-135C-1A237860A73E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8687CB7F-BFAA-7EB5-340D-94DFC1B80868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8AF7AF33-48B0-0146-9E47-EDF64962025B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F7E20F03-D1D8-590A-6119-967817C8524A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8E2BD0D1-B566-1A96-251F-765DD353F0CB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22F8E217-C9B3-3A8D-1BE4-B73B476E2D20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9311DCC9-D0CC-87DD-2673-39523A878554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8C39A32B-ABAE-5010-E8F4-CA5A2221361D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EC913C18-B2A4-BF85-23D3-716F6DD954DE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A3E900BC-3A3A-F4C9-E010-F1FC5349F6E3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476C654A-434C-B57F-C2FD-B28AB5A5DFBE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16077556-E299-7F9C-FD22-F89F9E5C22C5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762EDEBD-1C37-70C9-220F-9FFCF6B5E3F4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48533DF3-B98C-2324-25FA-6D447CD04AC7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9A2BA7A5-AEE8-C87E-C989-6E4626046DC1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EE859FFE-9C41-FEBB-C352-06F975061291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EE9D545C-A4DD-26A3-9D48-CFE320E4431A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BD0DD25B-B502-57D2-8605-34BA7D768416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9F134DF9-29CC-37E2-EE4D-6580C1725A4A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A5BD03D0-B6B4-AE59-036C-98BAFB50AB6C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8D7D213B-BA85-17E5-3C56-7BB9E1927414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710BB017-7CD7-F358-EB55-B21802A10346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A41ADC82-C617-7322-212A-00826E5DFB9E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54B8928A-49F6-EE9A-8024-DB12A7EFA73F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AF6E909A-6174-3EBC-CDD4-B77DA018BCC1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8B7ACF4A-FFD8-E8F6-9A5A-D72E3B59A905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E0909279-434B-FF92-F7D7-B9E5CF4D1730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A359101A-8948-E14A-3D15-6D8555D1AF6B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EE9E62C0-6F9C-1895-5A0D-0A4F1C291A21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1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41E00A6B-3950-CE1A-E390-6CF760AB6E47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71" dur="1490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7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7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8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8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9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9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9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10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10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11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11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11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12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12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12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1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1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1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1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1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1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1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1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1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1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31491"/>
                            </p:stCondLst>
                            <p:childTnLst>
                              <p:par>
                                <p:cTn id="1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 nodeType="afterGroup">
                            <p:stCondLst>
                              <p:cond delay="32491"/>
                            </p:stCondLst>
                            <p:childTnLst>
                              <p:par>
                                <p:cTn id="163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4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65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6" fill="hold" nodeType="clickPar">
                      <p:stCondLst>
                        <p:cond delay="0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9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audio>
              <p:cMediaNode>
                <p:cTn id="17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  <p:audio>
              <p:cMediaNode>
                <p:cTn id="17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</p:childTnLst>
        </p:cTn>
      </p:par>
    </p:tnLst>
    <p:bldLst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3B3DC8B-B304-031C-1ADA-32AFC43783F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4D6CCC1C-E31A-3D48-D4AF-62EA39D401E4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857375"/>
            <a:ext cx="8229600" cy="3643313"/>
          </a:xfrm>
        </p:spPr>
        <p:txBody>
          <a:bodyPr/>
          <a:lstStyle/>
          <a:p>
            <a:pPr eaLnBrk="1" hangingPunct="1">
              <a:buFontTx/>
              <a:buNone/>
            </a:pPr>
            <a:endParaRPr lang="fr-CA" altLang="fr-FR"/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__________ de production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Montage de ____________ 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___________ électrique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fr-CA" altLang="fr-FR"/>
              <a:t>___________ téléphonique </a:t>
            </a:r>
          </a:p>
        </p:txBody>
      </p:sp>
      <p:pic>
        <p:nvPicPr>
          <p:cNvPr id="27659" name="Picture 11" descr="C:\Documents and Settings\LetourneauA\Local Settings\Temporary Internet Files\Content.IE5\BBFSVW5X\MPj03901420000[1].jpg">
            <a:extLst>
              <a:ext uri="{FF2B5EF4-FFF2-40B4-BE49-F238E27FC236}">
                <a16:creationId xmlns:a16="http://schemas.microsoft.com/office/drawing/2014/main" id="{C8F48C18-E5BC-CD84-724A-C14B3F197747}"/>
              </a:ext>
            </a:extLst>
          </p:cNvPr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15000" y="1643063"/>
            <a:ext cx="2609850" cy="3657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3E2713C4-F931-6B2D-56AD-305945CE07B3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9</a:t>
            </a:r>
          </a:p>
        </p:txBody>
      </p:sp>
      <p:sp useBgFill="1">
        <p:nvSpPr>
          <p:cNvPr id="8" name="AutoShape 7">
            <a:hlinkClick r:id="rId12" action="ppaction://hlinksldjump"/>
            <a:extLst>
              <a:ext uri="{FF2B5EF4-FFF2-40B4-BE49-F238E27FC236}">
                <a16:creationId xmlns:a16="http://schemas.microsoft.com/office/drawing/2014/main" id="{CB7D1F9F-2696-A8C5-81A8-7F557FCC90C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D0BC7AD-B138-9969-E63D-75A7EC41C6E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214438" y="4143375"/>
            <a:ext cx="13573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C00000"/>
                </a:solidFill>
                <a:latin typeface="+mn-lt"/>
              </a:rPr>
              <a:t>Ligne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15FFD30-CC2A-00F8-2A36-340D1E84D8E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214438" y="3559175"/>
            <a:ext cx="13573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C00000"/>
                </a:solidFill>
                <a:latin typeface="+mn-lt"/>
              </a:rPr>
              <a:t>Ligne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9CA3B2-FE4D-134C-3875-E0627282CA0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214438" y="2357438"/>
            <a:ext cx="13573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C00000"/>
                </a:solidFill>
                <a:latin typeface="+mn-lt"/>
              </a:rPr>
              <a:t>Ligne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F01D5BF-C944-B25D-B83A-D92389AFF2D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643313" y="2928938"/>
            <a:ext cx="1357312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200" dirty="0">
                <a:solidFill>
                  <a:srgbClr val="C00000"/>
                </a:solidFill>
                <a:latin typeface="+mn-lt"/>
              </a:rPr>
              <a:t>lignes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7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3F6C2772-0C82-D5AC-8DEB-234A96B325B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00125" y="214313"/>
            <a:ext cx="714375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F61BC483-885D-B0B9-E710-BC11CD9F1FCF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Électrotechnique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1A459A3-FDD2-7376-2341-4FEF7E9E595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fr-CA" altLang="fr-FR"/>
              <a:t>Il y a 8 DEP dans ce secteur, dont les suivants: </a:t>
            </a:r>
          </a:p>
          <a:p>
            <a:pPr eaLnBrk="1" hangingPunct="1">
              <a:buFontTx/>
              <a:buNone/>
            </a:pPr>
            <a:endParaRPr lang="fr-CA" altLang="fr-FR" sz="800"/>
          </a:p>
          <a:p>
            <a:pPr eaLnBrk="1" hangingPunct="1"/>
            <a:r>
              <a:rPr lang="fr-CA" altLang="fr-FR"/>
              <a:t>Électricité</a:t>
            </a:r>
          </a:p>
          <a:p>
            <a:pPr eaLnBrk="1" hangingPunct="1"/>
            <a:r>
              <a:rPr lang="fr-CA" altLang="fr-FR"/>
              <a:t>Installation et réparation d’équipement de télécommunication</a:t>
            </a:r>
          </a:p>
          <a:p>
            <a:pPr eaLnBrk="1" hangingPunct="1"/>
            <a:r>
              <a:rPr lang="fr-CA" altLang="fr-FR"/>
              <a:t>Montage de lignes électriques</a:t>
            </a:r>
          </a:p>
          <a:p>
            <a:pPr eaLnBrk="1" hangingPunct="1"/>
            <a:r>
              <a:rPr lang="fr-CA" altLang="fr-FR"/>
              <a:t>Réparation d’appareils électroménagers</a:t>
            </a:r>
          </a:p>
          <a:p>
            <a:pPr eaLnBrk="1" hangingPunct="1"/>
            <a:endParaRPr lang="fr-CA" altLang="fr-FR"/>
          </a:p>
        </p:txBody>
      </p:sp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B0DE7714-97DA-80B2-FD8C-D47B7CE423D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9</a:t>
            </a:r>
          </a:p>
        </p:txBody>
      </p:sp>
      <p:sp useBgFill="1">
        <p:nvSpPr>
          <p:cNvPr id="9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6F56AC8F-7D35-311B-AE8F-5A134629859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1A3EA200-260F-88B4-2596-F4140CFB8C8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85786" y="214313"/>
            <a:ext cx="7572403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1749" name="Rectangle 2">
            <a:extLst>
              <a:ext uri="{FF2B5EF4-FFF2-40B4-BE49-F238E27FC236}">
                <a16:creationId xmlns:a16="http://schemas.microsoft.com/office/drawing/2014/main" id="{2B0EEF58-13D6-75E5-9744-B9BAD8780CE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Entretien d’équipement motorisé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3E99FD9B-9542-C512-64D3-D2FF60712133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1071563" y="1571625"/>
            <a:ext cx="7143750" cy="385762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endParaRPr lang="fr-CA" altLang="fr-FR"/>
          </a:p>
          <a:p>
            <a:pPr marL="0" indent="0" algn="ctr" eaLnBrk="1" hangingPunct="1">
              <a:buFontTx/>
              <a:buNone/>
            </a:pPr>
            <a:r>
              <a:rPr lang="fr-CA" altLang="fr-FR"/>
              <a:t>Mettre  en ordre les lettres pour trouver le thème commun des neuf (9) programmes de ce secteur  :</a:t>
            </a:r>
          </a:p>
          <a:p>
            <a:pPr marL="0" indent="0" algn="ctr" eaLnBrk="1" hangingPunct="1">
              <a:buFontTx/>
              <a:buNone/>
            </a:pPr>
            <a:r>
              <a:rPr lang="fr-CA" altLang="fr-FR" sz="7200">
                <a:solidFill>
                  <a:srgbClr val="003366"/>
                </a:solidFill>
              </a:rPr>
              <a:t>eaiuemcnq</a:t>
            </a:r>
          </a:p>
          <a:p>
            <a:pPr marL="0" indent="0" eaLnBrk="1" hangingPunct="1">
              <a:buFontTx/>
              <a:buNone/>
            </a:pPr>
            <a:endParaRPr lang="fr-CA" altLang="fr-FR"/>
          </a:p>
        </p:txBody>
      </p:sp>
      <p:sp useBgFill="1">
        <p:nvSpPr>
          <p:cNvPr id="72" name="Rectangle 8">
            <a:extLst>
              <a:ext uri="{FF2B5EF4-FFF2-40B4-BE49-F238E27FC236}">
                <a16:creationId xmlns:a16="http://schemas.microsoft.com/office/drawing/2014/main" id="{A400208D-AFFA-56D2-7DFD-6306686874C1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10</a:t>
            </a:r>
          </a:p>
        </p:txBody>
      </p:sp>
      <p:pic>
        <p:nvPicPr>
          <p:cNvPr id="172" name="Picture 49">
            <a:hlinkClick r:id="" action="ppaction://media"/>
            <a:extLst>
              <a:ext uri="{FF2B5EF4-FFF2-40B4-BE49-F238E27FC236}">
                <a16:creationId xmlns:a16="http://schemas.microsoft.com/office/drawing/2014/main" id="{6000AA63-3345-E472-8B78-F1379F13A445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3" name="Picture 50">
            <a:hlinkClick r:id="" action="ppaction://media"/>
            <a:extLst>
              <a:ext uri="{FF2B5EF4-FFF2-40B4-BE49-F238E27FC236}">
                <a16:creationId xmlns:a16="http://schemas.microsoft.com/office/drawing/2014/main" id="{29843CE0-9600-825E-9408-913BCAB32AFB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71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64713EFE-10F6-6A5E-46BD-4B9556A55C95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C22563D8-4FEC-AB6A-04C3-A4D54136ABF0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2648E15-3440-AF72-1EE0-13322AA35502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35112940-E531-CAED-9867-D6F1111CD46A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43" name="Oval 40">
            <a:extLst>
              <a:ext uri="{FF2B5EF4-FFF2-40B4-BE49-F238E27FC236}">
                <a16:creationId xmlns:a16="http://schemas.microsoft.com/office/drawing/2014/main" id="{ADC4C1B8-C487-1642-78A5-A7048B2B7006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44" name="Oval 40">
            <a:extLst>
              <a:ext uri="{FF2B5EF4-FFF2-40B4-BE49-F238E27FC236}">
                <a16:creationId xmlns:a16="http://schemas.microsoft.com/office/drawing/2014/main" id="{CEF952D7-8580-4F6D-A25F-60C89489F9B3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45" name="Oval 40">
            <a:extLst>
              <a:ext uri="{FF2B5EF4-FFF2-40B4-BE49-F238E27FC236}">
                <a16:creationId xmlns:a16="http://schemas.microsoft.com/office/drawing/2014/main" id="{898894BF-FCF6-DD4C-09E4-5150E5FD1E49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A8207EAE-E143-0B98-F7D4-72DFA6FC089B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47" name="Oval 40">
            <a:extLst>
              <a:ext uri="{FF2B5EF4-FFF2-40B4-BE49-F238E27FC236}">
                <a16:creationId xmlns:a16="http://schemas.microsoft.com/office/drawing/2014/main" id="{5C7612AE-2683-528B-FAC7-77565D789031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4D0CE14F-F963-08DF-21D2-D26CEFD01502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49" name="Oval 40">
            <a:extLst>
              <a:ext uri="{FF2B5EF4-FFF2-40B4-BE49-F238E27FC236}">
                <a16:creationId xmlns:a16="http://schemas.microsoft.com/office/drawing/2014/main" id="{29004742-23EE-3E9D-9346-4ACC28AB66A3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50" name="Oval 40">
            <a:extLst>
              <a:ext uri="{FF2B5EF4-FFF2-40B4-BE49-F238E27FC236}">
                <a16:creationId xmlns:a16="http://schemas.microsoft.com/office/drawing/2014/main" id="{B8E42AA4-5A2C-7795-BEF7-49334C675B46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51" name="Oval 40">
            <a:extLst>
              <a:ext uri="{FF2B5EF4-FFF2-40B4-BE49-F238E27FC236}">
                <a16:creationId xmlns:a16="http://schemas.microsoft.com/office/drawing/2014/main" id="{AB4A4401-8CB6-DD88-D2E3-29267E589B4D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52" name="Oval 40">
            <a:extLst>
              <a:ext uri="{FF2B5EF4-FFF2-40B4-BE49-F238E27FC236}">
                <a16:creationId xmlns:a16="http://schemas.microsoft.com/office/drawing/2014/main" id="{EFD1D17F-D771-36BE-3295-7223E13AD2AD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53" name="Oval 40">
            <a:extLst>
              <a:ext uri="{FF2B5EF4-FFF2-40B4-BE49-F238E27FC236}">
                <a16:creationId xmlns:a16="http://schemas.microsoft.com/office/drawing/2014/main" id="{E397B125-0272-4078-2422-E85EE9ABE9A1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54" name="Oval 40">
            <a:extLst>
              <a:ext uri="{FF2B5EF4-FFF2-40B4-BE49-F238E27FC236}">
                <a16:creationId xmlns:a16="http://schemas.microsoft.com/office/drawing/2014/main" id="{EF3396C6-0D31-2A90-F0DB-CD4F0F611DA4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55" name="Oval 40">
            <a:extLst>
              <a:ext uri="{FF2B5EF4-FFF2-40B4-BE49-F238E27FC236}">
                <a16:creationId xmlns:a16="http://schemas.microsoft.com/office/drawing/2014/main" id="{CE5722CD-D79F-2C68-39CF-85E15255AA3A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56" name="Oval 40">
            <a:extLst>
              <a:ext uri="{FF2B5EF4-FFF2-40B4-BE49-F238E27FC236}">
                <a16:creationId xmlns:a16="http://schemas.microsoft.com/office/drawing/2014/main" id="{2E0E97A2-34DE-B532-DCC9-F18AC6DB160F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57" name="Oval 40">
            <a:extLst>
              <a:ext uri="{FF2B5EF4-FFF2-40B4-BE49-F238E27FC236}">
                <a16:creationId xmlns:a16="http://schemas.microsoft.com/office/drawing/2014/main" id="{259178F2-4CEE-CD28-309B-BCA379C9EA1A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58" name="Oval 40">
            <a:extLst>
              <a:ext uri="{FF2B5EF4-FFF2-40B4-BE49-F238E27FC236}">
                <a16:creationId xmlns:a16="http://schemas.microsoft.com/office/drawing/2014/main" id="{3C313218-BB85-B28B-F458-F03F7B219763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59" name="Oval 40">
            <a:extLst>
              <a:ext uri="{FF2B5EF4-FFF2-40B4-BE49-F238E27FC236}">
                <a16:creationId xmlns:a16="http://schemas.microsoft.com/office/drawing/2014/main" id="{E3D46B17-D745-9355-F209-79E015B94E8B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60" name="Oval 40">
            <a:extLst>
              <a:ext uri="{FF2B5EF4-FFF2-40B4-BE49-F238E27FC236}">
                <a16:creationId xmlns:a16="http://schemas.microsoft.com/office/drawing/2014/main" id="{1D44BBA9-53DE-D804-97DB-ADC84915FF10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61" name="Oval 40">
            <a:extLst>
              <a:ext uri="{FF2B5EF4-FFF2-40B4-BE49-F238E27FC236}">
                <a16:creationId xmlns:a16="http://schemas.microsoft.com/office/drawing/2014/main" id="{D9AA57D4-301A-96F2-7413-E34D36D37500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62" name="Oval 40">
            <a:extLst>
              <a:ext uri="{FF2B5EF4-FFF2-40B4-BE49-F238E27FC236}">
                <a16:creationId xmlns:a16="http://schemas.microsoft.com/office/drawing/2014/main" id="{D7B0895B-8B03-DC0E-133E-62E5E190BD48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63" name="Oval 40">
            <a:extLst>
              <a:ext uri="{FF2B5EF4-FFF2-40B4-BE49-F238E27FC236}">
                <a16:creationId xmlns:a16="http://schemas.microsoft.com/office/drawing/2014/main" id="{C3E778B4-987E-0EC3-BC83-D4D8884461F6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64" name="Oval 40">
            <a:extLst>
              <a:ext uri="{FF2B5EF4-FFF2-40B4-BE49-F238E27FC236}">
                <a16:creationId xmlns:a16="http://schemas.microsoft.com/office/drawing/2014/main" id="{9131A8FF-FDF5-FF29-BE61-6BA40B64099B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9CAFED32-0DF3-5AEE-AB19-47031B8178E0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66" name="Oval 40">
            <a:extLst>
              <a:ext uri="{FF2B5EF4-FFF2-40B4-BE49-F238E27FC236}">
                <a16:creationId xmlns:a16="http://schemas.microsoft.com/office/drawing/2014/main" id="{33006764-BD8F-5C5A-5004-CAC448F3D7DD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67" name="Oval 40">
            <a:extLst>
              <a:ext uri="{FF2B5EF4-FFF2-40B4-BE49-F238E27FC236}">
                <a16:creationId xmlns:a16="http://schemas.microsoft.com/office/drawing/2014/main" id="{3567632B-CB69-A0C9-B4C9-E39960B1C36D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68" name="Oval 40">
            <a:extLst>
              <a:ext uri="{FF2B5EF4-FFF2-40B4-BE49-F238E27FC236}">
                <a16:creationId xmlns:a16="http://schemas.microsoft.com/office/drawing/2014/main" id="{B4E24977-DE8B-68FD-B113-45CB1E37B6F3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69" name="Oval 40">
            <a:extLst>
              <a:ext uri="{FF2B5EF4-FFF2-40B4-BE49-F238E27FC236}">
                <a16:creationId xmlns:a16="http://schemas.microsoft.com/office/drawing/2014/main" id="{BB1AD832-4FDA-44CA-A07C-7C4E6614E1BB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70" name="Oval 40">
            <a:extLst>
              <a:ext uri="{FF2B5EF4-FFF2-40B4-BE49-F238E27FC236}">
                <a16:creationId xmlns:a16="http://schemas.microsoft.com/office/drawing/2014/main" id="{69758878-680A-A89C-F8C9-65CB4ED6795E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42925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490" fill="hold"/>
                                        <p:tgtEl>
                                          <p:spTgt spid="1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1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1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2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2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3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3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4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4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4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5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5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6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6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7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7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7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8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8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9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9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9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31991"/>
                            </p:stCondLst>
                            <p:childTnLst>
                              <p:par>
                                <p:cTn id="106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7" dur="1867" fill="hold"/>
                                        <p:tgtEl>
                                          <p:spTgt spid="1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8" restart="whenNotActive" fill="hold" evtFilter="cancelBubble" nodeType="interactiveSeq">
                <p:stCondLst>
                  <p:cond evt="onClick" delay="0">
                    <p:tgtEl>
                      <p:spTgt spid="1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9" fill="hold" nodeType="clickPar">
                      <p:stCondLst>
                        <p:cond delay="0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2" dur="1867" fill="hold"/>
                                        <p:tgtEl>
                                          <p:spTgt spid="1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2"/>
                  </p:tgtEl>
                </p:cond>
              </p:nextCondLst>
            </p:seq>
            <p:audio>
              <p:cMediaNode>
                <p:cTn id="11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2"/>
                </p:tgtEl>
              </p:cMediaNode>
            </p:audio>
            <p:audio>
              <p:cMediaNode>
                <p:cTn id="11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3"/>
                </p:tgtEl>
              </p:cMediaNode>
            </p:audio>
          </p:childTnLst>
        </p:cTn>
      </p:par>
    </p:tnLst>
    <p:bldLst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C6FF55CE-344A-EC13-C533-2F1DEE1BFCF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Réponse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B9866B6-93C3-9E66-3660-863EB3295EB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643438" y="3000375"/>
            <a:ext cx="3143250" cy="8302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4800" b="1" dirty="0">
                <a:solidFill>
                  <a:srgbClr val="C00000"/>
                </a:solidFill>
                <a:latin typeface="+mn-lt"/>
              </a:rPr>
              <a:t>Mécanique</a:t>
            </a:r>
            <a:endParaRPr lang="fr-CA" sz="4800" dirty="0">
              <a:solidFill>
                <a:srgbClr val="C00000"/>
              </a:solidFill>
              <a:latin typeface="Arial" charset="0"/>
            </a:endParaRPr>
          </a:p>
        </p:txBody>
      </p:sp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66ABBAB1-63D8-AA49-B5C7-ED03CF91765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10</a:t>
            </a:r>
          </a:p>
        </p:txBody>
      </p:sp>
      <p:sp useBgFill="1">
        <p:nvSpPr>
          <p:cNvPr id="8" name="AutoShape 7">
            <a:hlinkClick r:id="rId6" action="ppaction://hlinksldjump"/>
            <a:extLst>
              <a:ext uri="{FF2B5EF4-FFF2-40B4-BE49-F238E27FC236}">
                <a16:creationId xmlns:a16="http://schemas.microsoft.com/office/drawing/2014/main" id="{5C524696-0EA2-05F2-BD24-DC9F572793D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pic>
        <p:nvPicPr>
          <p:cNvPr id="9" name="Image 8" descr="concepts_man.jpg">
            <a:extLst>
              <a:ext uri="{FF2B5EF4-FFF2-40B4-BE49-F238E27FC236}">
                <a16:creationId xmlns:a16="http://schemas.microsoft.com/office/drawing/2014/main" id="{A9E99738-5BFF-76A1-7324-C1BE50636F50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28662" y="1357298"/>
            <a:ext cx="2952750" cy="4267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13F2835F-F4AB-C015-1C23-87947C6B472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28596" y="214313"/>
            <a:ext cx="8143903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3797" name="Titre 1">
            <a:extLst>
              <a:ext uri="{FF2B5EF4-FFF2-40B4-BE49-F238E27FC236}">
                <a16:creationId xmlns:a16="http://schemas.microsoft.com/office/drawing/2014/main" id="{C52383A0-AEA9-BABD-ED29-9101B5AA594D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A" altLang="fr-FR"/>
              <a:t>Entretien d’équipement motorisé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326BC9F-4944-236A-4F19-B177BF76C667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42876" y="1571613"/>
            <a:ext cx="8929718" cy="4143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numCol="2"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Mécanique agricole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Mécanique automobile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Mécanique d’engins de chantier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Mécanique de véhicules légers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Mécanique de véhicules lourds routiers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fr-CA" sz="32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fr-CA" sz="32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fr-CA" sz="32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Mécanique marine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Vente de pièces mécaniques et d’accessoires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Service-conseil à la clientèle en équipement motorisé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fr-CA" sz="3200" kern="0" dirty="0">
                <a:latin typeface="+mn-lt"/>
              </a:rPr>
              <a:t>Carrosserie</a:t>
            </a:r>
            <a:endParaRPr lang="fr-CA" sz="60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fr-CA" sz="3200" kern="0" dirty="0">
              <a:latin typeface="+mn-lt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endParaRPr lang="fr-CA" sz="3200" kern="0" dirty="0">
              <a:latin typeface="+mn-lt"/>
            </a:endParaRPr>
          </a:p>
        </p:txBody>
      </p:sp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ED64743F-E60A-F482-09D8-23B108F6EDF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6550" y="6034105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10</a:t>
            </a:r>
          </a:p>
        </p:txBody>
      </p:sp>
      <p:sp useBgFill="1">
        <p:nvSpPr>
          <p:cNvPr id="9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1B15BEA8-404B-CB94-507C-C4D66FE6B2C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AE4140E0-BADC-657D-9251-BC67F310DB89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4821" name="Rectangle 2">
            <a:extLst>
              <a:ext uri="{FF2B5EF4-FFF2-40B4-BE49-F238E27FC236}">
                <a16:creationId xmlns:a16="http://schemas.microsoft.com/office/drawing/2014/main" id="{B4A38A55-CA2E-00D4-A2DA-1D407A35114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Fabrication mécanique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79E9028D-3124-5DFE-ACCE-626465B32C4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115300" cy="4186238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fr-CA" altLang="fr-FR"/>
              <a:t>Vous voulez fabriquer une planche à</a:t>
            </a:r>
          </a:p>
          <a:p>
            <a:pPr marL="609600" indent="-609600" eaLnBrk="1" hangingPunct="1">
              <a:buFontTx/>
              <a:buNone/>
            </a:pPr>
            <a:r>
              <a:rPr lang="fr-CA" altLang="fr-FR"/>
              <a:t> roulettes, remettez les étapes de production</a:t>
            </a:r>
          </a:p>
          <a:p>
            <a:pPr marL="609600" indent="-609600" eaLnBrk="1" hangingPunct="1">
              <a:buFontTx/>
              <a:buNone/>
            </a:pPr>
            <a:r>
              <a:rPr lang="fr-CA" altLang="fr-FR"/>
              <a:t> en ordre : </a:t>
            </a:r>
          </a:p>
          <a:p>
            <a:pPr marL="1866900" lvl="3" indent="-609600" eaLnBrk="1" hangingPunct="1">
              <a:buFontTx/>
              <a:buAutoNum type="alphaLcParenR"/>
            </a:pPr>
            <a:r>
              <a:rPr lang="fr-CA" altLang="fr-FR" sz="3200"/>
              <a:t>Usinage des roues</a:t>
            </a:r>
          </a:p>
          <a:p>
            <a:pPr marL="1866900" lvl="3" indent="-609600" eaLnBrk="1" hangingPunct="1">
              <a:buFontTx/>
              <a:buAutoNum type="alphaLcParenR"/>
            </a:pPr>
            <a:r>
              <a:rPr lang="fr-CA" altLang="fr-FR" sz="3200"/>
              <a:t>Lancement de la production</a:t>
            </a:r>
          </a:p>
          <a:p>
            <a:pPr marL="1866900" lvl="3" indent="-609600" eaLnBrk="1" hangingPunct="1">
              <a:buFontTx/>
              <a:buAutoNum type="alphaLcParenR"/>
            </a:pPr>
            <a:r>
              <a:rPr lang="fr-CA" altLang="fr-FR" sz="3200"/>
              <a:t>Moulage de la planche</a:t>
            </a:r>
          </a:p>
          <a:p>
            <a:pPr marL="1866900" lvl="3" indent="-609600" eaLnBrk="1" hangingPunct="1">
              <a:buFontTx/>
              <a:buAutoNum type="alphaLcParenR"/>
            </a:pPr>
            <a:r>
              <a:rPr lang="fr-CA" altLang="fr-FR" sz="3200"/>
              <a:t>Dessin de la planche</a:t>
            </a:r>
          </a:p>
        </p:txBody>
      </p:sp>
      <p:sp useBgFill="1">
        <p:nvSpPr>
          <p:cNvPr id="40" name="Rectangle 8">
            <a:extLst>
              <a:ext uri="{FF2B5EF4-FFF2-40B4-BE49-F238E27FC236}">
                <a16:creationId xmlns:a16="http://schemas.microsoft.com/office/drawing/2014/main" id="{6313A471-9618-8AD6-1108-B1297CCE32C0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11</a:t>
            </a:r>
          </a:p>
        </p:txBody>
      </p:sp>
      <p:pic>
        <p:nvPicPr>
          <p:cNvPr id="104" name="Picture 49">
            <a:hlinkClick r:id="" action="ppaction://media"/>
            <a:extLst>
              <a:ext uri="{FF2B5EF4-FFF2-40B4-BE49-F238E27FC236}">
                <a16:creationId xmlns:a16="http://schemas.microsoft.com/office/drawing/2014/main" id="{15D80BD8-06D6-2185-FCF9-CABAB04566FB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50">
            <a:hlinkClick r:id="" action="ppaction://media"/>
            <a:extLst>
              <a:ext uri="{FF2B5EF4-FFF2-40B4-BE49-F238E27FC236}">
                <a16:creationId xmlns:a16="http://schemas.microsoft.com/office/drawing/2014/main" id="{5E3BE9F2-AF7F-6970-9701-24B77C1AD301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Oval 40">
            <a:extLst>
              <a:ext uri="{FF2B5EF4-FFF2-40B4-BE49-F238E27FC236}">
                <a16:creationId xmlns:a16="http://schemas.microsoft.com/office/drawing/2014/main" id="{A5FD2683-E4CE-F777-4210-D26B1A01029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5106386A-780E-291B-1C6C-95CD3876513E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4EEE8B58-B07C-24F6-D208-592A06A65E63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EECC58F8-F867-F39A-77A1-28AF5FA42C3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1309384D-3BF2-FB3E-F9C0-84D71849D374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F0754AEC-3BA8-7DCF-F6CB-F3190FD2B6F1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877B5E6C-1C3C-6A35-B92C-A7120502B261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04D86F81-D66F-D5DF-8FFA-B1A42D089B52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CC2CF518-ED2C-E0C0-EC91-A6C1BB780F4E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65A75986-CBAA-32A6-4CB1-E60C998A25D9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5E893A16-41E2-2D40-3680-3266C1AD3854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D9C6B157-1159-1DF9-5244-B43488EE99B9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D41ACA60-63D7-8D6A-ACB6-FFE4B3B07E2A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4AB50DA0-5C14-DD1B-A63F-F457F74970C1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7C141D4F-9BD4-311A-DD7C-C54220C15CA0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B0282D01-7FD6-A111-3333-0C3A06374CAF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4FFFF13F-A853-E84E-F4D6-E18584EF11D5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D16E6C06-DF4B-6088-F069-3E7F2866C582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A5D4E4BA-A528-AAB3-401D-E3A0D25534FC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25" name="Oval 40">
            <a:extLst>
              <a:ext uri="{FF2B5EF4-FFF2-40B4-BE49-F238E27FC236}">
                <a16:creationId xmlns:a16="http://schemas.microsoft.com/office/drawing/2014/main" id="{2E4CAB53-D520-2ADF-C5D8-8E7C88F1EEE1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26" name="Oval 40">
            <a:extLst>
              <a:ext uri="{FF2B5EF4-FFF2-40B4-BE49-F238E27FC236}">
                <a16:creationId xmlns:a16="http://schemas.microsoft.com/office/drawing/2014/main" id="{5F58B478-D7B1-59F3-17AD-5DF95628680F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27" name="Oval 40">
            <a:extLst>
              <a:ext uri="{FF2B5EF4-FFF2-40B4-BE49-F238E27FC236}">
                <a16:creationId xmlns:a16="http://schemas.microsoft.com/office/drawing/2014/main" id="{6444D0E9-8637-AE98-266E-F97884125D0D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28" name="Oval 40">
            <a:extLst>
              <a:ext uri="{FF2B5EF4-FFF2-40B4-BE49-F238E27FC236}">
                <a16:creationId xmlns:a16="http://schemas.microsoft.com/office/drawing/2014/main" id="{726DD4DF-E110-8BF4-465D-233096F541AA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29" name="Oval 40">
            <a:extLst>
              <a:ext uri="{FF2B5EF4-FFF2-40B4-BE49-F238E27FC236}">
                <a16:creationId xmlns:a16="http://schemas.microsoft.com/office/drawing/2014/main" id="{260C8DD9-B55B-8967-CD58-7E51B86F28F7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30" name="Oval 40">
            <a:extLst>
              <a:ext uri="{FF2B5EF4-FFF2-40B4-BE49-F238E27FC236}">
                <a16:creationId xmlns:a16="http://schemas.microsoft.com/office/drawing/2014/main" id="{97591B40-7291-77F6-36F7-8FC15F18503D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31" name="Oval 40">
            <a:extLst>
              <a:ext uri="{FF2B5EF4-FFF2-40B4-BE49-F238E27FC236}">
                <a16:creationId xmlns:a16="http://schemas.microsoft.com/office/drawing/2014/main" id="{3F956656-62BC-876A-6E3B-4AE6C79D557B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32" name="Oval 40">
            <a:extLst>
              <a:ext uri="{FF2B5EF4-FFF2-40B4-BE49-F238E27FC236}">
                <a16:creationId xmlns:a16="http://schemas.microsoft.com/office/drawing/2014/main" id="{D09B3AA0-8779-3EDC-24F4-CD7072BE8BB7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33" name="Oval 40">
            <a:extLst>
              <a:ext uri="{FF2B5EF4-FFF2-40B4-BE49-F238E27FC236}">
                <a16:creationId xmlns:a16="http://schemas.microsoft.com/office/drawing/2014/main" id="{BA52A2FF-2B3E-DB80-4514-4967E4BA49F7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34" name="Oval 40">
            <a:extLst>
              <a:ext uri="{FF2B5EF4-FFF2-40B4-BE49-F238E27FC236}">
                <a16:creationId xmlns:a16="http://schemas.microsoft.com/office/drawing/2014/main" id="{BD51181B-86DB-CE08-3F52-B813D52F44DB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35" name="Oval 40">
            <a:extLst>
              <a:ext uri="{FF2B5EF4-FFF2-40B4-BE49-F238E27FC236}">
                <a16:creationId xmlns:a16="http://schemas.microsoft.com/office/drawing/2014/main" id="{CF5B1249-7BD0-889D-FABD-ADDA4F88E54E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36" name="Oval 40">
            <a:extLst>
              <a:ext uri="{FF2B5EF4-FFF2-40B4-BE49-F238E27FC236}">
                <a16:creationId xmlns:a16="http://schemas.microsoft.com/office/drawing/2014/main" id="{F444C45F-17EC-F52C-2E10-605F24FDC6C7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1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961D2896-C571-7229-CB4B-F202114E3070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2" dur="1490" fill="hold"/>
                                        <p:tgtEl>
                                          <p:spTgt spid="1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2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31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2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3991"/>
                            </p:stCondLst>
                            <p:childTnLst>
                              <p:par>
                                <p:cTn id="114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5" dur="1867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6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7" fill="hold" nodeType="clickPar">
                      <p:stCondLst>
                        <p:cond delay="0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0" dur="1867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audio>
              <p:cMediaNode>
                <p:cTn id="1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"/>
                </p:tgtEl>
              </p:cMediaNode>
            </p:audio>
            <p:audio>
              <p:cMediaNode>
                <p:cTn id="122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"/>
                </p:tgtEl>
              </p:cMediaNode>
            </p:audio>
          </p:childTnLst>
        </p:cTn>
      </p:par>
    </p:tnLst>
    <p:bldLst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7" descr="C:\Documents and Settings\LetourneauA\Local Settings\Temporary Internet Files\Content.IE5\EWQZKHBY\MPj04307190000[1].jpg">
            <a:extLst>
              <a:ext uri="{FF2B5EF4-FFF2-40B4-BE49-F238E27FC236}">
                <a16:creationId xmlns:a16="http://schemas.microsoft.com/office/drawing/2014/main" id="{7CB0D5C3-BB2C-6BDB-22D3-A659A33FE53E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8" cstate="print">
            <a:lum bright="20000" contrast="14000"/>
          </a:blip>
          <a:srcRect t="22726" r="22765"/>
          <a:stretch>
            <a:fillRect/>
          </a:stretch>
        </p:blipFill>
        <p:spPr bwMode="auto">
          <a:xfrm>
            <a:off x="6643688" y="2928934"/>
            <a:ext cx="2428875" cy="364331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5843" name="Rectangle 2">
            <a:extLst>
              <a:ext uri="{FF2B5EF4-FFF2-40B4-BE49-F238E27FC236}">
                <a16:creationId xmlns:a16="http://schemas.microsoft.com/office/drawing/2014/main" id="{55B23B28-6193-4A36-304C-081452CD532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28625" y="214313"/>
            <a:ext cx="8229600" cy="1143000"/>
          </a:xfrm>
        </p:spPr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76FAB863-19FD-4A2B-DA6D-38FD0DA65BA6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357188" y="2117725"/>
            <a:ext cx="6429375" cy="3168650"/>
          </a:xfrm>
        </p:spPr>
        <p:txBody>
          <a:bodyPr/>
          <a:lstStyle/>
          <a:p>
            <a:pPr marL="609600" indent="-609600" eaLnBrk="1" hangingPunct="1">
              <a:buFontTx/>
              <a:buNone/>
              <a:defRPr/>
            </a:pPr>
            <a:r>
              <a:rPr lang="fr-CA" sz="3600" dirty="0">
                <a:solidFill>
                  <a:srgbClr val="C00000"/>
                </a:solidFill>
              </a:rPr>
              <a:t>d)</a:t>
            </a:r>
            <a:r>
              <a:rPr lang="fr-CA" sz="3600" dirty="0"/>
              <a:t> Dessin de la planche</a:t>
            </a:r>
          </a:p>
          <a:p>
            <a:pPr marL="449263" indent="-449263" eaLnBrk="1" hangingPunct="1">
              <a:buFontTx/>
              <a:buNone/>
              <a:defRPr/>
            </a:pPr>
            <a:r>
              <a:rPr lang="fr-CA" sz="3600" dirty="0">
                <a:solidFill>
                  <a:srgbClr val="C00000"/>
                </a:solidFill>
              </a:rPr>
              <a:t>c)</a:t>
            </a:r>
            <a:r>
              <a:rPr lang="fr-CA" sz="3600" dirty="0"/>
              <a:t> Moulage de la planche </a:t>
            </a:r>
          </a:p>
          <a:p>
            <a:pPr marL="4478338" indent="-4478338" eaLnBrk="1" hangingPunct="1">
              <a:buFontTx/>
              <a:buNone/>
              <a:defRPr/>
            </a:pPr>
            <a:r>
              <a:rPr lang="fr-CA" sz="3600" dirty="0">
                <a:solidFill>
                  <a:srgbClr val="C00000"/>
                </a:solidFill>
              </a:rPr>
              <a:t>a)</a:t>
            </a:r>
            <a:r>
              <a:rPr lang="fr-CA" sz="3600" dirty="0"/>
              <a:t> Usinage des roues </a:t>
            </a:r>
          </a:p>
          <a:p>
            <a:pPr marL="609600" indent="-609600" eaLnBrk="1" hangingPunct="1">
              <a:buFontTx/>
              <a:buNone/>
              <a:defRPr/>
            </a:pPr>
            <a:r>
              <a:rPr lang="fr-CA" sz="3600" dirty="0">
                <a:solidFill>
                  <a:srgbClr val="C00000"/>
                </a:solidFill>
              </a:rPr>
              <a:t>b)</a:t>
            </a:r>
            <a:r>
              <a:rPr lang="fr-CA" sz="3600" dirty="0"/>
              <a:t> Lancement de la production  </a:t>
            </a:r>
          </a:p>
          <a:p>
            <a:pPr marL="449263" indent="-449263" eaLnBrk="1" hangingPunct="1">
              <a:buFontTx/>
              <a:buNone/>
              <a:defRPr/>
            </a:pPr>
            <a:r>
              <a:rPr lang="fr-CA" dirty="0"/>
              <a:t>	</a:t>
            </a:r>
          </a:p>
          <a:p>
            <a:pPr marL="609600" indent="-609600" eaLnBrk="1" hangingPunct="1">
              <a:buFontTx/>
              <a:buNone/>
              <a:defRPr/>
            </a:pPr>
            <a:endParaRPr lang="fr-CA" dirty="0"/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9C47C4B2-093F-AE8F-DAD1-40CA903B7AB7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11</a:t>
            </a:r>
          </a:p>
        </p:txBody>
      </p:sp>
      <p:sp useBgFill="1">
        <p:nvSpPr>
          <p:cNvPr id="9" name="AutoShape 7">
            <a:hlinkClick r:id="rId9" action="ppaction://hlinksldjump"/>
            <a:extLst>
              <a:ext uri="{FF2B5EF4-FFF2-40B4-BE49-F238E27FC236}">
                <a16:creationId xmlns:a16="http://schemas.microsoft.com/office/drawing/2014/main" id="{38522959-7662-03EA-100F-F73CE9532587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91114C33-99F8-FDE8-3F05-0339CA50490F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57188" y="2143125"/>
            <a:ext cx="6429375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defRPr/>
            </a:pPr>
            <a:r>
              <a:rPr lang="fr-CA" sz="3600" kern="0" dirty="0">
                <a:solidFill>
                  <a:srgbClr val="C00000"/>
                </a:solidFill>
                <a:latin typeface="+mn-lt"/>
              </a:rPr>
              <a:t>d)</a:t>
            </a:r>
            <a:r>
              <a:rPr lang="fr-CA" sz="3600" kern="0" dirty="0">
                <a:latin typeface="+mn-lt"/>
              </a:rPr>
              <a:t> Dessin industriel</a:t>
            </a:r>
          </a:p>
          <a:p>
            <a:pPr marL="449263" indent="-449263">
              <a:spcBef>
                <a:spcPct val="20000"/>
              </a:spcBef>
              <a:defRPr/>
            </a:pPr>
            <a:r>
              <a:rPr lang="fr-CA" sz="3600" kern="0" dirty="0">
                <a:solidFill>
                  <a:srgbClr val="C00000"/>
                </a:solidFill>
                <a:latin typeface="+mn-lt"/>
              </a:rPr>
              <a:t>c)</a:t>
            </a:r>
            <a:r>
              <a:rPr lang="fr-CA" sz="3600" kern="0" dirty="0">
                <a:latin typeface="+mn-lt"/>
              </a:rPr>
              <a:t> Conduite et réglage de machines à mouler</a:t>
            </a:r>
          </a:p>
          <a:p>
            <a:pPr marL="4478338" indent="-4478338">
              <a:spcBef>
                <a:spcPct val="20000"/>
              </a:spcBef>
              <a:defRPr/>
            </a:pPr>
            <a:r>
              <a:rPr lang="fr-CA" sz="3600" kern="0" dirty="0">
                <a:solidFill>
                  <a:srgbClr val="B43C00"/>
                </a:solidFill>
                <a:latin typeface="+mn-lt"/>
              </a:rPr>
              <a:t>a)</a:t>
            </a:r>
            <a:r>
              <a:rPr lang="fr-CA" sz="3600" kern="0" dirty="0">
                <a:solidFill>
                  <a:srgbClr val="D66520"/>
                </a:solidFill>
                <a:latin typeface="+mn-lt"/>
              </a:rPr>
              <a:t> </a:t>
            </a:r>
            <a:r>
              <a:rPr lang="fr-CA" sz="3600" kern="0" dirty="0">
                <a:latin typeface="+mn-lt"/>
              </a:rPr>
              <a:t>Techniques d’usinage</a:t>
            </a:r>
          </a:p>
          <a:p>
            <a:pPr marL="457200" indent="-457200">
              <a:spcBef>
                <a:spcPct val="20000"/>
              </a:spcBef>
              <a:defRPr/>
            </a:pPr>
            <a:r>
              <a:rPr lang="fr-CA" sz="3600" kern="0" dirty="0">
                <a:solidFill>
                  <a:srgbClr val="B43C00"/>
                </a:solidFill>
                <a:latin typeface="+mn-lt"/>
              </a:rPr>
              <a:t>b) </a:t>
            </a:r>
            <a:r>
              <a:rPr lang="fr-CA" sz="3600" kern="0" dirty="0">
                <a:latin typeface="+mn-lt"/>
              </a:rPr>
              <a:t>Opération d’équipements de production</a:t>
            </a:r>
          </a:p>
          <a:p>
            <a:pPr marL="449263" indent="-449263">
              <a:spcBef>
                <a:spcPct val="20000"/>
              </a:spcBef>
              <a:defRPr/>
            </a:pPr>
            <a:r>
              <a:rPr lang="fr-CA" sz="3200" kern="0" dirty="0">
                <a:latin typeface="+mn-lt"/>
              </a:rPr>
              <a:t>	</a:t>
            </a:r>
          </a:p>
          <a:p>
            <a:pPr marL="609600" indent="-609600">
              <a:spcBef>
                <a:spcPct val="20000"/>
              </a:spcBef>
              <a:defRPr/>
            </a:pPr>
            <a:endParaRPr lang="fr-CA" sz="3200" kern="0" dirty="0">
              <a:latin typeface="+mn-lt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D41FF7-B023-EFC9-DE8A-70A261BEAAE4}"/>
              </a:ext>
            </a:extLst>
          </p:cNvPr>
          <p:cNvSpPr txBox="1"/>
          <p:nvPr/>
        </p:nvSpPr>
        <p:spPr>
          <a:xfrm>
            <a:off x="500063" y="1285875"/>
            <a:ext cx="6500812" cy="646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3600" dirty="0">
                <a:latin typeface="+mn-lt"/>
              </a:rPr>
              <a:t>Les DEP associés à ces étapes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5" presetID="2" presetClass="exit" presetSubtype="4" fill="hold" nodeType="after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4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4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45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49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53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57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61" presetID="1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DBA2C0E9-FFBB-8234-00EC-85525B7E67E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6869" name="Rectangle 2">
            <a:extLst>
              <a:ext uri="{FF2B5EF4-FFF2-40B4-BE49-F238E27FC236}">
                <a16:creationId xmlns:a16="http://schemas.microsoft.com/office/drawing/2014/main" id="{8304BC63-7C8E-50C5-4E24-39797AB6035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Foresterie et papier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D461F43D-8E16-3CA8-3142-73C10BCCC65D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258204" cy="4525963"/>
          </a:xfrm>
          <a:ln>
            <a:miter lim="800000"/>
            <a:headEnd/>
            <a:tailEnd/>
          </a:ln>
        </p:spPr>
        <p:txBody>
          <a:bodyPr/>
          <a:lstStyle/>
          <a:p>
            <a:pPr marL="609600" indent="-609600" algn="ctr" eaLnBrk="1" hangingPunct="1">
              <a:buFontTx/>
              <a:buNone/>
              <a:defRPr/>
            </a:pPr>
            <a:r>
              <a:rPr lang="fr-CA" dirty="0"/>
              <a:t>Combien faut-il planter d’arbres pour </a:t>
            </a:r>
          </a:p>
          <a:p>
            <a:pPr marL="609600" indent="-609600" algn="ctr" eaLnBrk="1" hangingPunct="1">
              <a:buFontTx/>
              <a:buNone/>
              <a:defRPr/>
            </a:pPr>
            <a:r>
              <a:rPr lang="fr-CA" dirty="0"/>
              <a:t>éliminer 1000 tonnes de carbone (CO</a:t>
            </a:r>
            <a:r>
              <a:rPr lang="fr-CA" baseline="-25000" dirty="0"/>
              <a:t>2</a:t>
            </a:r>
            <a:r>
              <a:rPr lang="fr-CA" dirty="0"/>
              <a:t>)</a:t>
            </a:r>
          </a:p>
          <a:p>
            <a:pPr marL="609600" indent="-609600" eaLnBrk="1" hangingPunct="1">
              <a:buFontTx/>
              <a:buNone/>
              <a:defRPr/>
            </a:pPr>
            <a:endParaRPr lang="fr-CA" dirty="0"/>
          </a:p>
          <a:p>
            <a:pPr marL="3695700" lvl="7" indent="-609600">
              <a:buFontTx/>
              <a:buAutoNum type="alphaLcParenR"/>
              <a:defRPr/>
            </a:pPr>
            <a:r>
              <a:rPr lang="fr-CA" sz="3600" dirty="0"/>
              <a:t>   500</a:t>
            </a:r>
          </a:p>
          <a:p>
            <a:pPr marL="3695700" lvl="7" indent="-609600">
              <a:buFontTx/>
              <a:buAutoNum type="alphaLcParenR"/>
              <a:defRPr/>
            </a:pPr>
            <a:r>
              <a:rPr lang="fr-CA" sz="3600" dirty="0"/>
              <a:t>1 000</a:t>
            </a:r>
          </a:p>
          <a:p>
            <a:pPr marL="3695700" lvl="7" indent="-609600">
              <a:buFontTx/>
              <a:buAutoNum type="alphaLcParenR"/>
              <a:defRPr/>
            </a:pPr>
            <a:r>
              <a:rPr lang="fr-CA" sz="3600" dirty="0"/>
              <a:t>3 000</a:t>
            </a:r>
          </a:p>
          <a:p>
            <a:pPr marL="3695700" lvl="7" indent="-609600">
              <a:buFontTx/>
              <a:buAutoNum type="alphaLcParenR"/>
              <a:defRPr/>
            </a:pPr>
            <a:r>
              <a:rPr lang="fr-CA" sz="3600" dirty="0"/>
              <a:t>5 000</a:t>
            </a:r>
          </a:p>
        </p:txBody>
      </p:sp>
      <p:sp useBgFill="1">
        <p:nvSpPr>
          <p:cNvPr id="72" name="Rectangle 8">
            <a:extLst>
              <a:ext uri="{FF2B5EF4-FFF2-40B4-BE49-F238E27FC236}">
                <a16:creationId xmlns:a16="http://schemas.microsoft.com/office/drawing/2014/main" id="{0C6A6032-3B65-0049-E237-CDCD8373180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12</a:t>
            </a:r>
          </a:p>
        </p:txBody>
      </p:sp>
      <p:pic>
        <p:nvPicPr>
          <p:cNvPr id="73" name="Picture 49">
            <a:hlinkClick r:id="" action="ppaction://media"/>
            <a:extLst>
              <a:ext uri="{FF2B5EF4-FFF2-40B4-BE49-F238E27FC236}">
                <a16:creationId xmlns:a16="http://schemas.microsoft.com/office/drawing/2014/main" id="{865C5CF9-F401-B847-A712-B615C0BE7B91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50">
            <a:hlinkClick r:id="" action="ppaction://media"/>
            <a:extLst>
              <a:ext uri="{FF2B5EF4-FFF2-40B4-BE49-F238E27FC236}">
                <a16:creationId xmlns:a16="http://schemas.microsoft.com/office/drawing/2014/main" id="{CE69DEE8-AEC0-EFC6-6C67-474854DE2EAF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Oval 40">
            <a:extLst>
              <a:ext uri="{FF2B5EF4-FFF2-40B4-BE49-F238E27FC236}">
                <a16:creationId xmlns:a16="http://schemas.microsoft.com/office/drawing/2014/main" id="{4B770622-1DCC-D2BC-3988-2DC1BC138EFB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7098572D-5C91-DEE5-C1B4-3F51829495F4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C913CCA4-DB30-7E08-8F5B-0568CE42F3D3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8AD4CF16-4271-FA02-6202-917A80E85B2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BB297C66-7A43-F144-4146-5DFE1DE2E579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4B468BD1-B8C8-20FE-D56A-DB1C7731B5E6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87A09880-0AD3-2D36-00D5-4CD9D171FA79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C901EE21-8631-2DFF-FDCF-A8AC18A37D76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3957270A-EB46-8D8A-3D87-7AA5E4844D50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003FC480-2EE4-4791-9DBF-A07A54480570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DDFF7548-693F-946A-9C12-8625CC88C9D9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C567EB79-D33F-4A43-37CE-F8821FE26737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EC26D256-219A-A426-5B1B-962DF74A1CF2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09E7D07E-5085-9261-BAAC-7A411360DA39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EB501F65-B823-2122-0077-77BD778200E1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C5758240-A069-8122-3B9C-11DCAB44C74D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53267B97-4CAD-1A4B-146C-985283A68F03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9AEF8022-E3F7-65AD-EF6C-1437A802F169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B4964CE2-5C56-11DF-0EC2-E3F5A501596E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F7061811-EEDD-1CA5-A2D0-185631D7CAC5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005CC31C-D659-E5EA-03A3-D28C28413C8A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9E1E92FD-3496-7AB2-D85F-D34AF11A99E4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1C423AAB-1BCB-D2A6-7B25-2CF2576AAE94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5EE3418F-091E-48D1-4870-21820F9556F7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257165F2-4FBC-E2F6-7FB5-8633781B8691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92A6C828-F2B7-42AE-1ACD-9522D557A991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33F79FF8-008C-9B51-D274-D748E0FF9658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01F83532-450B-A799-2690-E35F8E7868CA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C2142022-CDC4-F545-A00E-69BFD45615EB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3A6709ED-441E-FACB-3DA6-6B44320BE650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54443BC9-18BA-6ECA-01E8-AB0B0AA03EE2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6715125" y="3857625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1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F96E9E34-7EEA-1C99-B9B4-407B2BEF8E6A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98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 nodeType="clickPar">
                      <p:stCondLst>
                        <p:cond delay="0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audio>
              <p:cMediaNode>
                <p:cTn id="10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  <p:audio>
              <p:cMediaNode>
                <p:cTn id="10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</p:childTnLst>
        </p:cTn>
      </p:par>
    </p:tnLst>
    <p:bldLst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gaz-a-effet-de-serre.jpg">
            <a:extLst>
              <a:ext uri="{FF2B5EF4-FFF2-40B4-BE49-F238E27FC236}">
                <a16:creationId xmlns:a16="http://schemas.microsoft.com/office/drawing/2014/main" id="{4779AC58-4DA7-4665-1AD8-BEA7C8EC1B2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 cstate="print">
            <a:lum bright="20000" contrast="-30000"/>
          </a:blip>
          <a:srcRect/>
          <a:stretch>
            <a:fillRect/>
          </a:stretch>
        </p:blipFill>
        <p:spPr bwMode="auto">
          <a:xfrm>
            <a:off x="1500188" y="1428750"/>
            <a:ext cx="6000750" cy="450056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7891" name="Rectangle 2">
            <a:extLst>
              <a:ext uri="{FF2B5EF4-FFF2-40B4-BE49-F238E27FC236}">
                <a16:creationId xmlns:a16="http://schemas.microsoft.com/office/drawing/2014/main" id="{19C1FECA-A82B-7C4E-A488-DC6C1264B16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DA5886C1-6F0A-86C5-4E2A-CE498659388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3492500" y="1600200"/>
            <a:ext cx="3106738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endParaRPr lang="fr-CA" altLang="fr-FR"/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 sz="3600" b="1"/>
              <a:t>  500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 sz="3600" b="1"/>
              <a:t>1 000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 sz="3600" b="1"/>
              <a:t>3 000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 sz="3600" b="1">
                <a:solidFill>
                  <a:srgbClr val="E81818"/>
                </a:solidFill>
              </a:rPr>
              <a:t>5 000</a:t>
            </a: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C3017538-D6F8-548B-A741-28AFA91CD0E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09575" y="61071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12</a:t>
            </a:r>
          </a:p>
        </p:txBody>
      </p:sp>
      <p:sp useBgFill="1">
        <p:nvSpPr>
          <p:cNvPr id="7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1F131453-6BB0-B480-771B-B0AFDF72F45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800" decel="100000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800" decel="100000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800" decel="100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20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FEBED946-6CA0-842A-A601-5C283F6D15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8917" name="Rectangle 2">
            <a:extLst>
              <a:ext uri="{FF2B5EF4-FFF2-40B4-BE49-F238E27FC236}">
                <a16:creationId xmlns:a16="http://schemas.microsoft.com/office/drawing/2014/main" id="{B9770584-2137-E210-CBC9-8A46A0AA9CD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Foresterie et papier</a:t>
            </a: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668D7EBF-9097-B61F-2C12-1EA1D18AB589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7829550" cy="4525963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fr-CA" altLang="fr-FR" sz="3600"/>
              <a:t>Voici quelques DEP de ce secteur : </a:t>
            </a:r>
          </a:p>
          <a:p>
            <a:pPr marL="609600" indent="-609600" eaLnBrk="1" hangingPunct="1"/>
            <a:r>
              <a:rPr lang="fr-CA" altLang="fr-FR" sz="3600"/>
              <a:t>Abattage et façonnage des bois</a:t>
            </a:r>
          </a:p>
          <a:p>
            <a:pPr marL="609600" indent="-609600" eaLnBrk="1" hangingPunct="1"/>
            <a:r>
              <a:rPr lang="fr-CA" altLang="fr-FR" sz="3600"/>
              <a:t>Abattage manuel et débardage forestier</a:t>
            </a:r>
          </a:p>
          <a:p>
            <a:pPr marL="609600" indent="-609600" eaLnBrk="1" hangingPunct="1"/>
            <a:r>
              <a:rPr lang="fr-CA" altLang="fr-FR" sz="3600"/>
              <a:t>Affûtage</a:t>
            </a:r>
          </a:p>
          <a:p>
            <a:pPr marL="609600" indent="-609600" eaLnBrk="1" hangingPunct="1"/>
            <a:r>
              <a:rPr lang="fr-CA" altLang="fr-FR" sz="3600"/>
              <a:t>Classement des bois débités</a:t>
            </a:r>
          </a:p>
          <a:p>
            <a:pPr marL="609600" indent="-609600" eaLnBrk="1" hangingPunct="1"/>
            <a:r>
              <a:rPr lang="fr-CA" altLang="fr-FR" sz="3600"/>
              <a:t>Pâtes et papiers - Opérations</a:t>
            </a:r>
          </a:p>
          <a:p>
            <a:pPr marL="609600" indent="-609600" algn="ctr" eaLnBrk="1" hangingPunct="1">
              <a:buFontTx/>
              <a:buNone/>
            </a:pPr>
            <a:endParaRPr lang="fr-CA" altLang="fr-FR" sz="3600"/>
          </a:p>
        </p:txBody>
      </p:sp>
      <p:sp useBgFill="1">
        <p:nvSpPr>
          <p:cNvPr id="72" name="Rectangle 8">
            <a:extLst>
              <a:ext uri="{FF2B5EF4-FFF2-40B4-BE49-F238E27FC236}">
                <a16:creationId xmlns:a16="http://schemas.microsoft.com/office/drawing/2014/main" id="{78834A24-709B-C22C-F9EE-12E7F1F9F3F0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6211909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12</a:t>
            </a:r>
          </a:p>
        </p:txBody>
      </p:sp>
      <p:sp useBgFill="1">
        <p:nvSpPr>
          <p:cNvPr id="40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19CE4D2D-539D-EF8D-0681-26AD5CBAC8C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2EB53C97-A600-1388-DE0E-2E33A17A8C4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71500" y="3429010"/>
            <a:ext cx="8001000" cy="1500188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9D9B2E24-F03E-A94A-65D5-10A214190708}"/>
              </a:ext>
            </a:extLst>
          </p:cNvPr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>
          <a:xfrm>
            <a:off x="685800" y="3387725"/>
            <a:ext cx="7486650" cy="1470025"/>
          </a:xfrm>
        </p:spPr>
        <p:txBody>
          <a:bodyPr/>
          <a:lstStyle/>
          <a:p>
            <a:pPr eaLnBrk="1" hangingPunct="1"/>
            <a:r>
              <a:rPr lang="fr-CA" altLang="fr-FR"/>
              <a:t>IAOIOMTNMCNUC </a:t>
            </a:r>
            <a:r>
              <a:rPr lang="fr-CA" altLang="fr-FR">
                <a:solidFill>
                  <a:schemeClr val="tx1"/>
                </a:solidFill>
              </a:rPr>
              <a:t>et</a:t>
            </a:r>
            <a:r>
              <a:rPr lang="fr-CA" altLang="fr-FR"/>
              <a:t> CUENMODATNOIT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F028D6E7-52FF-C685-FED3-E0539C7AE369}"/>
              </a:ext>
            </a:extLst>
          </p:cNvPr>
          <p:cNvSpPr>
            <a:spLocks noGrp="1" noChangeArrowheads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28625" y="357188"/>
            <a:ext cx="8072438" cy="2071687"/>
          </a:xfrm>
        </p:spPr>
        <p:txBody>
          <a:bodyPr/>
          <a:lstStyle/>
          <a:p>
            <a:pPr eaLnBrk="1" hangingPunct="1"/>
            <a:r>
              <a:rPr lang="fr-CA" altLang="fr-FR" sz="4000"/>
              <a:t>Mettre en ordre les lettres pour trouver le nom du secteur: </a:t>
            </a:r>
          </a:p>
        </p:txBody>
      </p:sp>
      <p:sp useBgFill="1">
        <p:nvSpPr>
          <p:cNvPr id="71" name="Rectangle 8">
            <a:extLst>
              <a:ext uri="{FF2B5EF4-FFF2-40B4-BE49-F238E27FC236}">
                <a16:creationId xmlns:a16="http://schemas.microsoft.com/office/drawing/2014/main" id="{864FD775-57EB-9A93-E0E6-C8E5143C9A04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13</a:t>
            </a:r>
          </a:p>
        </p:txBody>
      </p:sp>
      <p:pic>
        <p:nvPicPr>
          <p:cNvPr id="106" name="Picture 49">
            <a:hlinkClick r:id="" action="ppaction://media"/>
            <a:extLst>
              <a:ext uri="{FF2B5EF4-FFF2-40B4-BE49-F238E27FC236}">
                <a16:creationId xmlns:a16="http://schemas.microsoft.com/office/drawing/2014/main" id="{D000A193-5050-F7AF-4D89-E5CF61AF546A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" name="Picture 50">
            <a:hlinkClick r:id="" action="ppaction://media"/>
            <a:extLst>
              <a:ext uri="{FF2B5EF4-FFF2-40B4-BE49-F238E27FC236}">
                <a16:creationId xmlns:a16="http://schemas.microsoft.com/office/drawing/2014/main" id="{059852E5-79A7-F465-1613-0D90DDE713A4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8" name="Oval 40">
            <a:extLst>
              <a:ext uri="{FF2B5EF4-FFF2-40B4-BE49-F238E27FC236}">
                <a16:creationId xmlns:a16="http://schemas.microsoft.com/office/drawing/2014/main" id="{87EBD48E-D9A8-0239-9E96-92CA06E8EDFD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AAB2874F-BB0B-A065-A1FE-104E88E2B00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772A2044-6A48-CA81-3DB5-43D360823020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C3E194DE-D50E-D3EA-E766-17A081B27121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4FBAD0EB-C595-D1EE-287D-F65B76424828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A2D2F45F-EA90-E1CD-C948-4898D9E5A5B0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1E44D7AE-D35B-5C0C-AF2D-5B69A9532E22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31ED33D3-901F-FE3C-F668-8BA552378AF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A553E99F-F8EB-DC4A-82FE-148B5E480395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8CA91E56-1BEF-B3AA-A761-D6BAA144AE6E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28264BD0-7934-5A5A-F5DF-61D955D61698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AFB5B666-3F78-27C9-2D12-E5535712FBB0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4EC6B980-C967-7685-26CD-509C3EE35D7A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93DF8B22-B9A2-99B4-43EA-6D4731AF8009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DD78F04C-2153-580C-4920-DD3A03867C80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7C147D7B-3A3B-E1DC-B1E5-3B585978A758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A1A926A8-A17E-ED75-4C33-ECF21A38B3F0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125" name="Oval 40">
            <a:extLst>
              <a:ext uri="{FF2B5EF4-FFF2-40B4-BE49-F238E27FC236}">
                <a16:creationId xmlns:a16="http://schemas.microsoft.com/office/drawing/2014/main" id="{05FB2835-19D1-211E-6910-204261DB37D1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126" name="Oval 40">
            <a:extLst>
              <a:ext uri="{FF2B5EF4-FFF2-40B4-BE49-F238E27FC236}">
                <a16:creationId xmlns:a16="http://schemas.microsoft.com/office/drawing/2014/main" id="{AE222E5A-65EA-1DA4-8386-0AF32F1A0863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27" name="Oval 40">
            <a:extLst>
              <a:ext uri="{FF2B5EF4-FFF2-40B4-BE49-F238E27FC236}">
                <a16:creationId xmlns:a16="http://schemas.microsoft.com/office/drawing/2014/main" id="{FD7EC3BB-FD0E-E591-CD86-0CFF9CDA8A9A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28" name="Oval 40">
            <a:extLst>
              <a:ext uri="{FF2B5EF4-FFF2-40B4-BE49-F238E27FC236}">
                <a16:creationId xmlns:a16="http://schemas.microsoft.com/office/drawing/2014/main" id="{1D449155-394B-F568-8024-529F56005DE5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29" name="Oval 40">
            <a:extLst>
              <a:ext uri="{FF2B5EF4-FFF2-40B4-BE49-F238E27FC236}">
                <a16:creationId xmlns:a16="http://schemas.microsoft.com/office/drawing/2014/main" id="{A1956A81-088B-C2CD-7742-F336D0537938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30" name="Oval 40">
            <a:extLst>
              <a:ext uri="{FF2B5EF4-FFF2-40B4-BE49-F238E27FC236}">
                <a16:creationId xmlns:a16="http://schemas.microsoft.com/office/drawing/2014/main" id="{E96D39B1-1268-5440-FBB8-967B69556A44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31" name="Oval 40">
            <a:extLst>
              <a:ext uri="{FF2B5EF4-FFF2-40B4-BE49-F238E27FC236}">
                <a16:creationId xmlns:a16="http://schemas.microsoft.com/office/drawing/2014/main" id="{D514F170-7861-4811-570C-DA0A69C4B3D5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32" name="Oval 40">
            <a:extLst>
              <a:ext uri="{FF2B5EF4-FFF2-40B4-BE49-F238E27FC236}">
                <a16:creationId xmlns:a16="http://schemas.microsoft.com/office/drawing/2014/main" id="{EA53EC92-BF82-F0D2-7982-9EC4C0A48F95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33" name="Oval 40">
            <a:extLst>
              <a:ext uri="{FF2B5EF4-FFF2-40B4-BE49-F238E27FC236}">
                <a16:creationId xmlns:a16="http://schemas.microsoft.com/office/drawing/2014/main" id="{CA34CF52-FC74-714C-5B77-E5A637532D63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34" name="Oval 40">
            <a:extLst>
              <a:ext uri="{FF2B5EF4-FFF2-40B4-BE49-F238E27FC236}">
                <a16:creationId xmlns:a16="http://schemas.microsoft.com/office/drawing/2014/main" id="{8AE8D005-24EC-BAF6-D779-6C4E1CC984C7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35" name="Oval 40">
            <a:extLst>
              <a:ext uri="{FF2B5EF4-FFF2-40B4-BE49-F238E27FC236}">
                <a16:creationId xmlns:a16="http://schemas.microsoft.com/office/drawing/2014/main" id="{2AF4C48A-BF20-4BBE-D114-0ED2CF79B13D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36" name="Oval 40">
            <a:extLst>
              <a:ext uri="{FF2B5EF4-FFF2-40B4-BE49-F238E27FC236}">
                <a16:creationId xmlns:a16="http://schemas.microsoft.com/office/drawing/2014/main" id="{E3B7D838-8A53-BCCA-2A63-152325CE88E8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37" name="Oval 40">
            <a:extLst>
              <a:ext uri="{FF2B5EF4-FFF2-40B4-BE49-F238E27FC236}">
                <a16:creationId xmlns:a16="http://schemas.microsoft.com/office/drawing/2014/main" id="{D6D71826-B9F9-5D4C-8F71-C88B8523D40A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38" name="Oval 40">
            <a:extLst>
              <a:ext uri="{FF2B5EF4-FFF2-40B4-BE49-F238E27FC236}">
                <a16:creationId xmlns:a16="http://schemas.microsoft.com/office/drawing/2014/main" id="{95333688-F063-384F-BC86-64AC355CDB9F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2" name="AutoShape 7">
            <a:hlinkClick r:id="rId63" action="ppaction://hlinksldjump"/>
            <a:extLst>
              <a:ext uri="{FF2B5EF4-FFF2-40B4-BE49-F238E27FC236}">
                <a16:creationId xmlns:a16="http://schemas.microsoft.com/office/drawing/2014/main" id="{B811D7B5-7D03-C5DD-C85D-F6B974D37D97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40" name="Oval 40">
            <a:extLst>
              <a:ext uri="{FF2B5EF4-FFF2-40B4-BE49-F238E27FC236}">
                <a16:creationId xmlns:a16="http://schemas.microsoft.com/office/drawing/2014/main" id="{7A1C42FE-C20D-7BA9-A332-BE183AE3CF43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31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ACA93ED-4AC0-2BE9-4F0C-BC2AAE09A484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32</a:t>
            </a: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DA3ACF6E-3627-E6C7-B2B1-CED40FE93913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33</a:t>
            </a:r>
          </a:p>
        </p:txBody>
      </p:sp>
      <p:sp>
        <p:nvSpPr>
          <p:cNvPr id="43" name="Oval 40">
            <a:extLst>
              <a:ext uri="{FF2B5EF4-FFF2-40B4-BE49-F238E27FC236}">
                <a16:creationId xmlns:a16="http://schemas.microsoft.com/office/drawing/2014/main" id="{4B662033-4D84-B86D-9665-4C640D0E2D5A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34</a:t>
            </a:r>
          </a:p>
        </p:txBody>
      </p:sp>
      <p:sp>
        <p:nvSpPr>
          <p:cNvPr id="44" name="Oval 40">
            <a:extLst>
              <a:ext uri="{FF2B5EF4-FFF2-40B4-BE49-F238E27FC236}">
                <a16:creationId xmlns:a16="http://schemas.microsoft.com/office/drawing/2014/main" id="{CCA8A098-1303-5302-AE43-647D96AA1B0B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35</a:t>
            </a:r>
          </a:p>
        </p:txBody>
      </p:sp>
      <p:sp>
        <p:nvSpPr>
          <p:cNvPr id="45" name="Oval 40">
            <a:extLst>
              <a:ext uri="{FF2B5EF4-FFF2-40B4-BE49-F238E27FC236}">
                <a16:creationId xmlns:a16="http://schemas.microsoft.com/office/drawing/2014/main" id="{5BE9F0A0-E719-ED9B-591E-6EBAE8DFE4E6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36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33971D0D-1217-8C32-A422-9CCA40279728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37</a:t>
            </a:r>
          </a:p>
        </p:txBody>
      </p:sp>
      <p:sp>
        <p:nvSpPr>
          <p:cNvPr id="47" name="Oval 40">
            <a:extLst>
              <a:ext uri="{FF2B5EF4-FFF2-40B4-BE49-F238E27FC236}">
                <a16:creationId xmlns:a16="http://schemas.microsoft.com/office/drawing/2014/main" id="{B485C073-D5DD-A31F-FF1C-139E10347D1C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38</a:t>
            </a: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3A7028B0-4BBD-95C6-93B2-DA19387B57FD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39</a:t>
            </a:r>
          </a:p>
        </p:txBody>
      </p:sp>
      <p:sp>
        <p:nvSpPr>
          <p:cNvPr id="49" name="Oval 40">
            <a:extLst>
              <a:ext uri="{FF2B5EF4-FFF2-40B4-BE49-F238E27FC236}">
                <a16:creationId xmlns:a16="http://schemas.microsoft.com/office/drawing/2014/main" id="{15383896-1ADC-2A02-834E-E819AEE368DA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40</a:t>
            </a:r>
          </a:p>
        </p:txBody>
      </p:sp>
      <p:sp>
        <p:nvSpPr>
          <p:cNvPr id="50" name="Oval 40">
            <a:extLst>
              <a:ext uri="{FF2B5EF4-FFF2-40B4-BE49-F238E27FC236}">
                <a16:creationId xmlns:a16="http://schemas.microsoft.com/office/drawing/2014/main" id="{F27F333C-A3A9-648A-BA87-4789F937E952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41</a:t>
            </a:r>
          </a:p>
        </p:txBody>
      </p:sp>
      <p:sp>
        <p:nvSpPr>
          <p:cNvPr id="51" name="Oval 40">
            <a:extLst>
              <a:ext uri="{FF2B5EF4-FFF2-40B4-BE49-F238E27FC236}">
                <a16:creationId xmlns:a16="http://schemas.microsoft.com/office/drawing/2014/main" id="{6E7ED1B9-05E1-EF1E-EC76-FBDBA9744F95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42</a:t>
            </a:r>
          </a:p>
        </p:txBody>
      </p:sp>
      <p:sp>
        <p:nvSpPr>
          <p:cNvPr id="52" name="Oval 40">
            <a:extLst>
              <a:ext uri="{FF2B5EF4-FFF2-40B4-BE49-F238E27FC236}">
                <a16:creationId xmlns:a16="http://schemas.microsoft.com/office/drawing/2014/main" id="{ED41490B-5698-6264-DE65-DCA36DEF313F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43</a:t>
            </a:r>
          </a:p>
        </p:txBody>
      </p:sp>
      <p:sp>
        <p:nvSpPr>
          <p:cNvPr id="53" name="Oval 40">
            <a:extLst>
              <a:ext uri="{FF2B5EF4-FFF2-40B4-BE49-F238E27FC236}">
                <a16:creationId xmlns:a16="http://schemas.microsoft.com/office/drawing/2014/main" id="{8A557ED0-20FF-8A5E-98D1-0AAEB4E27ADD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44</a:t>
            </a:r>
          </a:p>
        </p:txBody>
      </p:sp>
      <p:sp>
        <p:nvSpPr>
          <p:cNvPr id="54" name="Oval 40">
            <a:extLst>
              <a:ext uri="{FF2B5EF4-FFF2-40B4-BE49-F238E27FC236}">
                <a16:creationId xmlns:a16="http://schemas.microsoft.com/office/drawing/2014/main" id="{435F2BFA-206C-6ED3-DBE3-6CCF88976840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45</a:t>
            </a:r>
          </a:p>
        </p:txBody>
      </p:sp>
      <p:sp>
        <p:nvSpPr>
          <p:cNvPr id="55" name="Oval 40">
            <a:extLst>
              <a:ext uri="{FF2B5EF4-FFF2-40B4-BE49-F238E27FC236}">
                <a16:creationId xmlns:a16="http://schemas.microsoft.com/office/drawing/2014/main" id="{212DB8B5-86C3-F74C-E67F-DDBA2C0BD7F4}"/>
              </a:ext>
            </a:extLst>
          </p:cNvPr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46</a:t>
            </a:r>
          </a:p>
        </p:txBody>
      </p:sp>
      <p:sp>
        <p:nvSpPr>
          <p:cNvPr id="56" name="Oval 40">
            <a:extLst>
              <a:ext uri="{FF2B5EF4-FFF2-40B4-BE49-F238E27FC236}">
                <a16:creationId xmlns:a16="http://schemas.microsoft.com/office/drawing/2014/main" id="{3D92571E-45D8-40E8-FAD0-8A1A11ED33AD}"/>
              </a:ext>
            </a:extLst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47</a:t>
            </a:r>
          </a:p>
        </p:txBody>
      </p:sp>
      <p:sp>
        <p:nvSpPr>
          <p:cNvPr id="57" name="Oval 40">
            <a:extLst>
              <a:ext uri="{FF2B5EF4-FFF2-40B4-BE49-F238E27FC236}">
                <a16:creationId xmlns:a16="http://schemas.microsoft.com/office/drawing/2014/main" id="{4E7944B6-CF89-8F69-FB97-B67E5623F180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48</a:t>
            </a:r>
          </a:p>
        </p:txBody>
      </p:sp>
      <p:sp>
        <p:nvSpPr>
          <p:cNvPr id="58" name="Oval 40">
            <a:extLst>
              <a:ext uri="{FF2B5EF4-FFF2-40B4-BE49-F238E27FC236}">
                <a16:creationId xmlns:a16="http://schemas.microsoft.com/office/drawing/2014/main" id="{07F6A8FB-7B03-9881-7E67-C7C5E42426A7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49</a:t>
            </a:r>
          </a:p>
        </p:txBody>
      </p:sp>
      <p:sp>
        <p:nvSpPr>
          <p:cNvPr id="59" name="Oval 40">
            <a:extLst>
              <a:ext uri="{FF2B5EF4-FFF2-40B4-BE49-F238E27FC236}">
                <a16:creationId xmlns:a16="http://schemas.microsoft.com/office/drawing/2014/main" id="{C7196BB0-9F1D-ED2A-A285-B081ABAD8033}"/>
              </a:ext>
            </a:extLst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358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490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10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10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10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31491"/>
                            </p:stCondLst>
                            <p:childTnLst>
                              <p:par>
                                <p:cTn id="11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32491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33491"/>
                            </p:stCondLst>
                            <p:childTnLst>
                              <p:par>
                                <p:cTn id="11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34491"/>
                            </p:stCondLst>
                            <p:childTnLst>
                              <p:par>
                                <p:cTn id="11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5491"/>
                            </p:stCondLst>
                            <p:childTnLst>
                              <p:par>
                                <p:cTn id="12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36491"/>
                            </p:stCondLst>
                            <p:childTnLst>
                              <p:par>
                                <p:cTn id="12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37491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38491"/>
                            </p:stCondLst>
                            <p:childTnLst>
                              <p:par>
                                <p:cTn id="13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39491"/>
                            </p:stCondLst>
                            <p:childTnLst>
                              <p:par>
                                <p:cTn id="13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40491"/>
                            </p:stCondLst>
                            <p:childTnLst>
                              <p:par>
                                <p:cTn id="13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41491"/>
                            </p:stCondLst>
                            <p:childTnLst>
                              <p:par>
                                <p:cTn id="14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42491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43491"/>
                            </p:stCondLst>
                            <p:childTnLst>
                              <p:par>
                                <p:cTn id="14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44491"/>
                            </p:stCondLst>
                            <p:childTnLst>
                              <p:par>
                                <p:cTn id="14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45491"/>
                            </p:stCondLst>
                            <p:childTnLst>
                              <p:par>
                                <p:cTn id="15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46491"/>
                            </p:stCondLst>
                            <p:childTnLst>
                              <p:par>
                                <p:cTn id="15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47491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48491"/>
                            </p:stCondLst>
                            <p:childTnLst>
                              <p:par>
                                <p:cTn id="16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49491"/>
                            </p:stCondLst>
                            <p:childTnLst>
                              <p:par>
                                <p:cTn id="16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 nodeType="afterGroup">
                            <p:stCondLst>
                              <p:cond delay="50491"/>
                            </p:stCondLst>
                            <p:childTnLst>
                              <p:par>
                                <p:cTn id="16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1491"/>
                            </p:stCondLst>
                            <p:childTnLst>
                              <p:par>
                                <p:cTn id="170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1" dur="1867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 nodeType="clickPar">
                      <p:stCondLst>
                        <p:cond delay="0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6" dur="1867" fill="hold"/>
                                        <p:tgtEl>
                                          <p:spTgt spid="10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audio>
              <p:cMediaNode>
                <p:cTn id="17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6"/>
                </p:tgtEl>
              </p:cMediaNode>
            </p:audio>
            <p:audio>
              <p:cMediaNode>
                <p:cTn id="17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7"/>
                </p:tgtEl>
              </p:cMediaNode>
            </p:audio>
          </p:childTnLst>
        </p:cTn>
      </p:par>
    </p:tnLst>
    <p:bldLst>
      <p:bldP spid="35844" grpId="0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à coins arrondis 9">
            <a:extLst>
              <a:ext uri="{FF2B5EF4-FFF2-40B4-BE49-F238E27FC236}">
                <a16:creationId xmlns:a16="http://schemas.microsoft.com/office/drawing/2014/main" id="{68C73065-ED14-EBC4-A2CD-E2C94AA6A37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1357310"/>
            <a:ext cx="5143500" cy="1643062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DD0B3234-822E-3C02-5317-E26D6FFA41C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71438" y="1209675"/>
            <a:ext cx="6000750" cy="1790700"/>
          </a:xfrm>
        </p:spPr>
        <p:txBody>
          <a:bodyPr/>
          <a:lstStyle/>
          <a:p>
            <a:pPr eaLnBrk="1" hangingPunct="1"/>
            <a:r>
              <a:rPr lang="fr-CA" altLang="fr-FR" sz="4800"/>
              <a:t>Communication et documentation</a:t>
            </a:r>
          </a:p>
        </p:txBody>
      </p:sp>
      <p:sp>
        <p:nvSpPr>
          <p:cNvPr id="36867" name="Rectangle 7">
            <a:extLst>
              <a:ext uri="{FF2B5EF4-FFF2-40B4-BE49-F238E27FC236}">
                <a16:creationId xmlns:a16="http://schemas.microsoft.com/office/drawing/2014/main" id="{26B422B3-F8A4-81F1-B3D4-B6B71817B46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214313" y="3163888"/>
            <a:ext cx="8929687" cy="2836862"/>
          </a:xfrm>
        </p:spPr>
        <p:txBody>
          <a:bodyPr/>
          <a:lstStyle/>
          <a:p>
            <a:pPr eaLnBrk="1" hangingPunct="1"/>
            <a:r>
              <a:rPr lang="fr-CA" altLang="fr-FR" sz="3600"/>
              <a:t>Imprimerie</a:t>
            </a:r>
          </a:p>
          <a:p>
            <a:pPr eaLnBrk="1" hangingPunct="1"/>
            <a:r>
              <a:rPr lang="fr-CA" altLang="fr-FR" sz="3600"/>
              <a:t>Procédés infographiques</a:t>
            </a:r>
          </a:p>
          <a:p>
            <a:pPr eaLnBrk="1" hangingPunct="1"/>
            <a:r>
              <a:rPr lang="fr-CA" altLang="fr-FR" sz="3600"/>
              <a:t>Reprographie et façonnage</a:t>
            </a:r>
          </a:p>
          <a:p>
            <a:pPr eaLnBrk="1" hangingPunct="1"/>
            <a:r>
              <a:rPr lang="fr-CA" altLang="fr-FR" sz="3600"/>
              <a:t>Traduction-interprétation (Inuttitut)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5C6D0F-DC6C-8C7A-4DD4-794F744BAB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3429000" y="357188"/>
            <a:ext cx="2286000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fr-CA" sz="44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Réponse</a:t>
            </a:r>
            <a:endParaRPr lang="fr-CA" dirty="0">
              <a:latin typeface="Arial" charset="0"/>
            </a:endParaRP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A604184E-BAD8-A218-E210-94508672D768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13</a:t>
            </a:r>
          </a:p>
        </p:txBody>
      </p:sp>
      <p:sp useBgFill="1">
        <p:nvSpPr>
          <p:cNvPr id="11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D5442E96-37D1-A3D9-6992-DC49FFEC72D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pic>
        <p:nvPicPr>
          <p:cNvPr id="15" name="Image 14" descr="documentation1.bmp">
            <a:extLst>
              <a:ext uri="{FF2B5EF4-FFF2-40B4-BE49-F238E27FC236}">
                <a16:creationId xmlns:a16="http://schemas.microsoft.com/office/drawing/2014/main" id="{87FBDACE-2FCA-4BCD-A7E8-D50D7784AE8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3F3F3"/>
              </a:clrFrom>
              <a:clrTo>
                <a:srgbClr val="F3F3F3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54823" y="2000240"/>
            <a:ext cx="2732019" cy="2724146"/>
          </a:xfrm>
          <a:prstGeom prst="roundRect">
            <a:avLst>
              <a:gd name="adj" fmla="val 16667"/>
            </a:avLst>
          </a:prstGeom>
          <a:ln w="12700">
            <a:solidFill>
              <a:schemeClr val="bg1"/>
            </a:solidFill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 decel="1000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800" decel="100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8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70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à coins arrondis 44">
            <a:extLst>
              <a:ext uri="{FF2B5EF4-FFF2-40B4-BE49-F238E27FC236}">
                <a16:creationId xmlns:a16="http://schemas.microsoft.com/office/drawing/2014/main" id="{D1810541-CE35-57D6-8F03-4D8C8435E08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41989" name="Rectangle 2">
            <a:extLst>
              <a:ext uri="{FF2B5EF4-FFF2-40B4-BE49-F238E27FC236}">
                <a16:creationId xmlns:a16="http://schemas.microsoft.com/office/drawing/2014/main" id="{84D8AAFC-28C6-55C9-7D98-2BE3D581E28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Mécanique d’entretien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BF79BA5C-DEFE-408E-BFFA-F039F622ABFB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285750" y="1474788"/>
            <a:ext cx="8572500" cy="4525962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fr-CA" altLang="fr-FR" b="1"/>
              <a:t>Parmi ces choix, lequel n’est pas un DEP?</a:t>
            </a:r>
          </a:p>
          <a:p>
            <a:pPr marL="533400" indent="-533400" eaLnBrk="1" hangingPunct="1">
              <a:buFontTx/>
              <a:buNone/>
            </a:pPr>
            <a:endParaRPr lang="fr-CA" altLang="fr-FR" sz="900"/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Horlogerie-bijouterie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Mécanique d’ascenseur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Mécanique de machines à coudre industrielles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Mécanique industrielle de construction et d’entretien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Réparation d’armes à feu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Réparation de petits objets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Serrurerie</a:t>
            </a:r>
          </a:p>
          <a:p>
            <a:pPr marL="533400" indent="-533400" eaLnBrk="1" hangingPunct="1">
              <a:buFontTx/>
              <a:buNone/>
            </a:pPr>
            <a:endParaRPr lang="fr-CA" altLang="fr-FR" sz="2800"/>
          </a:p>
        </p:txBody>
      </p:sp>
      <p:sp useBgFill="1">
        <p:nvSpPr>
          <p:cNvPr id="73" name="Rectangle 8">
            <a:extLst>
              <a:ext uri="{FF2B5EF4-FFF2-40B4-BE49-F238E27FC236}">
                <a16:creationId xmlns:a16="http://schemas.microsoft.com/office/drawing/2014/main" id="{8F15FEA0-8B6E-CCBB-504B-399D440FFE03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97595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14</a:t>
            </a:r>
          </a:p>
        </p:txBody>
      </p:sp>
      <p:pic>
        <p:nvPicPr>
          <p:cNvPr id="107" name="Picture 49">
            <a:hlinkClick r:id="" action="ppaction://media"/>
            <a:extLst>
              <a:ext uri="{FF2B5EF4-FFF2-40B4-BE49-F238E27FC236}">
                <a16:creationId xmlns:a16="http://schemas.microsoft.com/office/drawing/2014/main" id="{D748C0E9-95D1-9190-0235-51F63D5F5EA0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8" name="Picture 50">
            <a:hlinkClick r:id="" action="ppaction://media"/>
            <a:extLst>
              <a:ext uri="{FF2B5EF4-FFF2-40B4-BE49-F238E27FC236}">
                <a16:creationId xmlns:a16="http://schemas.microsoft.com/office/drawing/2014/main" id="{1F8E9D69-0DA0-A33E-3042-D2481F2726EF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" name="Oval 40">
            <a:extLst>
              <a:ext uri="{FF2B5EF4-FFF2-40B4-BE49-F238E27FC236}">
                <a16:creationId xmlns:a16="http://schemas.microsoft.com/office/drawing/2014/main" id="{0D7F3441-ED6E-C74E-7ACE-FDAB251C687E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99F0ECBA-53E3-D7E7-89A8-417886DC2B2A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068EB772-F14A-FF6F-1F5F-0EE51AC1D9D2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16778D95-5D25-A2AE-9331-48498CD27EC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021B4504-B719-2CFA-4E85-AECDB00BF578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C84001B7-5FA5-3B1E-FA52-C5E87ADE40AA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2A4740B8-5055-FEF7-A45D-3F3DFB0C363B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54102114-B079-8EFF-126E-5FA9609DE10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1E7DA707-D6CE-F94F-7493-8E309468970D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7A72C9EB-E0E3-764E-F3E4-1A53027244B8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1FDD0D4D-52EF-E65B-D713-B92173986775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C06955B8-ABE6-431C-C481-E9EB5480D0F2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293A02A4-7B97-03B6-CB40-313F28EDDD6A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CC76CE00-92E3-3B3E-8C18-6C5F369AAB25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E6563331-8EA8-E0BD-D509-CF043D763405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999AFD5D-6532-6BB0-0931-5D183565B49B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125" name="Oval 40">
            <a:extLst>
              <a:ext uri="{FF2B5EF4-FFF2-40B4-BE49-F238E27FC236}">
                <a16:creationId xmlns:a16="http://schemas.microsoft.com/office/drawing/2014/main" id="{7D06E077-E002-C913-3763-F4BC9DDB0485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126" name="Oval 40">
            <a:extLst>
              <a:ext uri="{FF2B5EF4-FFF2-40B4-BE49-F238E27FC236}">
                <a16:creationId xmlns:a16="http://schemas.microsoft.com/office/drawing/2014/main" id="{0EE79B6C-D8FB-D184-C7B7-DBEE6D6F0334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127" name="Oval 40">
            <a:extLst>
              <a:ext uri="{FF2B5EF4-FFF2-40B4-BE49-F238E27FC236}">
                <a16:creationId xmlns:a16="http://schemas.microsoft.com/office/drawing/2014/main" id="{DEB3F9F2-6A42-4717-F7D6-B95EF5B28860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28" name="Oval 40">
            <a:extLst>
              <a:ext uri="{FF2B5EF4-FFF2-40B4-BE49-F238E27FC236}">
                <a16:creationId xmlns:a16="http://schemas.microsoft.com/office/drawing/2014/main" id="{7DAD435B-7119-3F4D-486B-33654514144B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29" name="Oval 40">
            <a:extLst>
              <a:ext uri="{FF2B5EF4-FFF2-40B4-BE49-F238E27FC236}">
                <a16:creationId xmlns:a16="http://schemas.microsoft.com/office/drawing/2014/main" id="{6D1D8A97-61F5-B6DA-E28C-1DEE0277F56D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30" name="Oval 40">
            <a:extLst>
              <a:ext uri="{FF2B5EF4-FFF2-40B4-BE49-F238E27FC236}">
                <a16:creationId xmlns:a16="http://schemas.microsoft.com/office/drawing/2014/main" id="{CAB76268-D808-AF76-9D77-ECD6A908921B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31" name="Oval 40">
            <a:extLst>
              <a:ext uri="{FF2B5EF4-FFF2-40B4-BE49-F238E27FC236}">
                <a16:creationId xmlns:a16="http://schemas.microsoft.com/office/drawing/2014/main" id="{8CEC3171-804F-503F-24CA-338C958BFF5F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32" name="Oval 40">
            <a:extLst>
              <a:ext uri="{FF2B5EF4-FFF2-40B4-BE49-F238E27FC236}">
                <a16:creationId xmlns:a16="http://schemas.microsoft.com/office/drawing/2014/main" id="{54B33377-D4CB-4234-865E-E496FB2AB858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33" name="Oval 40">
            <a:extLst>
              <a:ext uri="{FF2B5EF4-FFF2-40B4-BE49-F238E27FC236}">
                <a16:creationId xmlns:a16="http://schemas.microsoft.com/office/drawing/2014/main" id="{78A1D817-40B8-3B9A-920B-4410AE0F81BF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34" name="Oval 40">
            <a:extLst>
              <a:ext uri="{FF2B5EF4-FFF2-40B4-BE49-F238E27FC236}">
                <a16:creationId xmlns:a16="http://schemas.microsoft.com/office/drawing/2014/main" id="{737B443F-FF97-EBC5-66FB-FD0B6E041EFC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35" name="Oval 40">
            <a:extLst>
              <a:ext uri="{FF2B5EF4-FFF2-40B4-BE49-F238E27FC236}">
                <a16:creationId xmlns:a16="http://schemas.microsoft.com/office/drawing/2014/main" id="{A6E6FFF1-8008-779E-385A-517BC385AA37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36" name="Oval 40">
            <a:extLst>
              <a:ext uri="{FF2B5EF4-FFF2-40B4-BE49-F238E27FC236}">
                <a16:creationId xmlns:a16="http://schemas.microsoft.com/office/drawing/2014/main" id="{F0E3F5A6-2919-B663-4AA4-AD6B54489D69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37" name="Oval 40">
            <a:extLst>
              <a:ext uri="{FF2B5EF4-FFF2-40B4-BE49-F238E27FC236}">
                <a16:creationId xmlns:a16="http://schemas.microsoft.com/office/drawing/2014/main" id="{E1D0ED15-970E-D29A-1367-CB20485AD38B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38" name="Oval 40">
            <a:extLst>
              <a:ext uri="{FF2B5EF4-FFF2-40B4-BE49-F238E27FC236}">
                <a16:creationId xmlns:a16="http://schemas.microsoft.com/office/drawing/2014/main" id="{770576CD-B8DC-AA3E-1FB2-AA294E683C26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39" name="Oval 40">
            <a:extLst>
              <a:ext uri="{FF2B5EF4-FFF2-40B4-BE49-F238E27FC236}">
                <a16:creationId xmlns:a16="http://schemas.microsoft.com/office/drawing/2014/main" id="{BB5F020D-22FD-5B82-ED2C-3BC72AE05DC7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2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B633497A-5CDB-9678-715C-CE8482DE1E56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7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7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7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7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4" dur="1490" fill="hold"/>
                                        <p:tgtEl>
                                          <p:spTgt spid="10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1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2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3991"/>
                            </p:stCondLst>
                            <p:childTnLst>
                              <p:par>
                                <p:cTn id="1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34991"/>
                            </p:stCondLst>
                            <p:childTnLst>
                              <p:par>
                                <p:cTn id="1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35991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36991"/>
                            </p:stCondLst>
                            <p:childTnLst>
                              <p:par>
                                <p:cTn id="126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7" dur="1867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 nodeType="clickPar">
                      <p:stCondLst>
                        <p:cond delay="0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32" dur="1867" fill="hold"/>
                                        <p:tgtEl>
                                          <p:spTgt spid="10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7"/>
                  </p:tgtEl>
                </p:cond>
              </p:nextCondLst>
            </p:seq>
            <p:audio>
              <p:cMediaNode>
                <p:cTn id="13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7"/>
                </p:tgtEl>
              </p:cMediaNode>
            </p:audio>
            <p:audio>
              <p:cMediaNode>
                <p:cTn id="13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8"/>
                </p:tgtEl>
              </p:cMediaNode>
            </p:audio>
          </p:childTnLst>
        </p:cTn>
      </p:par>
    </p:tnLst>
    <p:bldLst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3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F713AB8C-5D22-9A81-6DB2-164F82E4D629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CBB9BC8-54FE-965A-D301-7414E620D7CB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1000125" y="1785938"/>
            <a:ext cx="6954838" cy="1143000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fr-CA" altLang="fr-FR" sz="2800" b="1">
                <a:solidFill>
                  <a:srgbClr val="C00000"/>
                </a:solidFill>
              </a:rPr>
              <a:t>f)  Réparation de petits objets</a:t>
            </a:r>
          </a:p>
          <a:p>
            <a:pPr marL="533400" indent="-533400" eaLnBrk="1" hangingPunct="1"/>
            <a:endParaRPr lang="fr-CA" altLang="fr-FR" sz="2800"/>
          </a:p>
        </p:txBody>
      </p:sp>
      <p:pic>
        <p:nvPicPr>
          <p:cNvPr id="12" name="Image 11" descr="fraenze.jpg">
            <a:extLst>
              <a:ext uri="{FF2B5EF4-FFF2-40B4-BE49-F238E27FC236}">
                <a16:creationId xmlns:a16="http://schemas.microsoft.com/office/drawing/2014/main" id="{AEA9A17C-95AC-516C-6BC6-0C9D365689C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571625" y="2500313"/>
            <a:ext cx="5715000" cy="3048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743A06D3-93EF-DBCB-4889-6ABF6C9EFCE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14</a:t>
            </a:r>
          </a:p>
        </p:txBody>
      </p:sp>
      <p:sp useBgFill="1">
        <p:nvSpPr>
          <p:cNvPr id="7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9CDBFA5B-430D-1E0A-6E46-78E88139F1F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8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à coins arrondis 44">
            <a:extLst>
              <a:ext uri="{FF2B5EF4-FFF2-40B4-BE49-F238E27FC236}">
                <a16:creationId xmlns:a16="http://schemas.microsoft.com/office/drawing/2014/main" id="{E207983A-85A8-863C-9684-34B8F9BF91D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44037" name="Rectangle 2">
            <a:extLst>
              <a:ext uri="{FF2B5EF4-FFF2-40B4-BE49-F238E27FC236}">
                <a16:creationId xmlns:a16="http://schemas.microsoft.com/office/drawing/2014/main" id="{C7CF0512-A0A8-EC33-3FB0-67D6376AE14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Mécanique d’entretien</a:t>
            </a:r>
          </a:p>
        </p:txBody>
      </p:sp>
      <p:sp>
        <p:nvSpPr>
          <p:cNvPr id="37894" name="Rectangle 6">
            <a:extLst>
              <a:ext uri="{FF2B5EF4-FFF2-40B4-BE49-F238E27FC236}">
                <a16:creationId xmlns:a16="http://schemas.microsoft.com/office/drawing/2014/main" id="{E72ED6BF-1714-9AB1-133C-689DBA5CFCAD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285750" y="1474788"/>
            <a:ext cx="8572500" cy="4525962"/>
          </a:xfrm>
        </p:spPr>
        <p:txBody>
          <a:bodyPr/>
          <a:lstStyle/>
          <a:p>
            <a:pPr marL="533400" indent="-533400" eaLnBrk="1" hangingPunct="1">
              <a:buFontTx/>
              <a:buNone/>
            </a:pPr>
            <a:r>
              <a:rPr lang="fr-CA" altLang="fr-FR" b="1"/>
              <a:t>Voici les DEP de ce secteur :</a:t>
            </a:r>
          </a:p>
          <a:p>
            <a:pPr marL="533400" indent="-533400" eaLnBrk="1" hangingPunct="1">
              <a:buFontTx/>
              <a:buNone/>
            </a:pPr>
            <a:endParaRPr lang="fr-CA" altLang="fr-FR" sz="900"/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Horlogerie-bijouterie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Mécanique d’ascenseur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Mécanique de machines à coudre industrielles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Mécanique industrielle de construction et d’entretien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Réparation d’armes à feu</a:t>
            </a:r>
          </a:p>
          <a:p>
            <a:pPr marL="533400" indent="-533400" eaLnBrk="1" hangingPunct="1">
              <a:buFont typeface="Berlin Sans FB" panose="020E0602020502020306" pitchFamily="34" charset="0"/>
              <a:buAutoNum type="alphaLcParenR"/>
            </a:pPr>
            <a:r>
              <a:rPr lang="fr-CA" altLang="fr-FR" sz="2800">
                <a:solidFill>
                  <a:srgbClr val="FF0000"/>
                </a:solidFill>
              </a:rPr>
              <a:t>Réparation de petits objets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Serrurerie</a:t>
            </a:r>
          </a:p>
          <a:p>
            <a:pPr marL="533400" indent="-533400" eaLnBrk="1" hangingPunct="1">
              <a:buFontTx/>
              <a:buNone/>
            </a:pPr>
            <a:endParaRPr lang="fr-CA" altLang="fr-FR" sz="2800"/>
          </a:p>
        </p:txBody>
      </p:sp>
      <p:sp useBgFill="1">
        <p:nvSpPr>
          <p:cNvPr id="73" name="Rectangle 8">
            <a:extLst>
              <a:ext uri="{FF2B5EF4-FFF2-40B4-BE49-F238E27FC236}">
                <a16:creationId xmlns:a16="http://schemas.microsoft.com/office/drawing/2014/main" id="{F7ED4B41-E636-3818-2AF5-72E445CF6A21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97595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14</a:t>
            </a:r>
          </a:p>
        </p:txBody>
      </p:sp>
      <p:sp useBgFill="1">
        <p:nvSpPr>
          <p:cNvPr id="40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00900EF5-8CB6-3DC7-73A5-F42AA43F0FF5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572264" y="5857892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967F3EC7-8E75-682F-24D8-53F32C79B02F}"/>
              </a:ext>
            </a:extLst>
          </p:cNvPr>
          <p:cNvCxnSpPr/>
          <p:nvPr/>
        </p:nvCxnSpPr>
        <p:spPr>
          <a:xfrm>
            <a:off x="857250" y="5072063"/>
            <a:ext cx="41433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8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8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78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78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78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8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78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à coins arrondis 41">
            <a:extLst>
              <a:ext uri="{FF2B5EF4-FFF2-40B4-BE49-F238E27FC236}">
                <a16:creationId xmlns:a16="http://schemas.microsoft.com/office/drawing/2014/main" id="{2AB2DAE8-4F81-6419-55D7-E19A153B420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45061" name="Rectangle 2">
            <a:extLst>
              <a:ext uri="{FF2B5EF4-FFF2-40B4-BE49-F238E27FC236}">
                <a16:creationId xmlns:a16="http://schemas.microsoft.com/office/drawing/2014/main" id="{091A1244-C4C6-DC27-9601-BDA53A64420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Mines et travaux de chantier</a:t>
            </a:r>
          </a:p>
        </p:txBody>
      </p:sp>
      <p:pic>
        <p:nvPicPr>
          <p:cNvPr id="41988" name="Picture 7" descr="Drilling Contractor">
            <a:extLst>
              <a:ext uri="{FF2B5EF4-FFF2-40B4-BE49-F238E27FC236}">
                <a16:creationId xmlns:a16="http://schemas.microsoft.com/office/drawing/2014/main" id="{136CC2B3-FAEE-27CC-6E86-5D60DD2269BA}"/>
              </a:ext>
            </a:extLst>
          </p:cNvPr>
          <p:cNvPicPr>
            <a:picLocks noGrp="1" noChangeAspect="1" noChangeArrowheads="1"/>
          </p:cNvPicPr>
          <p:nvPr>
            <p:ph sz="half" idx="1"/>
            <p:custDataLst>
              <p:tags r:id="rId3"/>
            </p:custDataLst>
          </p:nvPr>
        </p:nvPicPr>
        <p:blipFill>
          <a:blip r:embed="rId45" r:link="rId46" cstate="print"/>
          <a:srcRect/>
          <a:stretch>
            <a:fillRect/>
          </a:stretch>
        </p:blipFill>
        <p:spPr>
          <a:xfrm>
            <a:off x="214313" y="2571750"/>
            <a:ext cx="4395787" cy="3028950"/>
          </a:xfrm>
          <a:prstGeom prst="roundRect">
            <a:avLst>
              <a:gd name="adj" fmla="val 16667"/>
            </a:avLst>
          </a:prstGeom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9942" name="Rectangle 5">
            <a:extLst>
              <a:ext uri="{FF2B5EF4-FFF2-40B4-BE49-F238E27FC236}">
                <a16:creationId xmlns:a16="http://schemas.microsoft.com/office/drawing/2014/main" id="{99E87AC2-0444-E251-44D8-BA8D4DADCE4D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48200" y="2532063"/>
            <a:ext cx="4038600" cy="3273425"/>
          </a:xfrm>
        </p:spPr>
        <p:txBody>
          <a:bodyPr/>
          <a:lstStyle/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d’engins de chantier</a:t>
            </a:r>
            <a:r>
              <a:rPr lang="fr-CA" altLang="fr-FR" sz="280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d’engins de chantier nordique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de grues</a:t>
            </a:r>
            <a:r>
              <a:rPr lang="fr-CA" altLang="fr-FR" sz="280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Forage au diamant</a:t>
            </a:r>
            <a:r>
              <a:rPr lang="fr-CA" altLang="fr-FR" sz="2800"/>
              <a:t> </a:t>
            </a:r>
          </a:p>
        </p:txBody>
      </p:sp>
      <p:sp>
        <p:nvSpPr>
          <p:cNvPr id="41990" name="Text Box 6">
            <a:extLst>
              <a:ext uri="{FF2B5EF4-FFF2-40B4-BE49-F238E27FC236}">
                <a16:creationId xmlns:a16="http://schemas.microsoft.com/office/drawing/2014/main" id="{992A1A99-3DA4-547F-7B9C-24B0CB15219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68313" y="1484313"/>
            <a:ext cx="82073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A" sz="3200" dirty="0">
                <a:latin typeface="+mn-lt"/>
              </a:rPr>
              <a:t>Associe chacune des images au bon DEP</a:t>
            </a: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92D29FC4-2A9A-B3AE-CC87-E6DF7769196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07937" y="2571744"/>
            <a:ext cx="649287" cy="571504"/>
          </a:xfrm>
          <a:prstGeom prst="round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215069" r="-534256" b="-115069"/>
            </a:path>
            <a:tileRect l="-23288" t="-1373163" r="-1191799" b="-1703301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1</a:t>
            </a:r>
          </a:p>
        </p:txBody>
      </p:sp>
      <p:sp useBgFill="1">
        <p:nvSpPr>
          <p:cNvPr id="44" name="Rectangle 8">
            <a:extLst>
              <a:ext uri="{FF2B5EF4-FFF2-40B4-BE49-F238E27FC236}">
                <a16:creationId xmlns:a16="http://schemas.microsoft.com/office/drawing/2014/main" id="{3BA68369-F495-4922-5167-36F4F496BD2F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15</a:t>
            </a:r>
          </a:p>
        </p:txBody>
      </p:sp>
      <p:pic>
        <p:nvPicPr>
          <p:cNvPr id="77" name="Picture 49">
            <a:hlinkClick r:id="" action="ppaction://media"/>
            <a:extLst>
              <a:ext uri="{FF2B5EF4-FFF2-40B4-BE49-F238E27FC236}">
                <a16:creationId xmlns:a16="http://schemas.microsoft.com/office/drawing/2014/main" id="{43D5FEDF-6EC6-3C8F-82F0-5CF207DD048E}"/>
              </a:ext>
            </a:extLst>
          </p:cNvPr>
          <p:cNvPicPr>
            <a:picLocks noRot="1" noChangeAspect="1" noChangeArrowheads="1"/>
          </p:cNvPicPr>
          <p:nvPr>
            <a:wavAudioFile r:embed="rId8" name="MSj01166140000[1].wav"/>
            <p:custDataLst>
              <p:tags r:id="rId9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Picture 50">
            <a:hlinkClick r:id="" action="ppaction://media"/>
            <a:extLst>
              <a:ext uri="{FF2B5EF4-FFF2-40B4-BE49-F238E27FC236}">
                <a16:creationId xmlns:a16="http://schemas.microsoft.com/office/drawing/2014/main" id="{F498CAD2-A779-928D-CD45-671A02C87AE3}"/>
              </a:ext>
            </a:extLst>
          </p:cNvPr>
          <p:cNvPicPr>
            <a:picLocks noRot="1" noChangeAspect="1" noChangeArrowheads="1"/>
          </p:cNvPicPr>
          <p:nvPr>
            <a:wavAudioFile r:embed="rId10" name="MSj01166110000[1].wav"/>
            <p:custDataLst>
              <p:tags r:id="rId11"/>
            </p:custDataLst>
          </p:nvPr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Oval 40">
            <a:extLst>
              <a:ext uri="{FF2B5EF4-FFF2-40B4-BE49-F238E27FC236}">
                <a16:creationId xmlns:a16="http://schemas.microsoft.com/office/drawing/2014/main" id="{2BD8901C-E0DD-29E7-9AC3-5B74A0CCC8B7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F3137A90-6F63-D4FB-D3B2-B777D99813FD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738CCE30-BA6F-9A00-4F55-98B44062EB20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1E59999A-FA0D-5498-148C-194184D339F3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3063F866-CDB2-4F54-D2A5-665A23C8484F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93472738-EBA7-55E0-B0B4-164AC4F642E1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666765B9-4164-87AE-3256-DEE48DE77714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31F4FF9D-2D36-5A47-98E8-264A1E6E1370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07316D66-2FF8-3B6C-B3D1-BB6F02F5B4BF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368D88E0-552C-149E-8334-C04E7BE09185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9271C88A-7D32-613E-29E7-C7464C7BC40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A8BD583C-DE08-CB1D-4EDB-9166E4A365D8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D9CBF2E5-273E-C059-D2CB-7E9844A07A7A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4DE0DF9D-DA39-3031-FE94-4544F8D478A0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04B8F9EA-70A9-060E-417B-557FD9451E8E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1D360F03-417F-768C-A68C-BC0F11AC0C1D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2EC36951-7343-8211-10EC-31A636628649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81B38832-EE1D-4FA3-4013-586487D678FC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96C11345-9617-6B21-B5C1-4BD5A26F8714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CC26F7A4-A1B8-0C27-442B-7B13B85AF9D0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AFD8AB99-0AFE-2BF9-6E93-45E585E58F3F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B5450674-B4FF-8EED-88DD-62501DE475E3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68034076-A1CD-C5A9-728D-4915CA7AC5AB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FE4962F9-185C-78D1-FF0D-E5423A0B0FA2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5D97AA70-4E9C-E25D-A3CF-51416AE720FD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B6AA8644-411F-C5A3-0CDF-7D947F1280DB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3EC111DF-DB75-311C-45AB-086C2401F4E0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6" name="Oval 40">
            <a:extLst>
              <a:ext uri="{FF2B5EF4-FFF2-40B4-BE49-F238E27FC236}">
                <a16:creationId xmlns:a16="http://schemas.microsoft.com/office/drawing/2014/main" id="{363013DB-C0F1-918F-086B-1C6937EF748D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3BDE240C-5098-07CC-0962-CB484C53CB1B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4AB5AD15-9D64-D8F6-EA0B-B1240F550A30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07F4CE1A-07A6-72AA-59CB-40873588588F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5" name="AutoShape 7">
            <a:hlinkClick r:id="rId48" action="ppaction://hlinksldjump"/>
            <a:extLst>
              <a:ext uri="{FF2B5EF4-FFF2-40B4-BE49-F238E27FC236}">
                <a16:creationId xmlns:a16="http://schemas.microsoft.com/office/drawing/2014/main" id="{4765F93C-6F89-89EC-0C94-0C801039C0F8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39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39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39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1490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17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8" dur="1867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 nodeType="clickPar">
                      <p:stCondLst>
                        <p:cond delay="0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3" dur="1867" fill="hold"/>
                                        <p:tgtEl>
                                          <p:spTgt spid="7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audio>
              <p:cMediaNode>
                <p:cTn id="12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7"/>
                </p:tgtEl>
              </p:cMediaNode>
            </p:audio>
            <p:audio>
              <p:cMediaNode>
                <p:cTn id="1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  <p:bldLst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à coins arrondis 41">
            <a:extLst>
              <a:ext uri="{FF2B5EF4-FFF2-40B4-BE49-F238E27FC236}">
                <a16:creationId xmlns:a16="http://schemas.microsoft.com/office/drawing/2014/main" id="{CAA0770B-73E7-B595-9535-FE32C44A06D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46085" name="Rectangle 2">
            <a:extLst>
              <a:ext uri="{FF2B5EF4-FFF2-40B4-BE49-F238E27FC236}">
                <a16:creationId xmlns:a16="http://schemas.microsoft.com/office/drawing/2014/main" id="{7B089C11-9812-BF2F-BE35-1A71456FB73A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Mines et travaux de chantier</a:t>
            </a:r>
          </a:p>
        </p:txBody>
      </p:sp>
      <p:pic>
        <p:nvPicPr>
          <p:cNvPr id="43012" name="Picture 9" descr="image">
            <a:extLst>
              <a:ext uri="{FF2B5EF4-FFF2-40B4-BE49-F238E27FC236}">
                <a16:creationId xmlns:a16="http://schemas.microsoft.com/office/drawing/2014/main" id="{38CD2F82-0870-3CA7-EE20-37FD3DB33D1B}"/>
              </a:ext>
            </a:extLst>
          </p:cNvPr>
          <p:cNvPicPr>
            <a:picLocks noGrp="1" noChangeAspect="1" noChangeArrowheads="1"/>
          </p:cNvPicPr>
          <p:nvPr>
            <p:ph sz="half" idx="1"/>
            <p:custDataLst>
              <p:tags r:id="rId3"/>
            </p:custDataLst>
          </p:nvPr>
        </p:nvPicPr>
        <p:blipFill>
          <a:blip r:embed="rId44" r:link="rId45" cstate="print"/>
          <a:srcRect/>
          <a:stretch>
            <a:fillRect/>
          </a:stretch>
        </p:blipFill>
        <p:spPr>
          <a:xfrm>
            <a:off x="214313" y="2571750"/>
            <a:ext cx="4186237" cy="2784475"/>
          </a:xfrm>
          <a:prstGeom prst="roundRect">
            <a:avLst>
              <a:gd name="adj" fmla="val 16667"/>
            </a:avLst>
          </a:prstGeom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1990" name="Rectangle 3">
            <a:extLst>
              <a:ext uri="{FF2B5EF4-FFF2-40B4-BE49-F238E27FC236}">
                <a16:creationId xmlns:a16="http://schemas.microsoft.com/office/drawing/2014/main" id="{721DF31B-0F24-15EB-3546-BBD7279532C4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48200" y="2532063"/>
            <a:ext cx="4100513" cy="3273425"/>
          </a:xfrm>
        </p:spPr>
        <p:txBody>
          <a:bodyPr/>
          <a:lstStyle/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</a:t>
            </a:r>
            <a:r>
              <a:rPr lang="fr-CA" altLang="fr-FR" sz="2800"/>
              <a:t>de machinerie lourde en voirie forestière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Extraction du minerai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Forage et dynamitage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Forage au diamant</a:t>
            </a:r>
            <a:r>
              <a:rPr lang="fr-CA" altLang="fr-FR" sz="2800"/>
              <a:t> </a:t>
            </a:r>
          </a:p>
        </p:txBody>
      </p:sp>
      <p:sp>
        <p:nvSpPr>
          <p:cNvPr id="44" name="Rectangle 8">
            <a:extLst>
              <a:ext uri="{FF2B5EF4-FFF2-40B4-BE49-F238E27FC236}">
                <a16:creationId xmlns:a16="http://schemas.microsoft.com/office/drawing/2014/main" id="{EA206D2F-E0C1-2142-A02F-5DDD99D5043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2844" y="2571744"/>
            <a:ext cx="649287" cy="571504"/>
          </a:xfrm>
          <a:prstGeom prst="round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215069" r="-534256" b="-115069"/>
            </a:path>
            <a:tileRect l="-23288" t="-1373163" r="-1191799" b="-1703301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 prst="angle"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2</a:t>
            </a:r>
          </a:p>
        </p:txBody>
      </p:sp>
      <p:sp useBgFill="1">
        <p:nvSpPr>
          <p:cNvPr id="76" name="Rectangle 8">
            <a:extLst>
              <a:ext uri="{FF2B5EF4-FFF2-40B4-BE49-F238E27FC236}">
                <a16:creationId xmlns:a16="http://schemas.microsoft.com/office/drawing/2014/main" id="{53F8D3B4-26C9-1C02-5C32-7086827DDD22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15</a:t>
            </a:r>
          </a:p>
        </p:txBody>
      </p:sp>
      <p:pic>
        <p:nvPicPr>
          <p:cNvPr id="43" name="Picture 49">
            <a:hlinkClick r:id="" action="ppaction://media"/>
            <a:extLst>
              <a:ext uri="{FF2B5EF4-FFF2-40B4-BE49-F238E27FC236}">
                <a16:creationId xmlns:a16="http://schemas.microsoft.com/office/drawing/2014/main" id="{F74B8499-5468-221C-59E0-07ED3A2A2659}"/>
              </a:ext>
            </a:extLst>
          </p:cNvPr>
          <p:cNvPicPr>
            <a:picLocks noRot="1" noChangeAspect="1" noChangeArrowheads="1"/>
          </p:cNvPicPr>
          <p:nvPr>
            <a:wavAudioFile r:embed="rId7" name="MSj01166140000[1].wav"/>
            <p:custDataLst>
              <p:tags r:id="rId8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" name="Picture 50">
            <a:hlinkClick r:id="" action="ppaction://media"/>
            <a:extLst>
              <a:ext uri="{FF2B5EF4-FFF2-40B4-BE49-F238E27FC236}">
                <a16:creationId xmlns:a16="http://schemas.microsoft.com/office/drawing/2014/main" id="{2F1DD05D-6C47-CDFF-CD75-C834381DE62E}"/>
              </a:ext>
            </a:extLst>
          </p:cNvPr>
          <p:cNvPicPr>
            <a:picLocks noRot="1" noChangeAspect="1" noChangeArrowheads="1"/>
          </p:cNvPicPr>
          <p:nvPr>
            <a:wavAudioFile r:embed="rId9" name="MSj01166110000[1].wav"/>
            <p:custDataLst>
              <p:tags r:id="rId10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Oval 40">
            <a:extLst>
              <a:ext uri="{FF2B5EF4-FFF2-40B4-BE49-F238E27FC236}">
                <a16:creationId xmlns:a16="http://schemas.microsoft.com/office/drawing/2014/main" id="{8D35B312-8306-A977-4099-67D31E3CAB5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3273B181-C6FB-0975-BDDF-28330BBEECA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49391282-F98C-D49F-52BE-80C164C49DBE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B9DFC751-8FA1-7722-7690-7AF36F556DE8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CD28D5BF-C63D-089D-0FEC-2FD63FBA66A1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96C8A446-87E2-E5D5-9294-F660D139C500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0A536807-ADFE-0CE7-25B5-38E5734F96FC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726F8A7A-BF12-A714-D269-1F7BB724543E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81CF370A-A65A-1FE6-055E-C1280D062704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32C2C7F7-862E-3A91-3785-13C80788707F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B67903FB-AB8D-7A44-F49C-D92153E78B49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08A4ED1D-3055-7BDC-8AC9-B651402A929A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2424EB04-2C15-7B4C-0811-8678ED01C12E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2B488A90-F6F7-B37C-8877-25E4AFDCB2DA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17A347E6-4C23-223D-20BD-3439F410A1FA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30150507-93D0-A859-095B-A21D9BABABAD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D73BF34B-3D7A-7A9B-F65E-40B378DA2FC1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A64B5D44-5DCE-65D3-5FFD-632A37BAC7BF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F5C8EE8F-5DB8-51D4-9A4D-0BE43306E9FB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E40BEC81-22DE-79F1-FB4D-17BB6628434F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DB69C4D3-2925-E327-9FB9-622E0C169152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0B097720-C338-5E57-1CEC-DCC061E6A8D5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362BF7D8-C370-E9C3-D5D8-5752B10F3EA8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91C0EBBF-15A0-F34B-E6DD-CC149D99A829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BFF49F91-7178-885E-2806-D227D60B1D6E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215C0C63-B734-0AB6-B519-F3EC899D95CC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6DC74FA1-93EF-906B-555A-7B4BB7EE1FA5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6" name="Oval 40">
            <a:extLst>
              <a:ext uri="{FF2B5EF4-FFF2-40B4-BE49-F238E27FC236}">
                <a16:creationId xmlns:a16="http://schemas.microsoft.com/office/drawing/2014/main" id="{2201B17F-0A8C-4ACE-EEB3-D5F352F67A66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E48C5AF5-4E43-B1EC-15A2-3FAB9EE0F9C7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6B3C8CF4-6FF8-826A-9140-DDA162975E14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3DCDF25C-E902-A991-38CA-2A527B5A1C08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7" name="AutoShape 7">
            <a:hlinkClick r:id="rId47" action="ppaction://hlinksldjump"/>
            <a:extLst>
              <a:ext uri="{FF2B5EF4-FFF2-40B4-BE49-F238E27FC236}">
                <a16:creationId xmlns:a16="http://schemas.microsoft.com/office/drawing/2014/main" id="{445155FA-FB94-C5DA-BC71-AF1CF18A112D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19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19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19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19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1490" fill="hold"/>
                                        <p:tgtEl>
                                          <p:spTgt spid="7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17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8" dur="1867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 nodeType="clickPar">
                      <p:stCondLst>
                        <p:cond delay="0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3" dur="1867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audio>
              <p:cMediaNode>
                <p:cTn id="12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  <p:audio>
              <p:cMediaNode>
                <p:cTn id="1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8"/>
                </p:tgtEl>
              </p:cMediaNode>
            </p:audio>
          </p:childTnLst>
        </p:cTn>
      </p:par>
    </p:tnLst>
    <p:bldLst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à coins arrondis 43">
            <a:extLst>
              <a:ext uri="{FF2B5EF4-FFF2-40B4-BE49-F238E27FC236}">
                <a16:creationId xmlns:a16="http://schemas.microsoft.com/office/drawing/2014/main" id="{509AB552-ED48-CDBD-B096-C7E35051E8E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47109" name="Rectangle 2">
            <a:extLst>
              <a:ext uri="{FF2B5EF4-FFF2-40B4-BE49-F238E27FC236}">
                <a16:creationId xmlns:a16="http://schemas.microsoft.com/office/drawing/2014/main" id="{887E2DDF-6BAC-D607-C0BD-6117E3DC1CF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Mines et travaux de chantier</a:t>
            </a:r>
          </a:p>
        </p:txBody>
      </p:sp>
      <p:sp>
        <p:nvSpPr>
          <p:cNvPr id="44038" name="Rectangle 3">
            <a:extLst>
              <a:ext uri="{FF2B5EF4-FFF2-40B4-BE49-F238E27FC236}">
                <a16:creationId xmlns:a16="http://schemas.microsoft.com/office/drawing/2014/main" id="{BAC9C5B5-8244-B489-34C2-89B7FA27D791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4500563" y="2490788"/>
            <a:ext cx="4464050" cy="3152775"/>
          </a:xfrm>
        </p:spPr>
        <p:txBody>
          <a:bodyPr/>
          <a:lstStyle/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d’engins de chantier</a:t>
            </a:r>
            <a:endParaRPr lang="fr-CA" altLang="fr-FR" sz="2800"/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Extraction du minerai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Conduite de machines de traitement du minerai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Forage au diamant</a:t>
            </a:r>
            <a:r>
              <a:rPr lang="fr-CA" altLang="fr-FR" sz="2800"/>
              <a:t> </a:t>
            </a:r>
          </a:p>
        </p:txBody>
      </p:sp>
      <p:pic>
        <p:nvPicPr>
          <p:cNvPr id="44037" name="Picture 10">
            <a:extLst>
              <a:ext uri="{FF2B5EF4-FFF2-40B4-BE49-F238E27FC236}">
                <a16:creationId xmlns:a16="http://schemas.microsoft.com/office/drawing/2014/main" id="{E400521A-5BA6-C0BD-675D-A105734EEB6E}"/>
              </a:ext>
            </a:extLst>
          </p:cNvPr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44" cstate="print"/>
          <a:srcRect/>
          <a:stretch>
            <a:fillRect/>
          </a:stretch>
        </p:blipFill>
        <p:spPr bwMode="auto">
          <a:xfrm>
            <a:off x="214313" y="2571750"/>
            <a:ext cx="4237037" cy="27860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7" name="Rectangle 8">
            <a:extLst>
              <a:ext uri="{FF2B5EF4-FFF2-40B4-BE49-F238E27FC236}">
                <a16:creationId xmlns:a16="http://schemas.microsoft.com/office/drawing/2014/main" id="{31C41A73-84AA-D631-9D33-F8B48A02DF4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42844" y="2500306"/>
            <a:ext cx="649287" cy="571504"/>
          </a:xfrm>
          <a:prstGeom prst="round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215069" r="-534256" b="-115069"/>
            </a:path>
            <a:tileRect l="-23288" t="-1373163" r="-1191799" b="-1703301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 prst="angle"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3</a:t>
            </a:r>
          </a:p>
        </p:txBody>
      </p:sp>
      <p:sp useBgFill="1">
        <p:nvSpPr>
          <p:cNvPr id="79" name="Rectangle 8">
            <a:extLst>
              <a:ext uri="{FF2B5EF4-FFF2-40B4-BE49-F238E27FC236}">
                <a16:creationId xmlns:a16="http://schemas.microsoft.com/office/drawing/2014/main" id="{8B4285F3-19E7-2B64-FF98-FAC40148D853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15</a:t>
            </a:r>
          </a:p>
        </p:txBody>
      </p:sp>
      <p:pic>
        <p:nvPicPr>
          <p:cNvPr id="42" name="Picture 49">
            <a:hlinkClick r:id="" action="ppaction://media"/>
            <a:extLst>
              <a:ext uri="{FF2B5EF4-FFF2-40B4-BE49-F238E27FC236}">
                <a16:creationId xmlns:a16="http://schemas.microsoft.com/office/drawing/2014/main" id="{6D71C8A7-387E-8678-0EC4-B6BE15D3C45C}"/>
              </a:ext>
            </a:extLst>
          </p:cNvPr>
          <p:cNvPicPr>
            <a:picLocks noRot="1" noChangeAspect="1" noChangeArrowheads="1"/>
          </p:cNvPicPr>
          <p:nvPr>
            <a:wavAudioFile r:embed="rId7" name="MSj01166140000[1].wav"/>
            <p:custDataLst>
              <p:tags r:id="rId8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50">
            <a:hlinkClick r:id="" action="ppaction://media"/>
            <a:extLst>
              <a:ext uri="{FF2B5EF4-FFF2-40B4-BE49-F238E27FC236}">
                <a16:creationId xmlns:a16="http://schemas.microsoft.com/office/drawing/2014/main" id="{18E9E3E2-9E65-688E-E318-139EB19C702B}"/>
              </a:ext>
            </a:extLst>
          </p:cNvPr>
          <p:cNvPicPr>
            <a:picLocks noRot="1" noChangeAspect="1" noChangeArrowheads="1"/>
          </p:cNvPicPr>
          <p:nvPr>
            <a:wavAudioFile r:embed="rId9" name="MSj01166110000[1].wav"/>
            <p:custDataLst>
              <p:tags r:id="rId10"/>
            </p:custDataLst>
          </p:nvPr>
        </p:nvPicPr>
        <p:blipFill>
          <a:blip r:embed="rId4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Oval 40">
            <a:extLst>
              <a:ext uri="{FF2B5EF4-FFF2-40B4-BE49-F238E27FC236}">
                <a16:creationId xmlns:a16="http://schemas.microsoft.com/office/drawing/2014/main" id="{62CFBA85-A3D5-2274-F042-E44100DC46D0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86D03764-8935-2EA9-8281-2862F1D6B68E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9BF28E5B-B37C-6131-4D1E-5E012F566582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4DF29DAB-5FC3-ACE7-2794-287EB684CC3F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60CEB6F0-BCA0-0AAF-2065-08C1140EE39D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9129F5D4-020B-0093-008B-AADC40883891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3C4EF729-84E2-4416-BC4F-D357CE031B76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9367341A-6C56-32E5-7F5F-C94E52E965C0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DDFFBBF5-6195-E10E-F222-1BEF27A73F14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DA6B623D-E9F0-F54A-46C6-52E3757B6BF7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498B56C8-C093-A568-B26E-843568D859EC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48F76C97-096C-E1F2-B8A1-DAD3663C5FF1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D53E9C2F-86C0-EC55-AF40-656E97F330EE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9F2BD5A7-D75A-CDBD-249F-2BEC99E0FD37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7F3CBF8A-9B06-4806-8B95-7800EFF79FD0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B75B79A0-56F8-14C0-076E-975D39889EFC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29F0B607-5003-7817-06F1-5731FAE51A8F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F8084AC7-48A8-2F84-F91D-A20A6A352E99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C264B832-5ABB-6C6F-F7FE-049B83EA018B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43D96E2D-5178-E510-362B-F8D1E69EBBD0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3F219396-E3E7-D705-5C11-FA56B01A3456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1ACD9F9C-5ABD-3E4B-0C87-6474D7A657CC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6ED7DB99-A535-D88D-5C9C-FB1C8E7EEBA6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97B176BD-2923-2776-2506-195160675F5E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3685490E-3112-FD90-5892-DB7077C36200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F80417CD-CCED-145C-B75C-2F488B64F375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7D4B07BC-1DBD-F8C7-50EC-E7C75A154ED1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6" name="Oval 40">
            <a:extLst>
              <a:ext uri="{FF2B5EF4-FFF2-40B4-BE49-F238E27FC236}">
                <a16:creationId xmlns:a16="http://schemas.microsoft.com/office/drawing/2014/main" id="{72D84090-8805-881A-49DC-AAB6A93AAC43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5D1E674D-7DAA-4B73-16C9-E0B1DD8BF28A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8588DF7B-1A45-6DE3-EEAE-6AB8C2536AEE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BD0CE531-0055-5C81-7BCF-EF4FE908604A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80" name="AutoShape 7">
            <a:hlinkClick r:id="rId46" action="ppaction://hlinksldjump"/>
            <a:extLst>
              <a:ext uri="{FF2B5EF4-FFF2-40B4-BE49-F238E27FC236}">
                <a16:creationId xmlns:a16="http://schemas.microsoft.com/office/drawing/2014/main" id="{4C56A65C-2594-92A9-D586-C2B1A14D8A3E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40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40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40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40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1490" fill="hold"/>
                                        <p:tgtEl>
                                          <p:spTgt spid="4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17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8" dur="1867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 nodeType="clickPar">
                      <p:stCondLst>
                        <p:cond delay="0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3" dur="1867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audio>
              <p:cMediaNode>
                <p:cTn id="12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  <p:audio>
              <p:cMediaNode>
                <p:cTn id="1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3"/>
                </p:tgtEl>
              </p:cMediaNode>
            </p:audio>
          </p:childTnLst>
        </p:cTn>
      </p:par>
    </p:tnLst>
    <p:bldLst>
      <p:bldP spid="46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re 9">
            <a:extLst>
              <a:ext uri="{FF2B5EF4-FFF2-40B4-BE49-F238E27FC236}">
                <a16:creationId xmlns:a16="http://schemas.microsoft.com/office/drawing/2014/main" id="{F7B1CC53-E11F-8862-2F1C-0F397C4275E2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altLang="fr-FR"/>
              <a:t>Réponse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357A49D5-FD8D-8C32-25D2-12411888EE09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648200" y="2143125"/>
            <a:ext cx="4038600" cy="3273425"/>
          </a:xfrm>
        </p:spPr>
        <p:txBody>
          <a:bodyPr/>
          <a:lstStyle/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d’engins de chantier</a:t>
            </a:r>
            <a:r>
              <a:rPr lang="fr-CA" altLang="fr-FR" sz="280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d’engins de chantier nordique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de grues</a:t>
            </a:r>
            <a:r>
              <a:rPr lang="fr-CA" altLang="fr-FR" sz="2800"/>
              <a:t> 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>
                <a:solidFill>
                  <a:srgbClr val="FF0000"/>
                </a:solidFill>
              </a:rPr>
              <a:t>Forage au diamant</a:t>
            </a:r>
            <a:r>
              <a:rPr lang="fr-CA" altLang="fr-FR" sz="280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1D529A91-7306-9B49-0507-8217CF7E2C3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8313" y="1484313"/>
            <a:ext cx="82073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CA" altLang="fr-FR" sz="3200"/>
              <a:t> </a:t>
            </a:r>
          </a:p>
        </p:txBody>
      </p:sp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A3033D5C-BDE8-5B1B-6562-22D7FCB8CF4D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15</a:t>
            </a:r>
          </a:p>
        </p:txBody>
      </p:sp>
      <p:sp useBgFill="1">
        <p:nvSpPr>
          <p:cNvPr id="13" name="AutoShape 7">
            <a:hlinkClick r:id="rId9" action="ppaction://hlinksldjump"/>
            <a:extLst>
              <a:ext uri="{FF2B5EF4-FFF2-40B4-BE49-F238E27FC236}">
                <a16:creationId xmlns:a16="http://schemas.microsoft.com/office/drawing/2014/main" id="{66502C7B-B590-B0AA-3F30-CA323DD0C49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pic>
        <p:nvPicPr>
          <p:cNvPr id="10" name="Picture 7" descr="Drilling Contractor">
            <a:extLst>
              <a:ext uri="{FF2B5EF4-FFF2-40B4-BE49-F238E27FC236}">
                <a16:creationId xmlns:a16="http://schemas.microsoft.com/office/drawing/2014/main" id="{C98967AC-4202-D474-4FB1-DDF1B67E21FE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0" r:link="rId11" cstate="print"/>
          <a:srcRect/>
          <a:stretch>
            <a:fillRect/>
          </a:stretch>
        </p:blipFill>
        <p:spPr bwMode="auto">
          <a:xfrm>
            <a:off x="149220" y="2186000"/>
            <a:ext cx="4395787" cy="3028950"/>
          </a:xfrm>
          <a:prstGeom prst="roundRect">
            <a:avLst>
              <a:gd name="adj" fmla="val 16667"/>
            </a:avLst>
          </a:prstGeom>
          <a:noFill/>
          <a:ln w="9525">
            <a:noFill/>
            <a:miter lim="800000"/>
            <a:headEnd/>
            <a:tailEnd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2C27648A-B2FA-983F-EC53-39F8BF72EACA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142844" y="2185994"/>
            <a:ext cx="649287" cy="571504"/>
          </a:xfrm>
          <a:prstGeom prst="round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215069" r="-534256" b="-115069"/>
            </a:path>
            <a:tileRect l="-23288" t="-1373163" r="-1191799" b="-1703301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1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9" dur="indefinite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allAtOnce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D450C5BC-F653-6D89-F2F3-0001D5B797A7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C155BB4-21DC-D818-EE5F-2012F00B7743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648200" y="2000250"/>
            <a:ext cx="4038600" cy="3273425"/>
          </a:xfrm>
        </p:spPr>
        <p:txBody>
          <a:bodyPr/>
          <a:lstStyle/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Conduite </a:t>
            </a:r>
            <a:r>
              <a:rPr lang="fr-CA" altLang="fr-FR" sz="2800"/>
              <a:t>de machinerie lourde en voirie forestière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Extraction du minerai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>
                <a:solidFill>
                  <a:srgbClr val="FF0000"/>
                </a:solidFill>
              </a:rPr>
              <a:t>Forage et dynamitage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Forage au diamant</a:t>
            </a:r>
            <a:r>
              <a:rPr lang="fr-CA" altLang="fr-FR" sz="2800"/>
              <a:t> </a:t>
            </a:r>
          </a:p>
        </p:txBody>
      </p:sp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206AC79D-AFEF-7279-6FF6-55986FB191C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15</a:t>
            </a:r>
          </a:p>
        </p:txBody>
      </p:sp>
      <p:sp useBgFill="1">
        <p:nvSpPr>
          <p:cNvPr id="13" name="AutoShape 7">
            <a:hlinkClick r:id="rId9" action="ppaction://hlinksldjump"/>
            <a:extLst>
              <a:ext uri="{FF2B5EF4-FFF2-40B4-BE49-F238E27FC236}">
                <a16:creationId xmlns:a16="http://schemas.microsoft.com/office/drawing/2014/main" id="{57B3DCF9-4B76-2B77-8CC5-6FA1402E826F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pic>
        <p:nvPicPr>
          <p:cNvPr id="9" name="Picture 9" descr="image">
            <a:extLst>
              <a:ext uri="{FF2B5EF4-FFF2-40B4-BE49-F238E27FC236}">
                <a16:creationId xmlns:a16="http://schemas.microsoft.com/office/drawing/2014/main" id="{27B048B3-459A-2B37-B377-E21681A6B42F}"/>
              </a:ext>
            </a:extLst>
          </p:cNvPr>
          <p:cNvPicPr>
            <a:picLocks noGrp="1" noChangeAspect="1" noChangeArrowheads="1"/>
          </p:cNvPicPr>
          <p:nvPr>
            <p:ph sz="half" idx="1"/>
            <p:custDataLst>
              <p:tags r:id="rId5"/>
            </p:custDataLst>
          </p:nvPr>
        </p:nvPicPr>
        <p:blipFill>
          <a:blip r:embed="rId10" r:link="rId11" cstate="print"/>
          <a:srcRect/>
          <a:stretch>
            <a:fillRect/>
          </a:stretch>
        </p:blipFill>
        <p:spPr>
          <a:xfrm>
            <a:off x="214313" y="2143122"/>
            <a:ext cx="4186237" cy="2784475"/>
          </a:xfrm>
          <a:prstGeom prst="roundRect">
            <a:avLst>
              <a:gd name="adj" fmla="val 16667"/>
            </a:avLst>
          </a:prstGeom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Rectangle 8">
            <a:extLst>
              <a:ext uri="{FF2B5EF4-FFF2-40B4-BE49-F238E27FC236}">
                <a16:creationId xmlns:a16="http://schemas.microsoft.com/office/drawing/2014/main" id="{0A88B6FB-0F9B-31F6-31D2-F63B8CF553F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42844" y="2143116"/>
            <a:ext cx="649287" cy="571504"/>
          </a:xfrm>
          <a:prstGeom prst="round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215069" r="-534256" b="-115069"/>
            </a:path>
            <a:tileRect l="-23288" t="-1373163" r="-1191799" b="-1703301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 prst="angle"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D85066A-5B52-B962-46F0-66A74D52AF28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C5C2AF3B-4F85-6939-42EA-88C076D99DA9}"/>
              </a:ext>
            </a:extLst>
          </p:cNvPr>
          <p:cNvSpPr>
            <a:spLocks noGrp="1" noChangeArrowheads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4648200" y="2205038"/>
            <a:ext cx="4316413" cy="3600450"/>
          </a:xfrm>
        </p:spPr>
        <p:txBody>
          <a:bodyPr/>
          <a:lstStyle/>
          <a:p>
            <a:pPr marL="533400" indent="-533400" eaLnBrk="1" hangingPunct="1">
              <a:buFontTx/>
              <a:buAutoNum type="alphaLcParenR"/>
            </a:pPr>
            <a:r>
              <a:rPr lang="fr-FR" altLang="fr-FR" sz="2800">
                <a:solidFill>
                  <a:srgbClr val="E81818"/>
                </a:solidFill>
              </a:rPr>
              <a:t>Conduite d’engins de chantier</a:t>
            </a:r>
            <a:endParaRPr lang="fr-CA" altLang="fr-FR" sz="2800">
              <a:solidFill>
                <a:srgbClr val="E81818"/>
              </a:solidFill>
            </a:endParaRP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Extraction du minerai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CA" altLang="fr-FR" sz="2800"/>
              <a:t>Conduite de machines de traitement du minerai</a:t>
            </a:r>
          </a:p>
          <a:p>
            <a:pPr marL="533400" indent="-533400" eaLnBrk="1" hangingPunct="1">
              <a:buFontTx/>
              <a:buAutoNum type="alphaLcParenR"/>
            </a:pPr>
            <a:r>
              <a:rPr lang="fr-FR" altLang="fr-FR" sz="2800"/>
              <a:t>Forage au diamant</a:t>
            </a:r>
            <a:r>
              <a:rPr lang="fr-CA" altLang="fr-FR" sz="2800"/>
              <a:t> </a:t>
            </a:r>
          </a:p>
        </p:txBody>
      </p:sp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1BB56ED1-674D-3A33-68B8-0269BDE358A7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15</a:t>
            </a:r>
          </a:p>
        </p:txBody>
      </p:sp>
      <p:sp useBgFill="1">
        <p:nvSpPr>
          <p:cNvPr id="17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9FB06C74-92E3-8C2A-C324-940BD8E68E67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00FF310C-5E0A-45E4-4BA8-B3D0403A2688}"/>
              </a:ext>
            </a:extLst>
          </p:cNvPr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214313" y="2428874"/>
            <a:ext cx="4237037" cy="27860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43ED869-A02D-AB48-0A63-90617B1DAAB1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42844" y="2357430"/>
            <a:ext cx="649287" cy="571504"/>
          </a:xfrm>
          <a:prstGeom prst="round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215069" r="-534256" b="-115069"/>
            </a:path>
            <a:tileRect l="-23288" t="-1373163" r="-1191799" b="-1703301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 prst="angle"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3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5634F1AB-34EC-B7E9-21FB-031EAE56A52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51205" name="Rectangle 2">
            <a:extLst>
              <a:ext uri="{FF2B5EF4-FFF2-40B4-BE49-F238E27FC236}">
                <a16:creationId xmlns:a16="http://schemas.microsoft.com/office/drawing/2014/main" id="{88676D23-B562-3EF6-D1F3-0001958B7D83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Métallurgie</a:t>
            </a: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0F5E48A0-805D-C24F-04A5-DB7F0CA90E3F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1"/>
            <a:ext cx="8043890" cy="3971940"/>
          </a:xfrm>
          <a:ln>
            <a:miter lim="800000"/>
            <a:headEnd/>
            <a:tailEnd/>
          </a:ln>
        </p:spPr>
        <p:txBody>
          <a:bodyPr/>
          <a:lstStyle/>
          <a:p>
            <a:pPr marL="609600" indent="-609600" eaLnBrk="1" hangingPunct="1">
              <a:buFontTx/>
              <a:buNone/>
              <a:defRPr/>
            </a:pPr>
            <a:r>
              <a:rPr lang="fr-CA" dirty="0"/>
              <a:t>Trouver l’intrus du secteur métallurgie</a:t>
            </a:r>
          </a:p>
          <a:p>
            <a:pPr marL="609600" indent="-609600" eaLnBrk="1" hangingPunct="1">
              <a:buFontTx/>
              <a:buNone/>
              <a:defRPr/>
            </a:pPr>
            <a:endParaRPr lang="fr-CA" dirty="0"/>
          </a:p>
          <a:p>
            <a:pPr marL="2781300" lvl="5" indent="-609600">
              <a:buFontTx/>
              <a:buAutoNum type="alphaLcParenR"/>
              <a:defRPr/>
            </a:pPr>
            <a:r>
              <a:rPr lang="fr-CA" sz="3600" dirty="0"/>
              <a:t>Acier</a:t>
            </a:r>
          </a:p>
          <a:p>
            <a:pPr marL="2781300" lvl="5" indent="-609600">
              <a:buFontTx/>
              <a:buAutoNum type="alphaLcParenR"/>
              <a:defRPr/>
            </a:pPr>
            <a:r>
              <a:rPr lang="fr-CA" sz="3600" dirty="0"/>
              <a:t>Sodium</a:t>
            </a:r>
          </a:p>
          <a:p>
            <a:pPr marL="2781300" lvl="5" indent="-609600">
              <a:buFontTx/>
              <a:buAutoNum type="alphaLcParenR"/>
              <a:defRPr/>
            </a:pPr>
            <a:r>
              <a:rPr lang="fr-CA" sz="3600" dirty="0"/>
              <a:t>Aluminium</a:t>
            </a:r>
          </a:p>
          <a:p>
            <a:pPr marL="2781300" lvl="5" indent="-609600">
              <a:buFontTx/>
              <a:buAutoNum type="alphaLcParenR"/>
              <a:defRPr/>
            </a:pPr>
            <a:r>
              <a:rPr lang="fr-CA" sz="3600" dirty="0"/>
              <a:t>Magnésium</a:t>
            </a:r>
          </a:p>
        </p:txBody>
      </p:sp>
      <p:sp useBgFill="1">
        <p:nvSpPr>
          <p:cNvPr id="72" name="Rectangle 8">
            <a:extLst>
              <a:ext uri="{FF2B5EF4-FFF2-40B4-BE49-F238E27FC236}">
                <a16:creationId xmlns:a16="http://schemas.microsoft.com/office/drawing/2014/main" id="{36BBC25C-AC51-9561-8354-B3C55AFD1C5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16</a:t>
            </a:r>
          </a:p>
        </p:txBody>
      </p:sp>
      <p:pic>
        <p:nvPicPr>
          <p:cNvPr id="104" name="Picture 49">
            <a:hlinkClick r:id="" action="ppaction://media"/>
            <a:extLst>
              <a:ext uri="{FF2B5EF4-FFF2-40B4-BE49-F238E27FC236}">
                <a16:creationId xmlns:a16="http://schemas.microsoft.com/office/drawing/2014/main" id="{2113899E-65DD-2EED-0991-B78EBE66FFB1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" name="Picture 50">
            <a:hlinkClick r:id="" action="ppaction://media"/>
            <a:extLst>
              <a:ext uri="{FF2B5EF4-FFF2-40B4-BE49-F238E27FC236}">
                <a16:creationId xmlns:a16="http://schemas.microsoft.com/office/drawing/2014/main" id="{E410A106-41AA-2AAE-8585-2548B123E410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6" name="Oval 40">
            <a:extLst>
              <a:ext uri="{FF2B5EF4-FFF2-40B4-BE49-F238E27FC236}">
                <a16:creationId xmlns:a16="http://schemas.microsoft.com/office/drawing/2014/main" id="{F8CEE0A5-3A94-68FC-96C2-D9BA4993D563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B724E691-5BEB-FA59-4B91-444AE26916A3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27D021E6-349A-2522-49D8-C7BEE0668B2F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BC4C267E-1005-0EE0-36CC-FC743A74C56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8BB32A98-F8D0-A982-B087-09A55EB1BB02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E64C12C1-BBE3-8723-E161-0B139DF7E868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DBFB9F14-D739-ACF2-E31B-2B8D8D08C30E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89BB0B8C-6A51-A51E-FCD9-45D6EEF2C4CC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E76401A7-009E-F16E-CB41-657E77665C2A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EF10C8EA-AE9B-06F0-BA3F-883CE0932B0D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BC5BF763-5311-3627-1E50-0D71F0D8BC5B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00B967F0-88A7-BF04-41D1-31B85C71D006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E8E0001B-8419-82BC-3191-7E1D2CB30564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04477D8B-A1A2-7264-FE72-B43EB2F12F5E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CDCA85DA-F4BB-5366-248A-6567F5E79D4F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0346B457-AC16-FC66-D258-6D7819BA370D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E18A6326-061C-BEAE-8549-BD46FE88E61B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E8B57F55-7D56-A546-39BD-0E042D25B82F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2810923B-ACCD-42CF-FB9E-BBF169E27D5E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25" name="Oval 40">
            <a:extLst>
              <a:ext uri="{FF2B5EF4-FFF2-40B4-BE49-F238E27FC236}">
                <a16:creationId xmlns:a16="http://schemas.microsoft.com/office/drawing/2014/main" id="{79C4E467-4535-8DE2-54D8-8E1EAEA7FAB2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26" name="Oval 40">
            <a:extLst>
              <a:ext uri="{FF2B5EF4-FFF2-40B4-BE49-F238E27FC236}">
                <a16:creationId xmlns:a16="http://schemas.microsoft.com/office/drawing/2014/main" id="{4F1F302D-E96C-3DF6-62C5-0EFB47538394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27" name="Oval 40">
            <a:extLst>
              <a:ext uri="{FF2B5EF4-FFF2-40B4-BE49-F238E27FC236}">
                <a16:creationId xmlns:a16="http://schemas.microsoft.com/office/drawing/2014/main" id="{654CAD9D-3A63-DF60-8527-BD2F20F653DB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28" name="Oval 40">
            <a:extLst>
              <a:ext uri="{FF2B5EF4-FFF2-40B4-BE49-F238E27FC236}">
                <a16:creationId xmlns:a16="http://schemas.microsoft.com/office/drawing/2014/main" id="{78AB119A-9E43-4E5A-225B-BB9C92CCA9F7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29" name="Oval 40">
            <a:extLst>
              <a:ext uri="{FF2B5EF4-FFF2-40B4-BE49-F238E27FC236}">
                <a16:creationId xmlns:a16="http://schemas.microsoft.com/office/drawing/2014/main" id="{F5A61AAD-8089-5CD2-E74B-FFD267A6D645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30" name="Oval 40">
            <a:extLst>
              <a:ext uri="{FF2B5EF4-FFF2-40B4-BE49-F238E27FC236}">
                <a16:creationId xmlns:a16="http://schemas.microsoft.com/office/drawing/2014/main" id="{2BB593D5-D97D-7F17-2AF3-EFFBEC84EC88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31" name="Oval 40">
            <a:extLst>
              <a:ext uri="{FF2B5EF4-FFF2-40B4-BE49-F238E27FC236}">
                <a16:creationId xmlns:a16="http://schemas.microsoft.com/office/drawing/2014/main" id="{7041726B-DA66-89A8-3F26-A266E209DCC2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32" name="Oval 40">
            <a:extLst>
              <a:ext uri="{FF2B5EF4-FFF2-40B4-BE49-F238E27FC236}">
                <a16:creationId xmlns:a16="http://schemas.microsoft.com/office/drawing/2014/main" id="{0736EF38-45F0-C70D-8BD1-96B8886DE001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33" name="Oval 40">
            <a:extLst>
              <a:ext uri="{FF2B5EF4-FFF2-40B4-BE49-F238E27FC236}">
                <a16:creationId xmlns:a16="http://schemas.microsoft.com/office/drawing/2014/main" id="{66FA80EF-EB51-60C4-108B-B9F9C8D387B2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34" name="Oval 40">
            <a:extLst>
              <a:ext uri="{FF2B5EF4-FFF2-40B4-BE49-F238E27FC236}">
                <a16:creationId xmlns:a16="http://schemas.microsoft.com/office/drawing/2014/main" id="{D3BF110C-3E19-51F1-801A-EC0EBC827701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35" name="Oval 40">
            <a:extLst>
              <a:ext uri="{FF2B5EF4-FFF2-40B4-BE49-F238E27FC236}">
                <a16:creationId xmlns:a16="http://schemas.microsoft.com/office/drawing/2014/main" id="{3C9A2158-74DB-4A37-44C1-44EFE7BE1CA6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36" name="Oval 40">
            <a:extLst>
              <a:ext uri="{FF2B5EF4-FFF2-40B4-BE49-F238E27FC236}">
                <a16:creationId xmlns:a16="http://schemas.microsoft.com/office/drawing/2014/main" id="{B32890B8-49FA-91D3-06EC-D4709475F4C5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1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B6E0C206-02E7-D85C-209D-E14F72D3A671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" fill="hold"/>
                                        <p:tgtEl>
                                          <p:spTgt spid="10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98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867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0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 nodeType="clickPar">
                      <p:stCondLst>
                        <p:cond delay="0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867" fill="hold"/>
                                        <p:tgtEl>
                                          <p:spTgt spid="10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4"/>
                  </p:tgtEl>
                </p:cond>
              </p:nextCondLst>
            </p:seq>
            <p:audio>
              <p:cMediaNode>
                <p:cTn id="10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4"/>
                </p:tgtEl>
              </p:cMediaNode>
            </p:audio>
            <p:audio>
              <p:cMediaNode>
                <p:cTn id="10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5"/>
                </p:tgtEl>
              </p:cMediaNode>
            </p:audio>
          </p:childTnLst>
        </p:cTn>
      </p:par>
    </p:tnLst>
    <p:bldLst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0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0EEFA3F-F749-D01B-ECF6-78C21CF556D0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Réponse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D30F841-5FFC-CD1A-3242-EB2888D072C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8229600" cy="382905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endParaRPr lang="fr-CA" altLang="fr-FR"/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>
                <a:solidFill>
                  <a:schemeClr val="bg1"/>
                </a:solidFill>
              </a:rPr>
              <a:t>Acier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>
                <a:solidFill>
                  <a:srgbClr val="C00000"/>
                </a:solidFill>
              </a:rPr>
              <a:t>Sodium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>
                <a:solidFill>
                  <a:schemeClr val="bg1"/>
                </a:solidFill>
              </a:rPr>
              <a:t>Aluminium</a:t>
            </a:r>
          </a:p>
          <a:p>
            <a:pPr marL="609600" indent="-609600" eaLnBrk="1" hangingPunct="1">
              <a:buFontTx/>
              <a:buAutoNum type="alphaLcParenR"/>
            </a:pPr>
            <a:r>
              <a:rPr lang="fr-CA" altLang="fr-FR">
                <a:solidFill>
                  <a:schemeClr val="bg1"/>
                </a:solidFill>
              </a:rPr>
              <a:t>Magnésium</a:t>
            </a:r>
          </a:p>
        </p:txBody>
      </p:sp>
      <p:pic>
        <p:nvPicPr>
          <p:cNvPr id="6" name="Image 5" descr="sodium.jpg">
            <a:extLst>
              <a:ext uri="{FF2B5EF4-FFF2-40B4-BE49-F238E27FC236}">
                <a16:creationId xmlns:a16="http://schemas.microsoft.com/office/drawing/2014/main" id="{18CBCBC3-375F-C8BF-2614-CF39FDD61E8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429125" y="1714500"/>
            <a:ext cx="3810000" cy="3810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4A7BB8BC-6904-BC0E-4ECE-65AC2CE683E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16</a:t>
            </a:r>
          </a:p>
        </p:txBody>
      </p:sp>
      <p:sp useBgFill="1">
        <p:nvSpPr>
          <p:cNvPr id="8" name="AutoShape 7">
            <a:hlinkClick r:id="rId9" action="ppaction://hlinksldjump"/>
            <a:extLst>
              <a:ext uri="{FF2B5EF4-FFF2-40B4-BE49-F238E27FC236}">
                <a16:creationId xmlns:a16="http://schemas.microsoft.com/office/drawing/2014/main" id="{9356EA8D-8F28-D360-2043-4F5B0069945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5" presetClass="emph" presetSubtype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allAtOnce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à coins arrondis 38">
            <a:extLst>
              <a:ext uri="{FF2B5EF4-FFF2-40B4-BE49-F238E27FC236}">
                <a16:creationId xmlns:a16="http://schemas.microsoft.com/office/drawing/2014/main" id="{CA1109C0-B955-4170-341F-EAD154A084E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53253" name="Rectangle 2">
            <a:extLst>
              <a:ext uri="{FF2B5EF4-FFF2-40B4-BE49-F238E27FC236}">
                <a16:creationId xmlns:a16="http://schemas.microsoft.com/office/drawing/2014/main" id="{4A32B88D-0A4E-E3B7-6AD3-B34FD900B41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Métallurgie</a:t>
            </a:r>
          </a:p>
        </p:txBody>
      </p:sp>
      <p:sp>
        <p:nvSpPr>
          <p:cNvPr id="46085" name="Rectangle 3">
            <a:extLst>
              <a:ext uri="{FF2B5EF4-FFF2-40B4-BE49-F238E27FC236}">
                <a16:creationId xmlns:a16="http://schemas.microsoft.com/office/drawing/2014/main" id="{846251BE-DD74-B2C9-97F2-1BDAEDE28B4A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1600200"/>
            <a:ext cx="8043863" cy="3971925"/>
          </a:xfrm>
        </p:spPr>
        <p:txBody>
          <a:bodyPr/>
          <a:lstStyle/>
          <a:p>
            <a:pPr marL="609600" indent="-609600" eaLnBrk="1" hangingPunct="1">
              <a:buFontTx/>
              <a:buNone/>
              <a:defRPr/>
            </a:pPr>
            <a:r>
              <a:rPr lang="fr-CA" dirty="0"/>
              <a:t>Voici quelques DEP de ce secteur : </a:t>
            </a:r>
          </a:p>
          <a:p>
            <a:pPr marL="609600" indent="-609600" eaLnBrk="1" hangingPunct="1">
              <a:buFontTx/>
              <a:buNone/>
              <a:defRPr/>
            </a:pPr>
            <a:endParaRPr lang="fr-CA" sz="1200" dirty="0"/>
          </a:p>
          <a:p>
            <a:pPr marL="742950" indent="-742950">
              <a:defRPr/>
            </a:pPr>
            <a:r>
              <a:rPr lang="fr-CA" sz="3600" dirty="0"/>
              <a:t>Ferblanterie-tôlerie</a:t>
            </a:r>
          </a:p>
          <a:p>
            <a:pPr marL="742950" indent="-742950">
              <a:defRPr/>
            </a:pPr>
            <a:r>
              <a:rPr lang="fr-CA" sz="3600" dirty="0"/>
              <a:t>Soudage-montage</a:t>
            </a:r>
          </a:p>
          <a:p>
            <a:pPr marL="742950" indent="-742950">
              <a:defRPr/>
            </a:pPr>
            <a:r>
              <a:rPr lang="fr-CA" sz="3600" dirty="0"/>
              <a:t>Chaudronnerie</a:t>
            </a:r>
          </a:p>
          <a:p>
            <a:pPr marL="742950" indent="-742950">
              <a:defRPr/>
            </a:pPr>
            <a:r>
              <a:rPr lang="fr-CA" sz="3600" dirty="0"/>
              <a:t>Pose d’armature du béton</a:t>
            </a:r>
          </a:p>
        </p:txBody>
      </p:sp>
      <p:sp useBgFill="1">
        <p:nvSpPr>
          <p:cNvPr id="72" name="Rectangle 8">
            <a:extLst>
              <a:ext uri="{FF2B5EF4-FFF2-40B4-BE49-F238E27FC236}">
                <a16:creationId xmlns:a16="http://schemas.microsoft.com/office/drawing/2014/main" id="{9DF9BD44-9CEC-5CC3-6BF9-1D5BB23D0418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16</a:t>
            </a:r>
          </a:p>
        </p:txBody>
      </p:sp>
      <p:sp useBgFill="1">
        <p:nvSpPr>
          <p:cNvPr id="40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6A5D3DAB-55EF-8381-A763-EC3F9C6648ED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811963" y="5853132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0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460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60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4608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50">
            <a:hlinkClick r:id="" action="ppaction://media"/>
            <a:extLst>
              <a:ext uri="{FF2B5EF4-FFF2-40B4-BE49-F238E27FC236}">
                <a16:creationId xmlns:a16="http://schemas.microsoft.com/office/drawing/2014/main" id="{E9573284-C01E-6B0B-A6C7-98CD52116EE8}"/>
              </a:ext>
            </a:extLst>
          </p:cNvPr>
          <p:cNvPicPr>
            <a:picLocks noRot="1" noChangeAspect="1" noChangeArrowheads="1"/>
          </p:cNvPicPr>
          <p:nvPr>
            <a:wavAudioFile r:embed="rId1" name="MSj01166110000[1].wav"/>
            <p:custDataLst>
              <p:tags r:id="rId2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49">
            <a:hlinkClick r:id="" action="ppaction://media"/>
            <a:extLst>
              <a:ext uri="{FF2B5EF4-FFF2-40B4-BE49-F238E27FC236}">
                <a16:creationId xmlns:a16="http://schemas.microsoft.com/office/drawing/2014/main" id="{482F8E99-4CEC-333C-9CE8-3033AEA94A7B}"/>
              </a:ext>
            </a:extLst>
          </p:cNvPr>
          <p:cNvPicPr>
            <a:picLocks noRot="1" noChangeAspect="1" noChangeArrowheads="1"/>
          </p:cNvPicPr>
          <p:nvPr>
            <a:wavAudioFile r:embed="rId3" name="MSj01166140000[1].wav"/>
            <p:custDataLst>
              <p:tags r:id="rId4"/>
            </p:custDataLst>
          </p:nvPr>
        </p:nvPicPr>
        <p:blipFill>
          <a:blip r:embed="rId4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276" name="Rectangle 2">
            <a:extLst>
              <a:ext uri="{FF2B5EF4-FFF2-40B4-BE49-F238E27FC236}">
                <a16:creationId xmlns:a16="http://schemas.microsoft.com/office/drawing/2014/main" id="{93D24ABE-EB97-E1B8-53CB-5756819A3B7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Ce secteur est le lien entre ces images?</a:t>
            </a:r>
          </a:p>
        </p:txBody>
      </p:sp>
      <p:pic>
        <p:nvPicPr>
          <p:cNvPr id="48134" name="Picture 8">
            <a:extLst>
              <a:ext uri="{FF2B5EF4-FFF2-40B4-BE49-F238E27FC236}">
                <a16:creationId xmlns:a16="http://schemas.microsoft.com/office/drawing/2014/main" id="{8CCF7494-054E-1728-1F9A-CD57400EDC29}"/>
              </a:ext>
            </a:extLst>
          </p:cNvPr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47" cstate="print"/>
          <a:srcRect/>
          <a:stretch>
            <a:fillRect/>
          </a:stretch>
        </p:blipFill>
        <p:spPr bwMode="auto">
          <a:xfrm>
            <a:off x="571500" y="2857500"/>
            <a:ext cx="1762125" cy="6175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135" name="Picture 9" descr="http://www.seeklogo.com/images/K/KENWORTH-logo-32463CD51C-seeklogo.com.gif">
            <a:extLst>
              <a:ext uri="{FF2B5EF4-FFF2-40B4-BE49-F238E27FC236}">
                <a16:creationId xmlns:a16="http://schemas.microsoft.com/office/drawing/2014/main" id="{B0580231-8E1F-50C5-1E0B-A31B165E2EE1}"/>
              </a:ext>
            </a:extLst>
          </p:cNvPr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48" r:link="rId49" cstate="print"/>
          <a:srcRect/>
          <a:stretch>
            <a:fillRect/>
          </a:stretch>
        </p:blipFill>
        <p:spPr bwMode="auto">
          <a:xfrm>
            <a:off x="3419475" y="1700213"/>
            <a:ext cx="1905000" cy="1905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136" name="Picture 10" descr="http://media.truckblog.com/ai/2007/2197.jpg">
            <a:extLst>
              <a:ext uri="{FF2B5EF4-FFF2-40B4-BE49-F238E27FC236}">
                <a16:creationId xmlns:a16="http://schemas.microsoft.com/office/drawing/2014/main" id="{C24BBCFC-96CF-9789-A351-0FC524371F8C}"/>
              </a:ext>
            </a:extLst>
          </p:cNvPr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50" r:link="rId51" cstate="print"/>
          <a:srcRect/>
          <a:stretch>
            <a:fillRect/>
          </a:stretch>
        </p:blipFill>
        <p:spPr bwMode="auto">
          <a:xfrm>
            <a:off x="7019925" y="1770063"/>
            <a:ext cx="1235075" cy="1371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137" name="Picture 11">
            <a:extLst>
              <a:ext uri="{FF2B5EF4-FFF2-40B4-BE49-F238E27FC236}">
                <a16:creationId xmlns:a16="http://schemas.microsoft.com/office/drawing/2014/main" id="{827D1C69-15D4-8E71-F9EF-2133B62E90D9}"/>
              </a:ext>
            </a:extLst>
          </p:cNvPr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52" cstate="print"/>
          <a:srcRect/>
          <a:stretch>
            <a:fillRect/>
          </a:stretch>
        </p:blipFill>
        <p:spPr bwMode="auto">
          <a:xfrm>
            <a:off x="5786438" y="3571875"/>
            <a:ext cx="1819275" cy="1219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8138" name="Picture 12">
            <a:extLst>
              <a:ext uri="{FF2B5EF4-FFF2-40B4-BE49-F238E27FC236}">
                <a16:creationId xmlns:a16="http://schemas.microsoft.com/office/drawing/2014/main" id="{AA136FAD-F4B9-7A5A-2C26-383B0518FF53}"/>
              </a:ext>
            </a:extLst>
          </p:cNvPr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53" cstate="print"/>
          <a:srcRect/>
          <a:stretch>
            <a:fillRect/>
          </a:stretch>
        </p:blipFill>
        <p:spPr bwMode="auto">
          <a:xfrm>
            <a:off x="357188" y="3857625"/>
            <a:ext cx="3429000" cy="90646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4" name="Image 43" descr="logo.png">
            <a:extLst>
              <a:ext uri="{FF2B5EF4-FFF2-40B4-BE49-F238E27FC236}">
                <a16:creationId xmlns:a16="http://schemas.microsoft.com/office/drawing/2014/main" id="{49238EB5-91F4-23AB-A858-58818529DCF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3" y="1643063"/>
            <a:ext cx="19812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77" name="AutoShape 7">
            <a:hlinkClick r:id="rId55" action="ppaction://hlinksldjump"/>
            <a:extLst>
              <a:ext uri="{FF2B5EF4-FFF2-40B4-BE49-F238E27FC236}">
                <a16:creationId xmlns:a16="http://schemas.microsoft.com/office/drawing/2014/main" id="{C1AAC321-E087-D387-E992-EBE8BD121AB5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 useBgFill="1">
        <p:nvSpPr>
          <p:cNvPr id="78" name="Rectangle 8">
            <a:extLst>
              <a:ext uri="{FF2B5EF4-FFF2-40B4-BE49-F238E27FC236}">
                <a16:creationId xmlns:a16="http://schemas.microsoft.com/office/drawing/2014/main" id="{F014EC68-8B6A-A36D-1F60-9E40157FFED6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17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8C7E2351-AC56-CD36-D783-CC411BE7C026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FC27CD0D-54E3-6C62-FC87-B5081F60C248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FDAE040A-A4C7-EBEE-F4A9-316EB4FD73A6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E4DC85E3-5899-C5AE-B8E2-503A64B7CC94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697EA2A3-A43E-B696-4C6F-1B5130A6798E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19312879-E2D9-457E-6D2D-89A08EA85906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5C08AF05-CDE4-4A62-1D61-A02443709C6E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9D7A8215-720A-CDE3-0809-A89C2A451225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99395D7E-DBB4-D354-C052-234C837D05E6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736BA330-8907-6BB7-FBD8-265F04A98629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593643EA-107F-787C-F1CA-2976A9C3F0D8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75DD5165-CF23-9B23-D9A0-BE404E7A1972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067E45B2-818D-A75F-8456-ED542735DE6E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6C2D2550-7D03-983D-0FFF-EFC90780B1E6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B960FF3D-D756-C6C0-FEB2-7575A3F5D161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17BD56D2-4FA4-9249-DA71-11FABA951756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2CFB8EDA-9C39-BAB2-8743-B06802584E78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D6E01F84-71F0-5C4D-6401-FE4D281A85E4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96F26C71-843D-9210-3B82-C3B674647DE0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C949E984-D89B-4952-ED2D-4F491CA63658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1D9914F8-B60E-9F91-2B8D-84164C59AC67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26B9AE05-20C7-6904-2F47-FEEE3C8EB869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E982F966-5867-7E1D-E953-E32762445275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50B50ED7-578B-47ED-EEB7-A874D1B6C0E8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BA4F5562-CE51-EE37-F88A-A44223E9B124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6" name="Oval 40">
            <a:extLst>
              <a:ext uri="{FF2B5EF4-FFF2-40B4-BE49-F238E27FC236}">
                <a16:creationId xmlns:a16="http://schemas.microsoft.com/office/drawing/2014/main" id="{C35C07C0-9888-99EE-FF4E-E48F4ECBD3B7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557E889A-3203-6F5A-C76D-DC0345159337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0FDFCD49-41FD-21A4-FC77-D70D36FBA530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59A6A596-A336-06A9-A4DB-9A8B96DF6FC6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DA4C59EE-2C20-F55F-CD6F-C5FA4FC45947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B8DAC971-3D56-E9E2-E8C9-B70D2BB5A656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8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5" dur="1490" fill="hold"/>
                                        <p:tgtEl>
                                          <p:spTgt spid="8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17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8" dur="1867" fill="hold"/>
                                        <p:tgtEl>
                                          <p:spTgt spid="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7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 nodeType="clickPar">
                      <p:stCondLst>
                        <p:cond delay="0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3" dur="1867" fill="hold"/>
                                        <p:tgtEl>
                                          <p:spTgt spid="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9"/>
                  </p:tgtEl>
                </p:cond>
              </p:nextCondLst>
            </p:seq>
            <p:audio>
              <p:cMediaNode>
                <p:cTn id="12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9"/>
                </p:tgtEl>
              </p:cMediaNode>
            </p:audio>
            <p:audio>
              <p:cMediaNode>
                <p:cTn id="1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0"/>
                </p:tgtEl>
              </p:cMediaNode>
            </p:audio>
          </p:childTnLst>
        </p:cTn>
      </p:par>
    </p:tnLst>
    <p:bldLst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1163.wav">
            <a:hlinkClick r:id="" action="ppaction://media"/>
            <a:extLst>
              <a:ext uri="{FF2B5EF4-FFF2-40B4-BE49-F238E27FC236}">
                <a16:creationId xmlns:a16="http://schemas.microsoft.com/office/drawing/2014/main" id="{8CA65E22-1739-D29C-2C81-35BEE8A58AAD}"/>
              </a:ext>
            </a:extLst>
          </p:cNvPr>
          <p:cNvPicPr>
            <a:picLocks noRot="1" noChangeAspect="1"/>
          </p:cNvPicPr>
          <p:nvPr>
            <a:wavAudioFile r:embed="rId1" name="1163.wav"/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6688" y="60007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1653.mp3">
            <a:hlinkClick r:id="" action="ppaction://media"/>
            <a:extLst>
              <a:ext uri="{FF2B5EF4-FFF2-40B4-BE49-F238E27FC236}">
                <a16:creationId xmlns:a16="http://schemas.microsoft.com/office/drawing/2014/main" id="{65E64256-D973-AFF0-07FD-D800995B6966}"/>
              </a:ext>
            </a:extLst>
          </p:cNvPr>
          <p:cNvPicPr>
            <a:picLocks noRot="1" noChangeAspect="1"/>
          </p:cNvPicPr>
          <p:nvPr>
            <a:audioFile r:link="rId2"/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0" y="60007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1163.mp3">
            <a:hlinkClick r:id="" action="ppaction://media"/>
            <a:extLst>
              <a:ext uri="{FF2B5EF4-FFF2-40B4-BE49-F238E27FC236}">
                <a16:creationId xmlns:a16="http://schemas.microsoft.com/office/drawing/2014/main" id="{0AF47A0F-3BC2-5BA7-B427-C0E701E0BB6E}"/>
              </a:ext>
            </a:extLst>
          </p:cNvPr>
          <p:cNvPicPr>
            <a:picLocks noRot="1" noChangeAspect="1"/>
          </p:cNvPicPr>
          <p:nvPr>
            <a:audioFile r:link="rId3"/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25" y="600075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A6E47312-35EE-9EA0-E049-031172C112A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71472" y="1500188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F890AC72-1578-D84E-07DC-77302A802254}"/>
              </a:ext>
            </a:extLst>
          </p:cNvPr>
          <p:cNvSpPr>
            <a:spLocks noGrp="1" noChangeArrowheads="1"/>
          </p:cNvSpPr>
          <p:nvPr>
            <p:ph type="ctrTitle"/>
            <p:custDataLst>
              <p:tags r:id="rId5"/>
            </p:custDataLst>
          </p:nvPr>
        </p:nvSpPr>
        <p:spPr>
          <a:xfrm>
            <a:off x="714375" y="1357313"/>
            <a:ext cx="7772400" cy="1470025"/>
          </a:xfrm>
        </p:spPr>
        <p:txBody>
          <a:bodyPr/>
          <a:lstStyle/>
          <a:p>
            <a:pPr eaLnBrk="1" hangingPunct="1"/>
            <a:r>
              <a:rPr lang="fr-CA" altLang="fr-FR"/>
              <a:t>Transport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991A203-FE1E-64C6-FB12-1AA851CBA0F4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28663" y="214313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fr-CA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Réponse </a:t>
            </a:r>
          </a:p>
        </p:txBody>
      </p:sp>
      <p:pic>
        <p:nvPicPr>
          <p:cNvPr id="8" name="Image 7" descr="920527-puzzle-500-pieces-camion-_GD.jpg">
            <a:extLst>
              <a:ext uri="{FF2B5EF4-FFF2-40B4-BE49-F238E27FC236}">
                <a16:creationId xmlns:a16="http://schemas.microsoft.com/office/drawing/2014/main" id="{D675A1D7-EFAA-D382-A471-22C614B1589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4" cstate="print"/>
          <a:srcRect t="22218" b="20828"/>
          <a:stretch>
            <a:fillRect/>
          </a:stretch>
        </p:blipFill>
        <p:spPr bwMode="auto">
          <a:xfrm>
            <a:off x="2000232" y="2857496"/>
            <a:ext cx="5143500" cy="2928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7E4F8D-E515-2E9B-AF9B-353FF7BAED9D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17</a:t>
            </a:r>
          </a:p>
        </p:txBody>
      </p:sp>
      <p:sp useBgFill="1">
        <p:nvSpPr>
          <p:cNvPr id="11" name="AutoShape 7">
            <a:hlinkClick r:id="rId15" action="ppaction://hlinksldjump"/>
            <a:extLst>
              <a:ext uri="{FF2B5EF4-FFF2-40B4-BE49-F238E27FC236}">
                <a16:creationId xmlns:a16="http://schemas.microsoft.com/office/drawing/2014/main" id="{CDB35D48-EE83-78FE-0A55-DED40EF84724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9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0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1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2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3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3964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2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245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2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  <p:audio>
              <p:cMediaNode>
                <p:cTn id="2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  <p:audio>
              <p:cMediaNode>
                <p:cTn id="2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  <p:bldLst>
      <p:bldP spid="4915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7032420-FBE3-15C7-F309-55926685BF01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fr-CA" sz="4000" dirty="0"/>
              <a:t>Les termes en </a:t>
            </a:r>
            <a:r>
              <a:rPr lang="fr-CA" sz="4000" u="sng" dirty="0">
                <a:solidFill>
                  <a:schemeClr val="folHlink"/>
                </a:solidFill>
                <a:ea typeface="+mn-ea"/>
                <a:cs typeface="+mn-cs"/>
              </a:rPr>
              <a:t>rouge</a:t>
            </a:r>
            <a:r>
              <a:rPr lang="fr-CA" sz="4000" dirty="0"/>
              <a:t> sont liés à ce secteur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A729FC8A-CBC0-89F8-0915-DC5A42BEC16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571500" y="1643063"/>
            <a:ext cx="8229600" cy="41433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CA" altLang="fr-FR"/>
              <a:t>   « </a:t>
            </a:r>
            <a:r>
              <a:rPr lang="fr-CA" altLang="fr-FR" sz="3600"/>
              <a:t>Vous sortez du </a:t>
            </a:r>
            <a:r>
              <a:rPr lang="fr-CA" altLang="fr-FR" sz="3600" b="1" u="sng">
                <a:solidFill>
                  <a:schemeClr val="folHlink"/>
                </a:solidFill>
              </a:rPr>
              <a:t>sac de couchage</a:t>
            </a:r>
            <a:r>
              <a:rPr lang="fr-CA" altLang="fr-FR" sz="3600" b="1">
                <a:solidFill>
                  <a:schemeClr val="folHlink"/>
                </a:solidFill>
              </a:rPr>
              <a:t> </a:t>
            </a:r>
            <a:r>
              <a:rPr lang="fr-CA" altLang="fr-FR" sz="3600"/>
              <a:t>et vous enfilez votre </a:t>
            </a:r>
            <a:r>
              <a:rPr lang="fr-CA" altLang="fr-FR" sz="3600" b="1" u="sng">
                <a:solidFill>
                  <a:schemeClr val="folHlink"/>
                </a:solidFill>
              </a:rPr>
              <a:t>jean</a:t>
            </a:r>
            <a:r>
              <a:rPr lang="fr-CA" altLang="fr-FR" sz="3600"/>
              <a:t> préféré. Dans la </a:t>
            </a:r>
            <a:r>
              <a:rPr lang="fr-CA" altLang="fr-FR" sz="3600" b="1" u="sng">
                <a:solidFill>
                  <a:srgbClr val="FF3300"/>
                </a:solidFill>
              </a:rPr>
              <a:t>tente</a:t>
            </a:r>
            <a:r>
              <a:rPr lang="fr-CA" altLang="fr-FR" sz="3600"/>
              <a:t> voisine, les amis dorment encore et vous décidez de vider votre </a:t>
            </a:r>
            <a:r>
              <a:rPr lang="fr-CA" altLang="fr-FR" sz="3600" b="1" u="sng">
                <a:solidFill>
                  <a:schemeClr val="folHlink"/>
                </a:solidFill>
              </a:rPr>
              <a:t>sac à dos</a:t>
            </a:r>
            <a:r>
              <a:rPr lang="fr-CA" altLang="fr-FR" sz="3600"/>
              <a:t>. Où sont la </a:t>
            </a:r>
            <a:r>
              <a:rPr lang="fr-CA" altLang="fr-FR" sz="3600" b="1" u="sng">
                <a:solidFill>
                  <a:schemeClr val="folHlink"/>
                </a:solidFill>
              </a:rPr>
              <a:t>soie dentaire</a:t>
            </a:r>
            <a:r>
              <a:rPr lang="fr-CA" altLang="fr-FR" sz="3600" b="1">
                <a:solidFill>
                  <a:schemeClr val="folHlink"/>
                </a:solidFill>
              </a:rPr>
              <a:t> </a:t>
            </a:r>
            <a:r>
              <a:rPr lang="fr-CA" altLang="fr-FR" sz="3600"/>
              <a:t>et la </a:t>
            </a:r>
            <a:r>
              <a:rPr lang="fr-CA" altLang="fr-FR" sz="3600" b="1" u="sng">
                <a:solidFill>
                  <a:schemeClr val="folHlink"/>
                </a:solidFill>
              </a:rPr>
              <a:t>brosse à dents</a:t>
            </a:r>
            <a:r>
              <a:rPr lang="fr-CA" altLang="fr-FR" sz="3600"/>
              <a:t>? Il fait déjà chaud et vous songez à renoncer à la balade sur la plage. </a:t>
            </a:r>
          </a:p>
        </p:txBody>
      </p:sp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E4D6B5B5-F3E9-9C64-D52C-02C09B0FC13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18</a:t>
            </a:r>
          </a:p>
        </p:txBody>
      </p:sp>
      <p:sp useBgFill="1">
        <p:nvSpPr>
          <p:cNvPr id="7" name="AutoShape 7">
            <a:hlinkClick r:id="rId6" action="ppaction://hlinksldjump"/>
            <a:extLst>
              <a:ext uri="{FF2B5EF4-FFF2-40B4-BE49-F238E27FC236}">
                <a16:creationId xmlns:a16="http://schemas.microsoft.com/office/drawing/2014/main" id="{049A5314-68E8-E28C-5A88-CD5C9AB653C4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r>
              <a:rPr lang="fr-CA" dirty="0">
                <a:latin typeface="Arial" charset="0"/>
              </a:rPr>
              <a:t>Suite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C7859EE0-012F-5353-BA4F-8B286126A83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Les termes en </a:t>
            </a:r>
            <a:r>
              <a:rPr lang="fr-CA" altLang="fr-FR" sz="4000" u="sng">
                <a:solidFill>
                  <a:schemeClr val="folHlink"/>
                </a:solidFill>
              </a:rPr>
              <a:t>rouge</a:t>
            </a:r>
            <a:r>
              <a:rPr lang="fr-CA" altLang="fr-FR" sz="4000"/>
              <a:t> sont liés à ce secteur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3E5805F-6163-BD60-6247-3F817CFFF28E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1600200"/>
            <a:ext cx="7427913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CA" altLang="fr-FR" sz="2800"/>
              <a:t>   </a:t>
            </a:r>
            <a:r>
              <a:rPr lang="fr-CA" altLang="fr-FR" sz="3600"/>
              <a:t>Même en </a:t>
            </a:r>
            <a:r>
              <a:rPr lang="fr-CA" altLang="fr-FR" sz="3600" b="1" u="sng">
                <a:solidFill>
                  <a:schemeClr val="folHlink"/>
                </a:solidFill>
              </a:rPr>
              <a:t>maillot de bain</a:t>
            </a:r>
            <a:r>
              <a:rPr lang="fr-CA" altLang="fr-FR" sz="3600"/>
              <a:t>, la température est torride et l’activité en </a:t>
            </a:r>
            <a:r>
              <a:rPr lang="fr-CA" altLang="fr-FR" sz="3600" b="1" u="sng">
                <a:solidFill>
                  <a:schemeClr val="folHlink"/>
                </a:solidFill>
              </a:rPr>
              <a:t>deltaplane</a:t>
            </a:r>
            <a:r>
              <a:rPr lang="fr-CA" altLang="fr-FR" sz="3600"/>
              <a:t> serait plus rafraîchissante! Avant de partir pour la journée, vous décidez de tendre une </a:t>
            </a:r>
            <a:r>
              <a:rPr lang="fr-CA" altLang="fr-FR" sz="3600" b="1" u="sng">
                <a:solidFill>
                  <a:schemeClr val="folHlink"/>
                </a:solidFill>
              </a:rPr>
              <a:t>bâche</a:t>
            </a:r>
            <a:r>
              <a:rPr lang="fr-CA" altLang="fr-FR" sz="3600">
                <a:solidFill>
                  <a:schemeClr val="folHlink"/>
                </a:solidFill>
              </a:rPr>
              <a:t> </a:t>
            </a:r>
            <a:r>
              <a:rPr lang="fr-CA" altLang="fr-FR" sz="3600"/>
              <a:t>par-dessus les </a:t>
            </a:r>
            <a:r>
              <a:rPr lang="fr-CA" altLang="fr-FR" sz="3600" b="1" u="sng">
                <a:solidFill>
                  <a:srgbClr val="FF3300"/>
                </a:solidFill>
              </a:rPr>
              <a:t>tentes</a:t>
            </a:r>
            <a:r>
              <a:rPr lang="fr-CA" altLang="fr-FR" sz="3600"/>
              <a:t> et de rentrer le </a:t>
            </a:r>
            <a:r>
              <a:rPr lang="fr-CA" altLang="fr-FR" sz="3600" b="1" u="sng">
                <a:solidFill>
                  <a:schemeClr val="folHlink"/>
                </a:solidFill>
              </a:rPr>
              <a:t>hamac</a:t>
            </a:r>
            <a:r>
              <a:rPr lang="fr-CA" altLang="fr-FR" sz="3600"/>
              <a:t> dans la </a:t>
            </a:r>
            <a:r>
              <a:rPr lang="fr-CA" altLang="fr-FR" sz="3600" b="1" u="sng">
                <a:solidFill>
                  <a:schemeClr val="folHlink"/>
                </a:solidFill>
              </a:rPr>
              <a:t>voiture</a:t>
            </a:r>
            <a:r>
              <a:rPr lang="fr-CA" altLang="fr-FR" sz="3600"/>
              <a:t>… »</a:t>
            </a:r>
            <a:endParaRPr lang="fr-CA" altLang="fr-FR" sz="2000"/>
          </a:p>
        </p:txBody>
      </p:sp>
      <p:sp useBgFill="1">
        <p:nvSpPr>
          <p:cNvPr id="39" name="Rectangle 8">
            <a:extLst>
              <a:ext uri="{FF2B5EF4-FFF2-40B4-BE49-F238E27FC236}">
                <a16:creationId xmlns:a16="http://schemas.microsoft.com/office/drawing/2014/main" id="{1042ED50-5E37-5D5F-FFA7-DEA243F54436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6140471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18</a:t>
            </a:r>
          </a:p>
        </p:txBody>
      </p:sp>
      <p:pic>
        <p:nvPicPr>
          <p:cNvPr id="72" name="Picture 49">
            <a:hlinkClick r:id="" action="ppaction://media"/>
            <a:extLst>
              <a:ext uri="{FF2B5EF4-FFF2-40B4-BE49-F238E27FC236}">
                <a16:creationId xmlns:a16="http://schemas.microsoft.com/office/drawing/2014/main" id="{9151F4AE-22DA-5E78-4CB8-85BAC5735DD2}"/>
              </a:ext>
            </a:extLst>
          </p:cNvPr>
          <p:cNvPicPr>
            <a:picLocks noRot="1" noChangeAspect="1" noChangeArrowheads="1"/>
          </p:cNvPicPr>
          <p:nvPr>
            <a:wavAudioFile r:embed="rId4" name="MSj01166140000[1].wav"/>
            <p:custDataLst>
              <p:tags r:id="rId5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50">
            <a:hlinkClick r:id="" action="ppaction://media"/>
            <a:extLst>
              <a:ext uri="{FF2B5EF4-FFF2-40B4-BE49-F238E27FC236}">
                <a16:creationId xmlns:a16="http://schemas.microsoft.com/office/drawing/2014/main" id="{4ED1A8E1-0DF8-9E0C-E31F-B7871D52A478}"/>
              </a:ext>
            </a:extLst>
          </p:cNvPr>
          <p:cNvPicPr>
            <a:picLocks noRot="1" noChangeAspect="1" noChangeArrowheads="1"/>
          </p:cNvPicPr>
          <p:nvPr>
            <a:wavAudioFile r:embed="rId6" name="MSj01166110000[1].wav"/>
            <p:custDataLst>
              <p:tags r:id="rId7"/>
            </p:custDataLst>
          </p:nvPr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" name="Oval 40">
            <a:extLst>
              <a:ext uri="{FF2B5EF4-FFF2-40B4-BE49-F238E27FC236}">
                <a16:creationId xmlns:a16="http://schemas.microsoft.com/office/drawing/2014/main" id="{2AA5DE57-78A9-02CD-A91D-2A291F459DF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5" name="Oval 40">
            <a:extLst>
              <a:ext uri="{FF2B5EF4-FFF2-40B4-BE49-F238E27FC236}">
                <a16:creationId xmlns:a16="http://schemas.microsoft.com/office/drawing/2014/main" id="{19BC4E32-F8A1-95BF-3880-0C9E9317AB0B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30CD2A26-5C81-FF8B-67D5-8D007E423758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EC3873FE-E4EE-38C1-A204-F12D3B23A483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1B783816-CC65-B68A-2630-4DC1B6D1517B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C5DC115B-2F6C-DA9B-4B8E-0E88F4F1ED31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92F23C1E-29DA-05E8-10CC-6749E1FD0714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E434C436-455A-7918-E09A-B7758A9083FA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63E12E0E-5999-2107-4B82-403D54B5D8E7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31CFA3EF-7E21-A37D-52EE-F2E0E6B0BF85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544F1308-1994-962A-D070-F2D30912C013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9068E69D-9609-621E-BECF-F786155BDBB6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9F7E3A43-3629-C3DB-B032-BE2DE5FB28B9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131E539E-C06C-0B4C-2D17-0520E773B2F6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E1A73C45-8EA4-D60C-9EB7-54F7C8C8CB77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76FBBE12-E3F7-58DA-4E20-149A409C79B6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C370A5E3-CA10-FC07-99E4-CB9B65733D32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64D7F217-6ACC-0F73-80D9-CF19471CD6B3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C0588A0D-54FB-6CE8-7C40-9F190A4CD7D0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8115471A-EB18-9B63-08C1-5235486F113B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BD9ECC3C-B449-39F3-C8A4-44E11363E464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5A8E9EFB-B898-274D-96C2-6528BA6684D4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0E955983-1F2C-30A2-FF27-D22BE22A656B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DB2928E7-63B3-2418-9216-B2360A164F58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30E434D0-4F10-8AF3-103D-0454BBE95845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45FF80AF-1B62-39BA-20E0-B395BAFCAF50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6E1397BB-1049-8D94-16E7-C375BC2BA279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04D15D2B-52C2-B6D3-7ACF-177512B938E4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341C6164-CCC0-B798-CF93-11A4F34A6E3F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9215CE3B-2C5B-5C92-57B5-0D57342D051D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7744F006-B077-017A-8B73-A2AC0C5A3EFE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40" name="AutoShape 7">
            <a:hlinkClick r:id="rId42" action="ppaction://hlinksldjump"/>
            <a:extLst>
              <a:ext uri="{FF2B5EF4-FFF2-40B4-BE49-F238E27FC236}">
                <a16:creationId xmlns:a16="http://schemas.microsoft.com/office/drawing/2014/main" id="{D1E5CCB2-2ABB-8D60-E366-BF3E4ABE6622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0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491"/>
                            </p:stCondLst>
                            <p:childTnLst>
                              <p:par>
                                <p:cTn id="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491"/>
                            </p:stCondLst>
                            <p:childTnLst>
                              <p:par>
                                <p:cTn id="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491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491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491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98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9" dur="1867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7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 nodeType="clickPar">
                      <p:stCondLst>
                        <p:cond delay="0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4" dur="1867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2"/>
                  </p:tgtEl>
                </p:cond>
              </p:nextCondLst>
            </p:seq>
            <p:audio>
              <p:cMediaNode>
                <p:cTn id="10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2"/>
                </p:tgtEl>
              </p:cMediaNode>
            </p:audio>
            <p:audio>
              <p:cMediaNode>
                <p:cTn id="10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</p:childTnLst>
        </p:cTn>
      </p:par>
    </p:tnLst>
    <p:bldLst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>
            <a:extLst>
              <a:ext uri="{FF2B5EF4-FFF2-40B4-BE49-F238E27FC236}">
                <a16:creationId xmlns:a16="http://schemas.microsoft.com/office/drawing/2014/main" id="{BEA4EFBC-6E82-11CC-92DF-439FD7C3DA7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1714500"/>
            <a:ext cx="8001000" cy="1214438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21EE3494-316E-A560-EE70-983AAF373624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1714500"/>
            <a:ext cx="8229600" cy="1143000"/>
          </a:xfrm>
        </p:spPr>
        <p:txBody>
          <a:bodyPr/>
          <a:lstStyle/>
          <a:p>
            <a:pPr eaLnBrk="1" hangingPunct="1"/>
            <a:r>
              <a:rPr lang="fr-CA" altLang="fr-FR"/>
              <a:t>Cuir-textile et habillement</a:t>
            </a:r>
          </a:p>
        </p:txBody>
      </p:sp>
      <p:pic>
        <p:nvPicPr>
          <p:cNvPr id="9" name="Image 8" descr="textile_3%5B1%5D.jpg">
            <a:extLst>
              <a:ext uri="{FF2B5EF4-FFF2-40B4-BE49-F238E27FC236}">
                <a16:creationId xmlns:a16="http://schemas.microsoft.com/office/drawing/2014/main" id="{5DD9E1F1-4B89-9904-CFB5-65AB804E543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952625" y="3240088"/>
            <a:ext cx="4762500" cy="3403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A897EDFF-ACF2-497F-F0A1-20850A4F9D4C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09600" y="3667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fr-CA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Réponse</a:t>
            </a:r>
          </a:p>
        </p:txBody>
      </p:sp>
      <p:sp useBgFill="1">
        <p:nvSpPr>
          <p:cNvPr id="11" name="Rectangle 8">
            <a:extLst>
              <a:ext uri="{FF2B5EF4-FFF2-40B4-BE49-F238E27FC236}">
                <a16:creationId xmlns:a16="http://schemas.microsoft.com/office/drawing/2014/main" id="{FCCD7E4C-D7F6-03C9-1A88-0D8FD6D1E92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18</a:t>
            </a:r>
          </a:p>
        </p:txBody>
      </p:sp>
      <p:sp useBgFill="1">
        <p:nvSpPr>
          <p:cNvPr id="14" name="AutoShape 7">
            <a:hlinkClick r:id="rId9" action="ppaction://hlinksldjump"/>
            <a:extLst>
              <a:ext uri="{FF2B5EF4-FFF2-40B4-BE49-F238E27FC236}">
                <a16:creationId xmlns:a16="http://schemas.microsoft.com/office/drawing/2014/main" id="{E6DEA19E-C1E0-EFB0-1F60-CB4077799C0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842155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58378" name="ZoneTexte 7">
            <a:extLst>
              <a:ext uri="{FF2B5EF4-FFF2-40B4-BE49-F238E27FC236}">
                <a16:creationId xmlns:a16="http://schemas.microsoft.com/office/drawing/2014/main" id="{1878966F-AE0B-C394-5364-18DD490D5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3143250"/>
            <a:ext cx="22860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fr-CA" altLang="fr-FR" u="sng"/>
              <a:t>Source du texte</a:t>
            </a:r>
            <a:r>
              <a:rPr lang="fr-CA" altLang="fr-FR"/>
              <a:t> : </a:t>
            </a:r>
            <a:r>
              <a:rPr lang="fr-CA" altLang="fr-FR" sz="1600"/>
              <a:t>CSMO TEXTILE, </a:t>
            </a:r>
            <a:r>
              <a:rPr lang="fr-CA" altLang="fr-FR" sz="1600" i="1"/>
              <a:t>Vivre sans textile? Impossilbe!, </a:t>
            </a:r>
            <a:r>
              <a:rPr lang="fr-CA" altLang="fr-FR" sz="1600"/>
              <a:t>[En ligne]. [www.textiletechno.ca/vivreSans.asp] (Consulté le 1</a:t>
            </a:r>
            <a:r>
              <a:rPr lang="fr-CA" altLang="fr-FR" sz="1600" baseline="30000"/>
              <a:t>er</a:t>
            </a:r>
            <a:r>
              <a:rPr lang="fr-CA" altLang="fr-FR" sz="1600"/>
              <a:t> novembre 2009)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0" dur="80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1" dur="80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80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>
            <a:extLst>
              <a:ext uri="{FF2B5EF4-FFF2-40B4-BE49-F238E27FC236}">
                <a16:creationId xmlns:a16="http://schemas.microsoft.com/office/drawing/2014/main" id="{F992D89C-CE50-1E20-7D69-ECE7847E315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59397" name="Rectangle 2">
            <a:extLst>
              <a:ext uri="{FF2B5EF4-FFF2-40B4-BE49-F238E27FC236}">
                <a16:creationId xmlns:a16="http://schemas.microsoft.com/office/drawing/2014/main" id="{B64527A0-9736-1B4C-6DEE-A53352927DA2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Cuir- textile et habillement</a:t>
            </a:r>
          </a:p>
        </p:txBody>
      </p:sp>
      <p:sp>
        <p:nvSpPr>
          <p:cNvPr id="59398" name="Rectangle 3">
            <a:extLst>
              <a:ext uri="{FF2B5EF4-FFF2-40B4-BE49-F238E27FC236}">
                <a16:creationId xmlns:a16="http://schemas.microsoft.com/office/drawing/2014/main" id="{433347F9-2AAB-A445-3CC9-4B76A61AE38B}"/>
              </a:ext>
            </a:extLst>
          </p:cNvPr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fr-CA" altLang="fr-FR"/>
              <a:t>   </a:t>
            </a:r>
            <a:endParaRPr lang="fr-CA" altLang="fr-FR" sz="3600"/>
          </a:p>
        </p:txBody>
      </p:sp>
      <p:sp>
        <p:nvSpPr>
          <p:cNvPr id="52228" name="Rectangle 7">
            <a:extLst>
              <a:ext uri="{FF2B5EF4-FFF2-40B4-BE49-F238E27FC236}">
                <a16:creationId xmlns:a16="http://schemas.microsoft.com/office/drawing/2014/main" id="{6A03C0CF-3285-9AE1-E82A-A282E70CAE39}"/>
              </a:ext>
            </a:extLst>
          </p:cNvPr>
          <p:cNvSpPr>
            <a:spLocks noGrp="1" noChangeArrowheads="1"/>
          </p:cNvSpPr>
          <p:nvPr>
            <p:ph sz="half" idx="2"/>
            <p:custDataLst>
              <p:tags r:id="rId4"/>
            </p:custDataLst>
          </p:nvPr>
        </p:nvSpPr>
        <p:spPr>
          <a:xfrm>
            <a:off x="755650" y="1600200"/>
            <a:ext cx="7931150" cy="4525963"/>
          </a:xfrm>
        </p:spPr>
        <p:txBody>
          <a:bodyPr/>
          <a:lstStyle/>
          <a:p>
            <a:pPr eaLnBrk="1" hangingPunct="1"/>
            <a:r>
              <a:rPr lang="fr-CA" altLang="fr-FR"/>
              <a:t>Confection de vêtements</a:t>
            </a:r>
          </a:p>
          <a:p>
            <a:pPr eaLnBrk="1" hangingPunct="1"/>
            <a:r>
              <a:rPr lang="fr-CA" altLang="fr-FR"/>
              <a:t>Confection de vêtements et d’articles de cuir</a:t>
            </a:r>
          </a:p>
          <a:p>
            <a:pPr eaLnBrk="1" hangingPunct="1"/>
            <a:r>
              <a:rPr lang="fr-CA" altLang="fr-FR"/>
              <a:t>Confection sur mesure et retouche</a:t>
            </a:r>
          </a:p>
          <a:p>
            <a:pPr eaLnBrk="1" hangingPunct="1"/>
            <a:r>
              <a:rPr lang="fr-CA" altLang="fr-FR"/>
              <a:t>Cordonnerie</a:t>
            </a:r>
          </a:p>
          <a:p>
            <a:pPr eaLnBrk="1" hangingPunct="1"/>
            <a:r>
              <a:rPr lang="fr-CA" altLang="fr-FR"/>
              <a:t>Dessin de patron</a:t>
            </a:r>
          </a:p>
          <a:p>
            <a:pPr eaLnBrk="1" hangingPunct="1"/>
            <a:r>
              <a:rPr lang="fr-CA" altLang="fr-FR"/>
              <a:t>Nettoyage à sec et entretien de vêtements</a:t>
            </a:r>
          </a:p>
          <a:p>
            <a:pPr eaLnBrk="1" hangingPunct="1"/>
            <a:r>
              <a:rPr lang="fr-CA" altLang="fr-FR"/>
              <a:t>Production industrielle de vêtements</a:t>
            </a:r>
          </a:p>
          <a:p>
            <a:pPr eaLnBrk="1" hangingPunct="1"/>
            <a:r>
              <a:rPr lang="fr-CA" altLang="fr-FR"/>
              <a:t>Production textile</a:t>
            </a: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13270A98-E810-D42A-744C-D802A9DC76CC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18</a:t>
            </a:r>
          </a:p>
        </p:txBody>
      </p:sp>
      <p:sp useBgFill="1">
        <p:nvSpPr>
          <p:cNvPr id="10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54D09939-0D15-94DD-88E6-E834F106210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52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8" dur="500"/>
                                        <p:tgtEl>
                                          <p:spTgt spid="522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02560584-96FC-EA10-98A8-A015DBA4BA35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0" y="0"/>
            <a:ext cx="9144000" cy="1928813"/>
          </a:xfrm>
        </p:spPr>
        <p:txBody>
          <a:bodyPr/>
          <a:lstStyle/>
          <a:p>
            <a:pPr eaLnBrk="1" hangingPunct="1"/>
            <a:r>
              <a:rPr lang="fr-CA" altLang="fr-FR" sz="4000"/>
              <a:t>Mettre en ordre les lettres pour trouver les mots recherchés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FB1E484C-8284-6DC9-AB03-0E9C9F096A80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457200" y="2100263"/>
            <a:ext cx="5686425" cy="4114800"/>
          </a:xfrm>
        </p:spPr>
        <p:txBody>
          <a:bodyPr/>
          <a:lstStyle/>
          <a:p>
            <a:pPr lvl="1" eaLnBrk="1" hangingPunct="1"/>
            <a:r>
              <a:rPr lang="fr-CA" altLang="fr-FR" sz="4800"/>
              <a:t>EIAEMDCMNT</a:t>
            </a:r>
          </a:p>
          <a:p>
            <a:pPr lvl="1" eaLnBrk="1" hangingPunct="1"/>
            <a:r>
              <a:rPr lang="fr-CA" altLang="fr-FR" sz="4800"/>
              <a:t>SONIS</a:t>
            </a:r>
          </a:p>
          <a:p>
            <a:pPr lvl="1" eaLnBrk="1" hangingPunct="1"/>
            <a:r>
              <a:rPr lang="fr-CA" altLang="fr-FR" sz="4800"/>
              <a:t>AAEDLMI</a:t>
            </a:r>
          </a:p>
          <a:p>
            <a:pPr lvl="1" eaLnBrk="1" hangingPunct="1"/>
            <a:r>
              <a:rPr lang="fr-CA" altLang="fr-FR" sz="4800"/>
              <a:t>RSRPINPECITO</a:t>
            </a:r>
          </a:p>
        </p:txBody>
      </p:sp>
      <p:sp useBgFill="1">
        <p:nvSpPr>
          <p:cNvPr id="39" name="Rectangle 8">
            <a:extLst>
              <a:ext uri="{FF2B5EF4-FFF2-40B4-BE49-F238E27FC236}">
                <a16:creationId xmlns:a16="http://schemas.microsoft.com/office/drawing/2014/main" id="{BE24546B-4F6D-003F-07FB-A6DD9E2F5E7D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19</a:t>
            </a:r>
          </a:p>
        </p:txBody>
      </p:sp>
      <p:pic>
        <p:nvPicPr>
          <p:cNvPr id="72" name="Picture 49">
            <a:hlinkClick r:id="" action="ppaction://media"/>
            <a:extLst>
              <a:ext uri="{FF2B5EF4-FFF2-40B4-BE49-F238E27FC236}">
                <a16:creationId xmlns:a16="http://schemas.microsoft.com/office/drawing/2014/main" id="{AE8EF142-6655-BD6E-9755-084F75FE36F3}"/>
              </a:ext>
            </a:extLst>
          </p:cNvPr>
          <p:cNvPicPr>
            <a:picLocks noRot="1" noChangeAspect="1" noChangeArrowheads="1"/>
          </p:cNvPicPr>
          <p:nvPr>
            <a:wavAudioFile r:embed="rId4" name="MSj01166140000[1].wav"/>
            <p:custDataLst>
              <p:tags r:id="rId5"/>
            </p:custDataLst>
          </p:nvPr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" name="Picture 50">
            <a:hlinkClick r:id="" action="ppaction://media"/>
            <a:extLst>
              <a:ext uri="{FF2B5EF4-FFF2-40B4-BE49-F238E27FC236}">
                <a16:creationId xmlns:a16="http://schemas.microsoft.com/office/drawing/2014/main" id="{365E5E18-EB92-786D-2EB2-C4941131D0EA}"/>
              </a:ext>
            </a:extLst>
          </p:cNvPr>
          <p:cNvPicPr>
            <a:picLocks noRot="1" noChangeAspect="1" noChangeArrowheads="1"/>
          </p:cNvPicPr>
          <p:nvPr>
            <a:wavAudioFile r:embed="rId6" name="MSj01166110000[1].wav"/>
            <p:custDataLst>
              <p:tags r:id="rId7"/>
            </p:custDataLst>
          </p:nvPr>
        </p:nvPicPr>
        <p:blipFill>
          <a:blip r:embed="rId6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40" name="AutoShape 7">
            <a:hlinkClick r:id="rId62" action="ppaction://hlinksldjump"/>
            <a:extLst>
              <a:ext uri="{FF2B5EF4-FFF2-40B4-BE49-F238E27FC236}">
                <a16:creationId xmlns:a16="http://schemas.microsoft.com/office/drawing/2014/main" id="{54864453-AD80-5727-AF8A-64F11135EA9C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381C135-3B05-17CB-AA6E-2902E244A154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C3B210D9-74C7-7777-2199-D5521EB758AC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43" name="Oval 40">
            <a:extLst>
              <a:ext uri="{FF2B5EF4-FFF2-40B4-BE49-F238E27FC236}">
                <a16:creationId xmlns:a16="http://schemas.microsoft.com/office/drawing/2014/main" id="{DF7B9871-E83A-84B7-5D1C-1911E19146D8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44" name="Oval 40">
            <a:extLst>
              <a:ext uri="{FF2B5EF4-FFF2-40B4-BE49-F238E27FC236}">
                <a16:creationId xmlns:a16="http://schemas.microsoft.com/office/drawing/2014/main" id="{68ADF139-7CB3-0921-E670-0B5144D8A8AA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45" name="Oval 40">
            <a:extLst>
              <a:ext uri="{FF2B5EF4-FFF2-40B4-BE49-F238E27FC236}">
                <a16:creationId xmlns:a16="http://schemas.microsoft.com/office/drawing/2014/main" id="{7875EAE8-D9E4-6115-020A-F76268DEBBFB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46" name="Oval 40">
            <a:extLst>
              <a:ext uri="{FF2B5EF4-FFF2-40B4-BE49-F238E27FC236}">
                <a16:creationId xmlns:a16="http://schemas.microsoft.com/office/drawing/2014/main" id="{511D3FB7-D2E7-A9A1-3FCF-A672A51D1243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47" name="Oval 40">
            <a:extLst>
              <a:ext uri="{FF2B5EF4-FFF2-40B4-BE49-F238E27FC236}">
                <a16:creationId xmlns:a16="http://schemas.microsoft.com/office/drawing/2014/main" id="{B9AF6DF6-C3BE-478D-872C-540C71A30FB7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48" name="Oval 40">
            <a:extLst>
              <a:ext uri="{FF2B5EF4-FFF2-40B4-BE49-F238E27FC236}">
                <a16:creationId xmlns:a16="http://schemas.microsoft.com/office/drawing/2014/main" id="{D360BC5C-7922-63DF-A49E-7D799DFC981A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49" name="Oval 40">
            <a:extLst>
              <a:ext uri="{FF2B5EF4-FFF2-40B4-BE49-F238E27FC236}">
                <a16:creationId xmlns:a16="http://schemas.microsoft.com/office/drawing/2014/main" id="{5CFCA2A3-8955-23DF-A50F-829F885ECF14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50" name="Oval 40">
            <a:extLst>
              <a:ext uri="{FF2B5EF4-FFF2-40B4-BE49-F238E27FC236}">
                <a16:creationId xmlns:a16="http://schemas.microsoft.com/office/drawing/2014/main" id="{664BB64B-F4E6-3BC4-5D5F-26C45795C88B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51" name="Oval 40">
            <a:extLst>
              <a:ext uri="{FF2B5EF4-FFF2-40B4-BE49-F238E27FC236}">
                <a16:creationId xmlns:a16="http://schemas.microsoft.com/office/drawing/2014/main" id="{C233A8FB-3CEB-9795-7369-16DA93B79DC7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52" name="Oval 40">
            <a:extLst>
              <a:ext uri="{FF2B5EF4-FFF2-40B4-BE49-F238E27FC236}">
                <a16:creationId xmlns:a16="http://schemas.microsoft.com/office/drawing/2014/main" id="{5C5C8FD3-3519-DC1A-E117-8D4282F21E6F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53" name="Oval 40">
            <a:extLst>
              <a:ext uri="{FF2B5EF4-FFF2-40B4-BE49-F238E27FC236}">
                <a16:creationId xmlns:a16="http://schemas.microsoft.com/office/drawing/2014/main" id="{C832FCB4-0926-5ECF-9861-7D71E401E6D0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54" name="Oval 40">
            <a:extLst>
              <a:ext uri="{FF2B5EF4-FFF2-40B4-BE49-F238E27FC236}">
                <a16:creationId xmlns:a16="http://schemas.microsoft.com/office/drawing/2014/main" id="{57B824F1-F43A-C333-2F1C-2CB5F9AB32E8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55" name="Oval 40">
            <a:extLst>
              <a:ext uri="{FF2B5EF4-FFF2-40B4-BE49-F238E27FC236}">
                <a16:creationId xmlns:a16="http://schemas.microsoft.com/office/drawing/2014/main" id="{0E2DC3F6-1FB6-D1BB-2385-5F28675B12BE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56" name="Oval 40">
            <a:extLst>
              <a:ext uri="{FF2B5EF4-FFF2-40B4-BE49-F238E27FC236}">
                <a16:creationId xmlns:a16="http://schemas.microsoft.com/office/drawing/2014/main" id="{9EC64135-D3B2-EB08-BDFD-2BF20BF767A3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57" name="Oval 40">
            <a:extLst>
              <a:ext uri="{FF2B5EF4-FFF2-40B4-BE49-F238E27FC236}">
                <a16:creationId xmlns:a16="http://schemas.microsoft.com/office/drawing/2014/main" id="{286E774A-8C27-28A8-4116-8028ADAC184A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58" name="Oval 40">
            <a:extLst>
              <a:ext uri="{FF2B5EF4-FFF2-40B4-BE49-F238E27FC236}">
                <a16:creationId xmlns:a16="http://schemas.microsoft.com/office/drawing/2014/main" id="{3B6ED007-5815-E402-294A-D3E0DF2DD787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59" name="Oval 40">
            <a:extLst>
              <a:ext uri="{FF2B5EF4-FFF2-40B4-BE49-F238E27FC236}">
                <a16:creationId xmlns:a16="http://schemas.microsoft.com/office/drawing/2014/main" id="{95078430-0B6F-1528-2BAB-B631CA535FC0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60" name="Oval 40">
            <a:extLst>
              <a:ext uri="{FF2B5EF4-FFF2-40B4-BE49-F238E27FC236}">
                <a16:creationId xmlns:a16="http://schemas.microsoft.com/office/drawing/2014/main" id="{50007F92-D766-C0E9-BF00-7F0539894B10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61" name="Oval 40">
            <a:extLst>
              <a:ext uri="{FF2B5EF4-FFF2-40B4-BE49-F238E27FC236}">
                <a16:creationId xmlns:a16="http://schemas.microsoft.com/office/drawing/2014/main" id="{D641FB31-1E2D-06D1-8638-900755B00FC3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62" name="Oval 40">
            <a:extLst>
              <a:ext uri="{FF2B5EF4-FFF2-40B4-BE49-F238E27FC236}">
                <a16:creationId xmlns:a16="http://schemas.microsoft.com/office/drawing/2014/main" id="{8D6A5A08-8DFE-0FD0-E808-EBDFBD71D45A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63" name="Oval 40">
            <a:extLst>
              <a:ext uri="{FF2B5EF4-FFF2-40B4-BE49-F238E27FC236}">
                <a16:creationId xmlns:a16="http://schemas.microsoft.com/office/drawing/2014/main" id="{B56399CD-F3FF-23CC-2ADC-D5BFBF6DB96A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64" name="Oval 40">
            <a:extLst>
              <a:ext uri="{FF2B5EF4-FFF2-40B4-BE49-F238E27FC236}">
                <a16:creationId xmlns:a16="http://schemas.microsoft.com/office/drawing/2014/main" id="{6B37436C-AD6A-82B0-404D-BD8178F1669E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65" name="Oval 40">
            <a:extLst>
              <a:ext uri="{FF2B5EF4-FFF2-40B4-BE49-F238E27FC236}">
                <a16:creationId xmlns:a16="http://schemas.microsoft.com/office/drawing/2014/main" id="{5AE39F7A-EA13-AFB3-45D3-083E33D7F661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66" name="Oval 40">
            <a:extLst>
              <a:ext uri="{FF2B5EF4-FFF2-40B4-BE49-F238E27FC236}">
                <a16:creationId xmlns:a16="http://schemas.microsoft.com/office/drawing/2014/main" id="{BF9B7DC1-867E-BA07-5D6B-331407B66783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67" name="Oval 40">
            <a:extLst>
              <a:ext uri="{FF2B5EF4-FFF2-40B4-BE49-F238E27FC236}">
                <a16:creationId xmlns:a16="http://schemas.microsoft.com/office/drawing/2014/main" id="{28EB9078-73C9-3F64-0A82-C12DF79504DB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68" name="Oval 40">
            <a:extLst>
              <a:ext uri="{FF2B5EF4-FFF2-40B4-BE49-F238E27FC236}">
                <a16:creationId xmlns:a16="http://schemas.microsoft.com/office/drawing/2014/main" id="{FDAE8E10-6699-E515-9782-DFDFB5A5EB6B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69" name="Oval 40">
            <a:extLst>
              <a:ext uri="{FF2B5EF4-FFF2-40B4-BE49-F238E27FC236}">
                <a16:creationId xmlns:a16="http://schemas.microsoft.com/office/drawing/2014/main" id="{E7EC4BFB-F83E-880D-FC55-2C5FB42C4A56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70" name="Oval 40">
            <a:extLst>
              <a:ext uri="{FF2B5EF4-FFF2-40B4-BE49-F238E27FC236}">
                <a16:creationId xmlns:a16="http://schemas.microsoft.com/office/drawing/2014/main" id="{A95B8B60-571A-2F17-A0BD-9A18D581A9B9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71" name="Oval 40">
            <a:extLst>
              <a:ext uri="{FF2B5EF4-FFF2-40B4-BE49-F238E27FC236}">
                <a16:creationId xmlns:a16="http://schemas.microsoft.com/office/drawing/2014/main" id="{DAE58A41-A7F5-81A9-0B52-23F44D502554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88B1EF10-55DC-6E84-D49F-2B2CBF41DC8F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31</a:t>
            </a:r>
          </a:p>
        </p:txBody>
      </p:sp>
      <p:sp>
        <p:nvSpPr>
          <p:cNvPr id="106" name="Oval 40">
            <a:extLst>
              <a:ext uri="{FF2B5EF4-FFF2-40B4-BE49-F238E27FC236}">
                <a16:creationId xmlns:a16="http://schemas.microsoft.com/office/drawing/2014/main" id="{C2E18EA2-7F17-16E1-C37D-42B0E2DF2A33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32</a:t>
            </a:r>
          </a:p>
        </p:txBody>
      </p:sp>
      <p:sp>
        <p:nvSpPr>
          <p:cNvPr id="107" name="Oval 40">
            <a:extLst>
              <a:ext uri="{FF2B5EF4-FFF2-40B4-BE49-F238E27FC236}">
                <a16:creationId xmlns:a16="http://schemas.microsoft.com/office/drawing/2014/main" id="{115CF3A2-A6A0-3D7E-5437-18BB915A057F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33</a:t>
            </a:r>
          </a:p>
        </p:txBody>
      </p:sp>
      <p:sp>
        <p:nvSpPr>
          <p:cNvPr id="108" name="Oval 40">
            <a:extLst>
              <a:ext uri="{FF2B5EF4-FFF2-40B4-BE49-F238E27FC236}">
                <a16:creationId xmlns:a16="http://schemas.microsoft.com/office/drawing/2014/main" id="{87B059C2-E3B5-48E9-15FF-1D82F3BBFA5F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34</a:t>
            </a:r>
          </a:p>
        </p:txBody>
      </p:sp>
      <p:sp>
        <p:nvSpPr>
          <p:cNvPr id="109" name="Oval 40">
            <a:extLst>
              <a:ext uri="{FF2B5EF4-FFF2-40B4-BE49-F238E27FC236}">
                <a16:creationId xmlns:a16="http://schemas.microsoft.com/office/drawing/2014/main" id="{F8EEC8F3-E82A-911A-E78C-A6F3FA1EC26F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35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6EA69AA5-2F47-97A1-C8AB-E8E71B9D321A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36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AE9898A5-31A3-CF3B-53AB-DE85CD0C25D8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37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A12E4548-03A9-2E34-EC1C-13DBB930BFD5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38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4A4AA312-FF9E-B381-EB06-86A44683331E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39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38683D41-513F-D6F9-6DD8-6B8FBB29CE00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40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74BA93DB-E261-1EDD-E748-0AC2BF4B4B23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41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0B33C4A7-7CF7-5035-DA66-7A04B2A7D344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42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DA5B54A7-932D-48D9-687F-1DC036F9DBFA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43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8C9CB171-4190-C817-9D0F-93568D508F76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44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2BEF3ACC-63E2-10B7-50F7-C26653B88063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45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8C4C28AC-1BB3-EC1B-7AF5-F5F1E7A101A1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46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3A7E78DC-13D1-9BF0-DD40-A9EA3952A7EA}"/>
              </a:ext>
            </a:extLst>
          </p:cNvPr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47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1D9DEFF2-20D6-E840-441B-CA26949F4DDC}"/>
              </a:ext>
            </a:extLst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48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9ACD25F5-E6FB-395B-85EB-CC2C58169EFA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49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60E9DC64-06D0-BB80-C471-257C6F4CDCFB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32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3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32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532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1490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1991"/>
                            </p:stCondLst>
                            <p:childTnLst>
                              <p:par>
                                <p:cTn id="2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991"/>
                            </p:stCondLst>
                            <p:childTnLst>
                              <p:par>
                                <p:cTn id="2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991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991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991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6991"/>
                            </p:stCondLst>
                            <p:childTnLst>
                              <p:par>
                                <p:cTn id="3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7991"/>
                            </p:stCondLst>
                            <p:childTnLst>
                              <p:par>
                                <p:cTn id="4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8991"/>
                            </p:stCondLst>
                            <p:childTnLst>
                              <p:par>
                                <p:cTn id="4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9991"/>
                            </p:stCondLst>
                            <p:childTnLst>
                              <p:par>
                                <p:cTn id="4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991"/>
                            </p:stCondLst>
                            <p:childTnLst>
                              <p:par>
                                <p:cTn id="5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11991"/>
                            </p:stCondLst>
                            <p:childTnLst>
                              <p:par>
                                <p:cTn id="5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2991"/>
                            </p:stCondLst>
                            <p:childTnLst>
                              <p:par>
                                <p:cTn id="5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3991"/>
                            </p:stCondLst>
                            <p:childTnLst>
                              <p:par>
                                <p:cTn id="6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4991"/>
                            </p:stCondLst>
                            <p:childTnLst>
                              <p:par>
                                <p:cTn id="6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991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6991"/>
                            </p:stCondLst>
                            <p:childTnLst>
                              <p:par>
                                <p:cTn id="6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7991"/>
                            </p:stCondLst>
                            <p:childTnLst>
                              <p:par>
                                <p:cTn id="7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18991"/>
                            </p:stCondLst>
                            <p:childTnLst>
                              <p:par>
                                <p:cTn id="7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9991"/>
                            </p:stCondLst>
                            <p:childTnLst>
                              <p:par>
                                <p:cTn id="7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0991"/>
                            </p:stCondLst>
                            <p:childTnLst>
                              <p:par>
                                <p:cTn id="8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1991"/>
                            </p:stCondLst>
                            <p:childTnLst>
                              <p:par>
                                <p:cTn id="8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2991"/>
                            </p:stCondLst>
                            <p:childTnLst>
                              <p:par>
                                <p:cTn id="8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3991"/>
                            </p:stCondLst>
                            <p:childTnLst>
                              <p:par>
                                <p:cTn id="9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4991"/>
                            </p:stCondLst>
                            <p:childTnLst>
                              <p:par>
                                <p:cTn id="9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991"/>
                            </p:stCondLst>
                            <p:childTnLst>
                              <p:par>
                                <p:cTn id="9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26991"/>
                            </p:stCondLst>
                            <p:childTnLst>
                              <p:par>
                                <p:cTn id="9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27991"/>
                            </p:stCondLst>
                            <p:childTnLst>
                              <p:par>
                                <p:cTn id="10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8991"/>
                            </p:stCondLst>
                            <p:childTnLst>
                              <p:par>
                                <p:cTn id="10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9991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30991"/>
                            </p:stCondLst>
                            <p:childTnLst>
                              <p:par>
                                <p:cTn id="11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1991"/>
                            </p:stCondLst>
                            <p:childTnLst>
                              <p:par>
                                <p:cTn id="11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2991"/>
                            </p:stCondLst>
                            <p:childTnLst>
                              <p:par>
                                <p:cTn id="11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33991"/>
                            </p:stCondLst>
                            <p:childTnLst>
                              <p:par>
                                <p:cTn id="1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34991"/>
                            </p:stCondLst>
                            <p:childTnLst>
                              <p:par>
                                <p:cTn id="1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35991"/>
                            </p:stCondLst>
                            <p:childTnLst>
                              <p:par>
                                <p:cTn id="1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36991"/>
                            </p:stCondLst>
                            <p:childTnLst>
                              <p:par>
                                <p:cTn id="1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37991"/>
                            </p:stCondLst>
                            <p:childTnLst>
                              <p:par>
                                <p:cTn id="1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38991"/>
                            </p:stCondLst>
                            <p:childTnLst>
                              <p:par>
                                <p:cTn id="1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39991"/>
                            </p:stCondLst>
                            <p:childTnLst>
                              <p:par>
                                <p:cTn id="1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40991"/>
                            </p:stCondLst>
                            <p:childTnLst>
                              <p:par>
                                <p:cTn id="1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41991"/>
                            </p:stCondLst>
                            <p:childTnLst>
                              <p:par>
                                <p:cTn id="1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42991"/>
                            </p:stCondLst>
                            <p:childTnLst>
                              <p:par>
                                <p:cTn id="1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43991"/>
                            </p:stCondLst>
                            <p:childTnLst>
                              <p:par>
                                <p:cTn id="1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44991"/>
                            </p:stCondLst>
                            <p:childTnLst>
                              <p:par>
                                <p:cTn id="1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45991"/>
                            </p:stCondLst>
                            <p:childTnLst>
                              <p:par>
                                <p:cTn id="1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46991"/>
                            </p:stCondLst>
                            <p:childTnLst>
                              <p:par>
                                <p:cTn id="1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47991"/>
                            </p:stCondLst>
                            <p:childTnLst>
                              <p:par>
                                <p:cTn id="1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48991"/>
                            </p:stCondLst>
                            <p:childTnLst>
                              <p:par>
                                <p:cTn id="1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49991"/>
                            </p:stCondLst>
                            <p:childTnLst>
                              <p:par>
                                <p:cTn id="1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50991"/>
                            </p:stCondLst>
                            <p:childTnLst>
                              <p:par>
                                <p:cTn id="17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2" dur="1867" fill="hold"/>
                                        <p:tgtEl>
                                          <p:spTgt spid="7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73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2"/>
                </p:tgtEl>
              </p:cMediaNode>
            </p:audio>
            <p:audio>
              <p:cMediaNode>
                <p:cTn id="174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</p:childTnLst>
        </p:cTn>
      </p:par>
    </p:tnLst>
    <p:bldLst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27181952-7651-E33F-AFF6-C0F8677A3B2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4375" y="1500181"/>
            <a:ext cx="5286375" cy="1000125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61445" name="Rectangle 2">
            <a:extLst>
              <a:ext uri="{FF2B5EF4-FFF2-40B4-BE49-F238E27FC236}">
                <a16:creationId xmlns:a16="http://schemas.microsoft.com/office/drawing/2014/main" id="{BA6D2604-0DBD-120B-A241-C06E6FB2628D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8043863" cy="1143000"/>
          </a:xfrm>
        </p:spPr>
        <p:txBody>
          <a:bodyPr/>
          <a:lstStyle/>
          <a:p>
            <a:pPr eaLnBrk="1" hangingPunct="1"/>
            <a:r>
              <a:rPr lang="fr-CA" altLang="fr-FR">
                <a:solidFill>
                  <a:schemeClr val="tx1"/>
                </a:solidFill>
              </a:rPr>
              <a:t>Réponse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76A01FD5-C0CC-006E-FDFA-CC2105C5E8CC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3"/>
            </p:custDataLst>
          </p:nvPr>
        </p:nvSpPr>
        <p:spPr>
          <a:xfrm>
            <a:off x="457200" y="2528888"/>
            <a:ext cx="8229600" cy="3686175"/>
          </a:xfrm>
        </p:spPr>
        <p:txBody>
          <a:bodyPr/>
          <a:lstStyle/>
          <a:p>
            <a:pPr lvl="1" eaLnBrk="1" hangingPunct="1"/>
            <a:r>
              <a:rPr lang="fr-CA" altLang="fr-FR" sz="4800"/>
              <a:t>MÉDICAMENT</a:t>
            </a:r>
          </a:p>
          <a:p>
            <a:pPr lvl="1" eaLnBrk="1" hangingPunct="1"/>
            <a:r>
              <a:rPr lang="fr-CA" altLang="fr-FR" sz="4800"/>
              <a:t>SOINS</a:t>
            </a:r>
          </a:p>
          <a:p>
            <a:pPr lvl="1" eaLnBrk="1" hangingPunct="1"/>
            <a:r>
              <a:rPr lang="fr-CA" altLang="fr-FR" sz="4800"/>
              <a:t>MALADIE</a:t>
            </a:r>
          </a:p>
          <a:p>
            <a:pPr lvl="1" eaLnBrk="1" hangingPunct="1"/>
            <a:r>
              <a:rPr lang="fr-CA" altLang="fr-FR" sz="4800"/>
              <a:t>PRESCRIPTION</a:t>
            </a:r>
          </a:p>
        </p:txBody>
      </p:sp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03A23510-7C11-4F44-F5C3-4E549BA8D031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19</a:t>
            </a:r>
          </a:p>
        </p:txBody>
      </p:sp>
      <p:pic>
        <p:nvPicPr>
          <p:cNvPr id="24" name="Image 23" descr="image_sante.jpg">
            <a:extLst>
              <a:ext uri="{FF2B5EF4-FFF2-40B4-BE49-F238E27FC236}">
                <a16:creationId xmlns:a16="http://schemas.microsoft.com/office/drawing/2014/main" id="{02DE972F-BD2E-AA67-082E-AAB5EA97B571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135688" y="2143116"/>
            <a:ext cx="2722562" cy="30702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25" name="Rectangle 2">
            <a:extLst>
              <a:ext uri="{FF2B5EF4-FFF2-40B4-BE49-F238E27FC236}">
                <a16:creationId xmlns:a16="http://schemas.microsoft.com/office/drawing/2014/main" id="{6A6AD2E1-B361-C491-2477-6467F0990F4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42938" y="1428750"/>
            <a:ext cx="53197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fr-CA" sz="4400" kern="0" dirty="0">
                <a:latin typeface="+mj-lt"/>
                <a:ea typeface="+mj-ea"/>
                <a:cs typeface="+mj-cs"/>
              </a:rPr>
              <a:t>Santé</a:t>
            </a:r>
          </a:p>
        </p:txBody>
      </p:sp>
      <p:sp useBgFill="1">
        <p:nvSpPr>
          <p:cNvPr id="10" name="AutoShape 7">
            <a:hlinkClick r:id="rId10" action="ppaction://hlinksldjump"/>
            <a:extLst>
              <a:ext uri="{FF2B5EF4-FFF2-40B4-BE49-F238E27FC236}">
                <a16:creationId xmlns:a16="http://schemas.microsoft.com/office/drawing/2014/main" id="{CB0492B5-A3A4-82FB-1161-AB01397E35D1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440"/>
                            </p:stCondLst>
                            <p:childTnLst>
                              <p:par>
                                <p:cTn id="11" presetID="27" presetClass="entr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180"/>
                            </p:stCondLst>
                            <p:childTnLst>
                              <p:par>
                                <p:cTn id="17" presetID="27" presetClass="entr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7" presetClass="entr" presetSubtype="0" fill="hold" nodeType="afterEffect">
                                  <p:stCondLst>
                                    <p:cond delay="500"/>
                                  </p:stCondLst>
                                  <p:iterate type="lt">
                                    <p:tmPct val="40909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8" presetID="27" presetClass="entr" presetSubtype="0" fill="hold" nodeType="afterEffect">
                                  <p:stCondLst>
                                    <p:cond delay="100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0" dur="8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1" dur="8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8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uild="allAtOnce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>
            <a:extLst>
              <a:ext uri="{FF2B5EF4-FFF2-40B4-BE49-F238E27FC236}">
                <a16:creationId xmlns:a16="http://schemas.microsoft.com/office/drawing/2014/main" id="{B171B52D-9B8C-36F6-F0B5-4389F956AB3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143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62469" name="Rectangle 2">
            <a:extLst>
              <a:ext uri="{FF2B5EF4-FFF2-40B4-BE49-F238E27FC236}">
                <a16:creationId xmlns:a16="http://schemas.microsoft.com/office/drawing/2014/main" id="{C73EEA08-0186-10C5-5476-0D328D40F09B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Santé</a:t>
            </a:r>
          </a:p>
        </p:txBody>
      </p:sp>
      <p:sp>
        <p:nvSpPr>
          <p:cNvPr id="62470" name="Rectangle 3">
            <a:extLst>
              <a:ext uri="{FF2B5EF4-FFF2-40B4-BE49-F238E27FC236}">
                <a16:creationId xmlns:a16="http://schemas.microsoft.com/office/drawing/2014/main" id="{438291FE-0C36-072A-B5AA-068F4FDEE3AF}"/>
              </a:ext>
            </a:extLst>
          </p:cNvPr>
          <p:cNvSpPr>
            <a:spLocks noGrp="1" noChangeArrowheads="1"/>
          </p:cNvSpPr>
          <p:nvPr>
            <p:ph sz="half" idx="1"/>
            <p:custDataLst>
              <p:tags r:id="rId3"/>
            </p:custDataLst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fr-CA" altLang="fr-FR"/>
              <a:t>   </a:t>
            </a:r>
            <a:endParaRPr lang="fr-CA" altLang="fr-FR" sz="3600"/>
          </a:p>
        </p:txBody>
      </p:sp>
      <p:sp>
        <p:nvSpPr>
          <p:cNvPr id="52228" name="Rectangle 7">
            <a:extLst>
              <a:ext uri="{FF2B5EF4-FFF2-40B4-BE49-F238E27FC236}">
                <a16:creationId xmlns:a16="http://schemas.microsoft.com/office/drawing/2014/main" id="{BB9C49DE-6011-049F-EEC1-FEAEB69B3563}"/>
              </a:ext>
            </a:extLst>
          </p:cNvPr>
          <p:cNvSpPr>
            <a:spLocks noGrp="1" noChangeArrowheads="1"/>
          </p:cNvSpPr>
          <p:nvPr>
            <p:ph sz="half" idx="2"/>
            <p:custDataLst>
              <p:tags r:id="rId4"/>
            </p:custDataLst>
          </p:nvPr>
        </p:nvSpPr>
        <p:spPr>
          <a:xfrm>
            <a:off x="755650" y="1600200"/>
            <a:ext cx="793115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fr-CA" altLang="fr-FR" sz="3200"/>
              <a:t>Les DEP de ce secteur sont : </a:t>
            </a:r>
          </a:p>
          <a:p>
            <a:pPr eaLnBrk="1" hangingPunct="1"/>
            <a:r>
              <a:rPr lang="fr-CA" altLang="fr-FR" sz="3200"/>
              <a:t>Santé, assistance et soins infirmiers</a:t>
            </a:r>
          </a:p>
          <a:p>
            <a:pPr eaLnBrk="1" hangingPunct="1"/>
            <a:r>
              <a:rPr lang="fr-CA" altLang="fr-FR" sz="3200"/>
              <a:t>Assistance à la personne à domicile</a:t>
            </a:r>
          </a:p>
          <a:p>
            <a:pPr eaLnBrk="1" hangingPunct="1"/>
            <a:r>
              <a:rPr lang="fr-CA" altLang="fr-FR" sz="3200"/>
              <a:t>Assistance à la personne en établissement de santé</a:t>
            </a:r>
          </a:p>
          <a:p>
            <a:pPr eaLnBrk="1" hangingPunct="1"/>
            <a:r>
              <a:rPr lang="fr-CA" altLang="fr-FR" sz="3200"/>
              <a:t>Assistance technique en pharmacie</a:t>
            </a:r>
          </a:p>
          <a:p>
            <a:pPr eaLnBrk="1" hangingPunct="1"/>
            <a:r>
              <a:rPr lang="fr-CA" altLang="fr-FR" sz="3200"/>
              <a:t>Assistance dentaire</a:t>
            </a: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64EDCF8F-BB6D-13CF-9D20-BD0852639CB2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19</a:t>
            </a:r>
          </a:p>
        </p:txBody>
      </p:sp>
      <p:sp useBgFill="1">
        <p:nvSpPr>
          <p:cNvPr id="10" name="AutoShape 7">
            <a:hlinkClick r:id="rId8" action="ppaction://hlinksldjump"/>
            <a:extLst>
              <a:ext uri="{FF2B5EF4-FFF2-40B4-BE49-F238E27FC236}">
                <a16:creationId xmlns:a16="http://schemas.microsoft.com/office/drawing/2014/main" id="{32AB0995-CD26-6B93-EB1B-47FF10EDD1D0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52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" dur="500"/>
                                        <p:tgtEl>
                                          <p:spTgt spid="52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2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" dur="500"/>
                                        <p:tgtEl>
                                          <p:spTgt spid="52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2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2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à coins arrondis 40">
            <a:extLst>
              <a:ext uri="{FF2B5EF4-FFF2-40B4-BE49-F238E27FC236}">
                <a16:creationId xmlns:a16="http://schemas.microsoft.com/office/drawing/2014/main" id="{E7874B67-CE18-9ADB-7BCD-1512D4517DE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00063" y="285737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63493" name="Rectangle 2">
            <a:extLst>
              <a:ext uri="{FF2B5EF4-FFF2-40B4-BE49-F238E27FC236}">
                <a16:creationId xmlns:a16="http://schemas.microsoft.com/office/drawing/2014/main" id="{7C74A510-39F8-1D8A-70EC-09F2018FF72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Services sociaux - éducatifs et juridiques</a:t>
            </a:r>
          </a:p>
        </p:txBody>
      </p:sp>
      <p:sp>
        <p:nvSpPr>
          <p:cNvPr id="55303" name="Text Box 5">
            <a:extLst>
              <a:ext uri="{FF2B5EF4-FFF2-40B4-BE49-F238E27FC236}">
                <a16:creationId xmlns:a16="http://schemas.microsoft.com/office/drawing/2014/main" id="{F3753531-2750-7943-6B52-5DAFB7D2D478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9750" y="1963738"/>
            <a:ext cx="8389938" cy="3754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>
              <a:spcBef>
                <a:spcPct val="50000"/>
              </a:spcBef>
              <a:defRPr/>
            </a:pPr>
            <a:r>
              <a:rPr lang="fr-CA" sz="4000" u="sng" dirty="0">
                <a:latin typeface="+mn-lt"/>
              </a:rPr>
              <a:t>Insérer les voyelles manquantes </a:t>
            </a:r>
            <a:r>
              <a:rPr lang="fr-CA" sz="4000" dirty="0">
                <a:latin typeface="+mn-lt"/>
              </a:rPr>
              <a:t>: </a:t>
            </a:r>
          </a:p>
          <a:p>
            <a:pPr marL="514350" indent="-514350">
              <a:spcBef>
                <a:spcPct val="50000"/>
              </a:spcBef>
              <a:defRPr/>
            </a:pPr>
            <a:endParaRPr lang="fr-CA" sz="2800" dirty="0">
              <a:latin typeface="+mn-lt"/>
            </a:endParaRPr>
          </a:p>
          <a:p>
            <a:pPr marL="342900" indent="-342900" algn="ctr">
              <a:spcBef>
                <a:spcPct val="50000"/>
              </a:spcBef>
              <a:defRPr/>
            </a:pPr>
            <a:r>
              <a:rPr lang="fr-CA" sz="4800" dirty="0">
                <a:latin typeface="+mn-lt"/>
              </a:rPr>
              <a:t>SNT  T  SRVCS  SCX</a:t>
            </a:r>
          </a:p>
          <a:p>
            <a:pPr marL="1262063" indent="-1262063">
              <a:spcBef>
                <a:spcPct val="50000"/>
              </a:spcBef>
              <a:defRPr/>
            </a:pPr>
            <a:endParaRPr lang="fr-CA" sz="2400" dirty="0">
              <a:latin typeface="+mn-lt"/>
            </a:endParaRPr>
          </a:p>
          <a:p>
            <a:pPr marL="1262063" indent="-1262063">
              <a:spcBef>
                <a:spcPct val="50000"/>
              </a:spcBef>
              <a:defRPr/>
            </a:pPr>
            <a:r>
              <a:rPr lang="fr-CA" sz="2800" dirty="0">
                <a:latin typeface="+mn-lt"/>
              </a:rPr>
              <a:t>Indice : Ce ministère chapeaute les 2 DEP de ce secteur</a:t>
            </a:r>
          </a:p>
        </p:txBody>
      </p:sp>
      <p:sp useBgFill="1">
        <p:nvSpPr>
          <p:cNvPr id="105" name="Rectangle 8">
            <a:extLst>
              <a:ext uri="{FF2B5EF4-FFF2-40B4-BE49-F238E27FC236}">
                <a16:creationId xmlns:a16="http://schemas.microsoft.com/office/drawing/2014/main" id="{884E41DA-D990-DB12-5237-2B5BDC75BE0B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20</a:t>
            </a:r>
          </a:p>
        </p:txBody>
      </p:sp>
      <p:pic>
        <p:nvPicPr>
          <p:cNvPr id="44" name="Picture 49">
            <a:hlinkClick r:id="" action="ppaction://media"/>
            <a:extLst>
              <a:ext uri="{FF2B5EF4-FFF2-40B4-BE49-F238E27FC236}">
                <a16:creationId xmlns:a16="http://schemas.microsoft.com/office/drawing/2014/main" id="{035B3946-9F2C-D51F-8092-A5B933DD7535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50">
            <a:hlinkClick r:id="" action="ppaction://media"/>
            <a:extLst>
              <a:ext uri="{FF2B5EF4-FFF2-40B4-BE49-F238E27FC236}">
                <a16:creationId xmlns:a16="http://schemas.microsoft.com/office/drawing/2014/main" id="{B8EA667A-EFC1-45AA-9047-D6C0647F29DA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6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104" name="AutoShape 7">
            <a:hlinkClick r:id="rId63" action="ppaction://hlinksldjump"/>
            <a:extLst>
              <a:ext uri="{FF2B5EF4-FFF2-40B4-BE49-F238E27FC236}">
                <a16:creationId xmlns:a16="http://schemas.microsoft.com/office/drawing/2014/main" id="{25E15245-C8C0-7F5F-A9A4-2EC0EDF83475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659563" y="5924571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42" name="Oval 40">
            <a:extLst>
              <a:ext uri="{FF2B5EF4-FFF2-40B4-BE49-F238E27FC236}">
                <a16:creationId xmlns:a16="http://schemas.microsoft.com/office/drawing/2014/main" id="{60CE84C9-5490-7932-1F78-C7E0459ABA3C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3" name="Oval 40">
            <a:extLst>
              <a:ext uri="{FF2B5EF4-FFF2-40B4-BE49-F238E27FC236}">
                <a16:creationId xmlns:a16="http://schemas.microsoft.com/office/drawing/2014/main" id="{2B4CB63F-B4E7-5F26-4507-3B60B6DA0E87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4" name="Oval 40">
            <a:extLst>
              <a:ext uri="{FF2B5EF4-FFF2-40B4-BE49-F238E27FC236}">
                <a16:creationId xmlns:a16="http://schemas.microsoft.com/office/drawing/2014/main" id="{7330ADCA-2A5E-22D8-991D-6BB1C06C68D8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75" name="Oval 40">
            <a:extLst>
              <a:ext uri="{FF2B5EF4-FFF2-40B4-BE49-F238E27FC236}">
                <a16:creationId xmlns:a16="http://schemas.microsoft.com/office/drawing/2014/main" id="{7E62291E-F01C-2977-3469-D908E5E4FB26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5234B911-3D44-CAB1-FB64-B0E5B1F3D19F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96EBA6BA-4F88-B577-B663-D20DFE02CEDA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5B5FA7AB-F3D5-1352-452F-A2A84420CD92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BDC1EFD2-5147-6D92-1D60-C8B08D9EE8D0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C78C0EC0-2229-C4C7-2C27-1AC1CBABECF0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636E8C1D-0E9A-88CE-37BF-AF39CDD9CCAB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FCD4C53B-C19F-2360-26D5-DA1020AFC58E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731DE72C-CF2E-1AC1-FDAD-71504C5745D3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D5382699-3B82-A354-5C60-CDA4B388FC17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98620562-6D69-F93B-41F3-72BC5DB7199E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8B2F438D-7F83-5CD4-2CB7-EED8FE4C8E86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A25E1C99-DFE8-3C86-83E1-4BD0F5413F8C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686A07CB-D873-2806-02A1-A326B83A7C5B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DC4BBD43-9C8A-2FF2-2094-E756637757A0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5E3CD6DC-A995-E183-EE3F-CC6A6EC921BF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11CB2947-F4DB-690E-99DC-615A177F7FF4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20845031-8582-7BA1-C091-52403CA2C26D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EC1C5D10-6434-1ACD-FBC0-4EEFE43999CD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E7094FA4-A21E-8F9E-2C3C-E229354A642E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236427F9-12C5-E7C3-EA7B-7A74192C5ED8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2B61D527-836C-8920-21B8-ADE6C3226BF8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9D648578-2B97-C34F-DB36-8474359B487C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ADA3E69E-99EF-2700-54A3-0FD2BF619656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D8818211-1920-1C5E-EBCB-9CD40A3DFD1C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D77A27E4-D5AD-ACC2-2CF3-525348EF53BC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D6EAA094-5B70-82A5-69A0-4B673671E5B3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42D0A5E8-FE40-8E3F-BC88-8EDA87102106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8F5666D2-7AC4-082F-6465-9D83D14E76FC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31</a:t>
            </a:r>
          </a:p>
        </p:txBody>
      </p:sp>
      <p:sp>
        <p:nvSpPr>
          <p:cNvPr id="110" name="Oval 40">
            <a:extLst>
              <a:ext uri="{FF2B5EF4-FFF2-40B4-BE49-F238E27FC236}">
                <a16:creationId xmlns:a16="http://schemas.microsoft.com/office/drawing/2014/main" id="{8424C5D0-C4E9-D91B-F40F-75BFAE449172}"/>
              </a:ext>
            </a:extLst>
          </p:cNvPr>
          <p:cNvSpPr>
            <a:spLocks noChangeArrowheads="1"/>
          </p:cNvSpPr>
          <p:nvPr>
            <p:custDataLst>
              <p:tags r:id="rId42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32</a:t>
            </a:r>
          </a:p>
        </p:txBody>
      </p:sp>
      <p:sp>
        <p:nvSpPr>
          <p:cNvPr id="111" name="Oval 40">
            <a:extLst>
              <a:ext uri="{FF2B5EF4-FFF2-40B4-BE49-F238E27FC236}">
                <a16:creationId xmlns:a16="http://schemas.microsoft.com/office/drawing/2014/main" id="{F9CEC0BC-CCC3-B177-1D94-39A8674D30D0}"/>
              </a:ext>
            </a:extLst>
          </p:cNvPr>
          <p:cNvSpPr>
            <a:spLocks noChangeArrowheads="1"/>
          </p:cNvSpPr>
          <p:nvPr>
            <p:custDataLst>
              <p:tags r:id="rId43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33</a:t>
            </a:r>
          </a:p>
        </p:txBody>
      </p:sp>
      <p:sp>
        <p:nvSpPr>
          <p:cNvPr id="112" name="Oval 40">
            <a:extLst>
              <a:ext uri="{FF2B5EF4-FFF2-40B4-BE49-F238E27FC236}">
                <a16:creationId xmlns:a16="http://schemas.microsoft.com/office/drawing/2014/main" id="{DC0C470B-FFAF-3E03-2926-A7835B7959B1}"/>
              </a:ext>
            </a:extLst>
          </p:cNvPr>
          <p:cNvSpPr>
            <a:spLocks noChangeArrowheads="1"/>
          </p:cNvSpPr>
          <p:nvPr>
            <p:custDataLst>
              <p:tags r:id="rId44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34</a:t>
            </a:r>
          </a:p>
        </p:txBody>
      </p:sp>
      <p:sp>
        <p:nvSpPr>
          <p:cNvPr id="113" name="Oval 40">
            <a:extLst>
              <a:ext uri="{FF2B5EF4-FFF2-40B4-BE49-F238E27FC236}">
                <a16:creationId xmlns:a16="http://schemas.microsoft.com/office/drawing/2014/main" id="{E5F5E239-9045-2A30-854F-3077195DE0AA}"/>
              </a:ext>
            </a:extLst>
          </p:cNvPr>
          <p:cNvSpPr>
            <a:spLocks noChangeArrowheads="1"/>
          </p:cNvSpPr>
          <p:nvPr>
            <p:custDataLst>
              <p:tags r:id="rId45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35</a:t>
            </a:r>
          </a:p>
        </p:txBody>
      </p:sp>
      <p:sp>
        <p:nvSpPr>
          <p:cNvPr id="114" name="Oval 40">
            <a:extLst>
              <a:ext uri="{FF2B5EF4-FFF2-40B4-BE49-F238E27FC236}">
                <a16:creationId xmlns:a16="http://schemas.microsoft.com/office/drawing/2014/main" id="{AE3D1192-1602-196A-66FF-944EBD8FB2A1}"/>
              </a:ext>
            </a:extLst>
          </p:cNvPr>
          <p:cNvSpPr>
            <a:spLocks noChangeArrowheads="1"/>
          </p:cNvSpPr>
          <p:nvPr>
            <p:custDataLst>
              <p:tags r:id="rId46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36</a:t>
            </a:r>
          </a:p>
        </p:txBody>
      </p:sp>
      <p:sp>
        <p:nvSpPr>
          <p:cNvPr id="115" name="Oval 40">
            <a:extLst>
              <a:ext uri="{FF2B5EF4-FFF2-40B4-BE49-F238E27FC236}">
                <a16:creationId xmlns:a16="http://schemas.microsoft.com/office/drawing/2014/main" id="{560C6669-F5D9-2AC5-842E-F26E21395ECA}"/>
              </a:ext>
            </a:extLst>
          </p:cNvPr>
          <p:cNvSpPr>
            <a:spLocks noChangeArrowheads="1"/>
          </p:cNvSpPr>
          <p:nvPr>
            <p:custDataLst>
              <p:tags r:id="rId47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37</a:t>
            </a:r>
          </a:p>
        </p:txBody>
      </p:sp>
      <p:sp>
        <p:nvSpPr>
          <p:cNvPr id="116" name="Oval 40">
            <a:extLst>
              <a:ext uri="{FF2B5EF4-FFF2-40B4-BE49-F238E27FC236}">
                <a16:creationId xmlns:a16="http://schemas.microsoft.com/office/drawing/2014/main" id="{7AA0942F-8A19-673B-BB3D-58FEB3DAC0AC}"/>
              </a:ext>
            </a:extLst>
          </p:cNvPr>
          <p:cNvSpPr>
            <a:spLocks noChangeArrowheads="1"/>
          </p:cNvSpPr>
          <p:nvPr>
            <p:custDataLst>
              <p:tags r:id="rId48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38</a:t>
            </a:r>
          </a:p>
        </p:txBody>
      </p:sp>
      <p:sp>
        <p:nvSpPr>
          <p:cNvPr id="117" name="Oval 40">
            <a:extLst>
              <a:ext uri="{FF2B5EF4-FFF2-40B4-BE49-F238E27FC236}">
                <a16:creationId xmlns:a16="http://schemas.microsoft.com/office/drawing/2014/main" id="{30CF3944-6007-93D2-4147-956CA4331629}"/>
              </a:ext>
            </a:extLst>
          </p:cNvPr>
          <p:cNvSpPr>
            <a:spLocks noChangeArrowheads="1"/>
          </p:cNvSpPr>
          <p:nvPr>
            <p:custDataLst>
              <p:tags r:id="rId49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39</a:t>
            </a:r>
          </a:p>
        </p:txBody>
      </p:sp>
      <p:sp>
        <p:nvSpPr>
          <p:cNvPr id="118" name="Oval 40">
            <a:extLst>
              <a:ext uri="{FF2B5EF4-FFF2-40B4-BE49-F238E27FC236}">
                <a16:creationId xmlns:a16="http://schemas.microsoft.com/office/drawing/2014/main" id="{15DF3CCD-826C-8B87-B7F1-1F502BBCCF57}"/>
              </a:ext>
            </a:extLst>
          </p:cNvPr>
          <p:cNvSpPr>
            <a:spLocks noChangeArrowheads="1"/>
          </p:cNvSpPr>
          <p:nvPr>
            <p:custDataLst>
              <p:tags r:id="rId50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40</a:t>
            </a:r>
          </a:p>
        </p:txBody>
      </p:sp>
      <p:sp>
        <p:nvSpPr>
          <p:cNvPr id="119" name="Oval 40">
            <a:extLst>
              <a:ext uri="{FF2B5EF4-FFF2-40B4-BE49-F238E27FC236}">
                <a16:creationId xmlns:a16="http://schemas.microsoft.com/office/drawing/2014/main" id="{B4FD2878-5CF7-F067-345B-C53F1EC4009A}"/>
              </a:ext>
            </a:extLst>
          </p:cNvPr>
          <p:cNvSpPr>
            <a:spLocks noChangeArrowheads="1"/>
          </p:cNvSpPr>
          <p:nvPr>
            <p:custDataLst>
              <p:tags r:id="rId51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41</a:t>
            </a:r>
          </a:p>
        </p:txBody>
      </p:sp>
      <p:sp>
        <p:nvSpPr>
          <p:cNvPr id="120" name="Oval 40">
            <a:extLst>
              <a:ext uri="{FF2B5EF4-FFF2-40B4-BE49-F238E27FC236}">
                <a16:creationId xmlns:a16="http://schemas.microsoft.com/office/drawing/2014/main" id="{A94FEEDE-1633-8E4B-8A17-3B6AF5B9E0C1}"/>
              </a:ext>
            </a:extLst>
          </p:cNvPr>
          <p:cNvSpPr>
            <a:spLocks noChangeArrowheads="1"/>
          </p:cNvSpPr>
          <p:nvPr>
            <p:custDataLst>
              <p:tags r:id="rId52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42</a:t>
            </a:r>
          </a:p>
        </p:txBody>
      </p:sp>
      <p:sp>
        <p:nvSpPr>
          <p:cNvPr id="121" name="Oval 40">
            <a:extLst>
              <a:ext uri="{FF2B5EF4-FFF2-40B4-BE49-F238E27FC236}">
                <a16:creationId xmlns:a16="http://schemas.microsoft.com/office/drawing/2014/main" id="{AEFD6DC3-61D8-67C1-E87E-91096EC8E66B}"/>
              </a:ext>
            </a:extLst>
          </p:cNvPr>
          <p:cNvSpPr>
            <a:spLocks noChangeArrowheads="1"/>
          </p:cNvSpPr>
          <p:nvPr>
            <p:custDataLst>
              <p:tags r:id="rId53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43</a:t>
            </a:r>
          </a:p>
        </p:txBody>
      </p:sp>
      <p:sp>
        <p:nvSpPr>
          <p:cNvPr id="122" name="Oval 40">
            <a:extLst>
              <a:ext uri="{FF2B5EF4-FFF2-40B4-BE49-F238E27FC236}">
                <a16:creationId xmlns:a16="http://schemas.microsoft.com/office/drawing/2014/main" id="{6762B956-64E2-4036-5F0E-6FD4A7E20B9A}"/>
              </a:ext>
            </a:extLst>
          </p:cNvPr>
          <p:cNvSpPr>
            <a:spLocks noChangeArrowheads="1"/>
          </p:cNvSpPr>
          <p:nvPr>
            <p:custDataLst>
              <p:tags r:id="rId54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44</a:t>
            </a:r>
          </a:p>
        </p:txBody>
      </p:sp>
      <p:sp>
        <p:nvSpPr>
          <p:cNvPr id="123" name="Oval 40">
            <a:extLst>
              <a:ext uri="{FF2B5EF4-FFF2-40B4-BE49-F238E27FC236}">
                <a16:creationId xmlns:a16="http://schemas.microsoft.com/office/drawing/2014/main" id="{6400A2A0-4235-CD91-2A5F-8CD0EDD1D26C}"/>
              </a:ext>
            </a:extLst>
          </p:cNvPr>
          <p:cNvSpPr>
            <a:spLocks noChangeArrowheads="1"/>
          </p:cNvSpPr>
          <p:nvPr>
            <p:custDataLst>
              <p:tags r:id="rId55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45</a:t>
            </a:r>
          </a:p>
        </p:txBody>
      </p:sp>
      <p:sp>
        <p:nvSpPr>
          <p:cNvPr id="124" name="Oval 40">
            <a:extLst>
              <a:ext uri="{FF2B5EF4-FFF2-40B4-BE49-F238E27FC236}">
                <a16:creationId xmlns:a16="http://schemas.microsoft.com/office/drawing/2014/main" id="{0B937E5B-DD71-56CF-F205-023FCCD76F8E}"/>
              </a:ext>
            </a:extLst>
          </p:cNvPr>
          <p:cNvSpPr>
            <a:spLocks noChangeArrowheads="1"/>
          </p:cNvSpPr>
          <p:nvPr>
            <p:custDataLst>
              <p:tags r:id="rId56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46</a:t>
            </a:r>
          </a:p>
        </p:txBody>
      </p:sp>
      <p:sp>
        <p:nvSpPr>
          <p:cNvPr id="125" name="Oval 40">
            <a:extLst>
              <a:ext uri="{FF2B5EF4-FFF2-40B4-BE49-F238E27FC236}">
                <a16:creationId xmlns:a16="http://schemas.microsoft.com/office/drawing/2014/main" id="{094BCB65-BF9E-B7C2-E68F-8F1390B3ACB6}"/>
              </a:ext>
            </a:extLst>
          </p:cNvPr>
          <p:cNvSpPr>
            <a:spLocks noChangeArrowheads="1"/>
          </p:cNvSpPr>
          <p:nvPr>
            <p:custDataLst>
              <p:tags r:id="rId57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47</a:t>
            </a:r>
          </a:p>
        </p:txBody>
      </p:sp>
      <p:sp>
        <p:nvSpPr>
          <p:cNvPr id="126" name="Oval 40">
            <a:extLst>
              <a:ext uri="{FF2B5EF4-FFF2-40B4-BE49-F238E27FC236}">
                <a16:creationId xmlns:a16="http://schemas.microsoft.com/office/drawing/2014/main" id="{13B4EC16-90B0-DF8D-9792-C25420D4F225}"/>
              </a:ext>
            </a:extLst>
          </p:cNvPr>
          <p:cNvSpPr>
            <a:spLocks noChangeArrowheads="1"/>
          </p:cNvSpPr>
          <p:nvPr>
            <p:custDataLst>
              <p:tags r:id="rId58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48</a:t>
            </a:r>
          </a:p>
        </p:txBody>
      </p:sp>
      <p:sp>
        <p:nvSpPr>
          <p:cNvPr id="127" name="Oval 40">
            <a:extLst>
              <a:ext uri="{FF2B5EF4-FFF2-40B4-BE49-F238E27FC236}">
                <a16:creationId xmlns:a16="http://schemas.microsoft.com/office/drawing/2014/main" id="{D28A31F5-0A18-33BA-4800-720E5B1C40A7}"/>
              </a:ext>
            </a:extLst>
          </p:cNvPr>
          <p:cNvSpPr>
            <a:spLocks noChangeArrowheads="1"/>
          </p:cNvSpPr>
          <p:nvPr>
            <p:custDataLst>
              <p:tags r:id="rId59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49</a:t>
            </a:r>
          </a:p>
        </p:txBody>
      </p:sp>
      <p:sp>
        <p:nvSpPr>
          <p:cNvPr id="128" name="Oval 40">
            <a:extLst>
              <a:ext uri="{FF2B5EF4-FFF2-40B4-BE49-F238E27FC236}">
                <a16:creationId xmlns:a16="http://schemas.microsoft.com/office/drawing/2014/main" id="{EE51BE37-7FAC-E457-26B7-716CC86E047F}"/>
              </a:ext>
            </a:extLst>
          </p:cNvPr>
          <p:cNvSpPr>
            <a:spLocks noChangeArrowheads="1"/>
          </p:cNvSpPr>
          <p:nvPr>
            <p:custDataLst>
              <p:tags r:id="rId60"/>
            </p:custDataLst>
          </p:nvPr>
        </p:nvSpPr>
        <p:spPr bwMode="auto">
          <a:xfrm>
            <a:off x="5572125" y="5715000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50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5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2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2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490" fill="hold"/>
                                        <p:tgtEl>
                                          <p:spTgt spid="4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011"/>
                            </p:stCondLst>
                            <p:childTnLst>
                              <p:par>
                                <p:cTn id="1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4011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11"/>
                            </p:stCondLst>
                            <p:childTnLst>
                              <p:par>
                                <p:cTn id="2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11"/>
                            </p:stCondLst>
                            <p:childTnLst>
                              <p:par>
                                <p:cTn id="2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7011"/>
                            </p:stCondLst>
                            <p:childTnLst>
                              <p:par>
                                <p:cTn id="2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8011"/>
                            </p:stCondLst>
                            <p:childTnLst>
                              <p:par>
                                <p:cTn id="3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9011"/>
                            </p:stCondLst>
                            <p:childTnLst>
                              <p:par>
                                <p:cTn id="3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11"/>
                            </p:stCondLst>
                            <p:childTnLst>
                              <p:par>
                                <p:cTn id="3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1011"/>
                            </p:stCondLst>
                            <p:childTnLst>
                              <p:par>
                                <p:cTn id="4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2011"/>
                            </p:stCondLst>
                            <p:childTnLst>
                              <p:par>
                                <p:cTn id="4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13011"/>
                            </p:stCondLst>
                            <p:childTnLst>
                              <p:par>
                                <p:cTn id="4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14011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11"/>
                            </p:stCondLst>
                            <p:childTnLst>
                              <p:par>
                                <p:cTn id="5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16011"/>
                            </p:stCondLst>
                            <p:childTnLst>
                              <p:par>
                                <p:cTn id="5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7011"/>
                            </p:stCondLst>
                            <p:childTnLst>
                              <p:par>
                                <p:cTn id="5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8011"/>
                            </p:stCondLst>
                            <p:childTnLst>
                              <p:par>
                                <p:cTn id="6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9011"/>
                            </p:stCondLst>
                            <p:childTnLst>
                              <p:par>
                                <p:cTn id="6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0011"/>
                            </p:stCondLst>
                            <p:childTnLst>
                              <p:par>
                                <p:cTn id="6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1011"/>
                            </p:stCondLst>
                            <p:childTnLst>
                              <p:par>
                                <p:cTn id="7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2011"/>
                            </p:stCondLst>
                            <p:childTnLst>
                              <p:par>
                                <p:cTn id="7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23011"/>
                            </p:stCondLst>
                            <p:childTnLst>
                              <p:par>
                                <p:cTn id="7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4011"/>
                            </p:stCondLst>
                            <p:childTnLst>
                              <p:par>
                                <p:cTn id="8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25011"/>
                            </p:stCondLst>
                            <p:childTnLst>
                              <p:par>
                                <p:cTn id="8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26011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7011"/>
                            </p:stCondLst>
                            <p:childTnLst>
                              <p:par>
                                <p:cTn id="8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8011"/>
                            </p:stCondLst>
                            <p:childTnLst>
                              <p:par>
                                <p:cTn id="9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29011"/>
                            </p:stCondLst>
                            <p:childTnLst>
                              <p:par>
                                <p:cTn id="9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30011"/>
                            </p:stCondLst>
                            <p:childTnLst>
                              <p:par>
                                <p:cTn id="9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31011"/>
                            </p:stCondLst>
                            <p:childTnLst>
                              <p:par>
                                <p:cTn id="10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32011"/>
                            </p:stCondLst>
                            <p:childTnLst>
                              <p:par>
                                <p:cTn id="10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33011"/>
                            </p:stCondLst>
                            <p:childTnLst>
                              <p:par>
                                <p:cTn id="10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34011"/>
                            </p:stCondLst>
                            <p:childTnLst>
                              <p:par>
                                <p:cTn id="11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35011"/>
                            </p:stCondLst>
                            <p:childTnLst>
                              <p:par>
                                <p:cTn id="11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36011"/>
                            </p:stCondLst>
                            <p:childTnLst>
                              <p:par>
                                <p:cTn id="11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37011"/>
                            </p:stCondLst>
                            <p:childTnLst>
                              <p:par>
                                <p:cTn id="11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38011"/>
                            </p:stCondLst>
                            <p:childTnLst>
                              <p:par>
                                <p:cTn id="12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39011"/>
                            </p:stCondLst>
                            <p:childTnLst>
                              <p:par>
                                <p:cTn id="12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40011"/>
                            </p:stCondLst>
                            <p:childTnLst>
                              <p:par>
                                <p:cTn id="12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41011"/>
                            </p:stCondLst>
                            <p:childTnLst>
                              <p:par>
                                <p:cTn id="13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42011"/>
                            </p:stCondLst>
                            <p:childTnLst>
                              <p:par>
                                <p:cTn id="13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43011"/>
                            </p:stCondLst>
                            <p:childTnLst>
                              <p:par>
                                <p:cTn id="13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44011"/>
                            </p:stCondLst>
                            <p:childTnLst>
                              <p:par>
                                <p:cTn id="14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45011"/>
                            </p:stCondLst>
                            <p:childTnLst>
                              <p:par>
                                <p:cTn id="14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 nodeType="afterGroup">
                            <p:stCondLst>
                              <p:cond delay="46011"/>
                            </p:stCondLst>
                            <p:childTnLst>
                              <p:par>
                                <p:cTn id="14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47011"/>
                            </p:stCondLst>
                            <p:childTnLst>
                              <p:par>
                                <p:cTn id="14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48011"/>
                            </p:stCondLst>
                            <p:childTnLst>
                              <p:par>
                                <p:cTn id="15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49011"/>
                            </p:stCondLst>
                            <p:childTnLst>
                              <p:par>
                                <p:cTn id="15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50011"/>
                            </p:stCondLst>
                            <p:childTnLst>
                              <p:par>
                                <p:cTn id="15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51011"/>
                            </p:stCondLst>
                            <p:childTnLst>
                              <p:par>
                                <p:cTn id="16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2011"/>
                            </p:stCondLst>
                            <p:childTnLst>
                              <p:par>
                                <p:cTn id="16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mediacall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67" dur="1867" fill="hold"/>
                                        <p:tgtEl>
                                          <p:spTgt spid="4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>
                <p:cTn id="168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4"/>
                </p:tgtEl>
              </p:cMediaNode>
            </p:audio>
            <p:audio>
              <p:cMediaNode>
                <p:cTn id="169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5"/>
                </p:tgtEl>
              </p:cMediaNode>
            </p:audio>
          </p:childTnLst>
        </p:cTn>
      </p:par>
    </p:tnLst>
    <p:bldLst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A717C1C-A123-4F85-F6AD-31E7951EA27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 sz="4000"/>
              <a:t>Réponse</a:t>
            </a:r>
          </a:p>
        </p:txBody>
      </p:sp>
      <p:sp>
        <p:nvSpPr>
          <p:cNvPr id="56325" name="Text Box 9">
            <a:extLst>
              <a:ext uri="{FF2B5EF4-FFF2-40B4-BE49-F238E27FC236}">
                <a16:creationId xmlns:a16="http://schemas.microsoft.com/office/drawing/2014/main" id="{0E0349D9-7A31-265F-7D37-00C216B466A2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71563" y="1928813"/>
            <a:ext cx="742950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defRPr/>
            </a:pPr>
            <a:r>
              <a:rPr lang="fr-CA" sz="3600" dirty="0">
                <a:solidFill>
                  <a:srgbClr val="FF0000"/>
                </a:solidFill>
                <a:latin typeface="+mn-lt"/>
              </a:rPr>
              <a:t>SANTÉ ET SERVICES SOCIAUX</a:t>
            </a:r>
          </a:p>
          <a:p>
            <a:pPr marL="800100" lvl="1" indent="-342900">
              <a:spcBef>
                <a:spcPct val="50000"/>
              </a:spcBef>
              <a:defRPr/>
            </a:pPr>
            <a:endParaRPr lang="fr-CA" sz="2400" u="sng" dirty="0">
              <a:latin typeface="+mn-lt"/>
            </a:endParaRPr>
          </a:p>
          <a:p>
            <a:pPr marL="342900" indent="-342900">
              <a:spcBef>
                <a:spcPct val="50000"/>
              </a:spcBef>
              <a:defRPr/>
            </a:pPr>
            <a:endParaRPr lang="fr-CA" sz="2800" dirty="0">
              <a:latin typeface="+mn-lt"/>
            </a:endParaRPr>
          </a:p>
          <a:p>
            <a:pPr marL="342900" indent="-342900">
              <a:spcBef>
                <a:spcPct val="50000"/>
              </a:spcBef>
              <a:defRPr/>
            </a:pPr>
            <a:endParaRPr lang="fr-CA" sz="2800" dirty="0">
              <a:latin typeface="+mn-lt"/>
            </a:endParaRP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E294DB45-CA86-5AC9-6D82-E5AD95F0CC67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3850" y="6069033"/>
            <a:ext cx="1390630" cy="431801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20</a:t>
            </a:r>
          </a:p>
        </p:txBody>
      </p:sp>
      <p:pic>
        <p:nvPicPr>
          <p:cNvPr id="12" name="Image 11" descr="1215-photo-trois-enfants-inuit-couleur_g.jpg">
            <a:extLst>
              <a:ext uri="{FF2B5EF4-FFF2-40B4-BE49-F238E27FC236}">
                <a16:creationId xmlns:a16="http://schemas.microsoft.com/office/drawing/2014/main" id="{887F9BF3-F43C-8465-501A-4BC969DD1A6B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24066" y="2719173"/>
            <a:ext cx="4976826" cy="32815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 useBgFill="1">
        <p:nvSpPr>
          <p:cNvPr id="13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2C7FF04F-EEC5-234C-2320-A0E2313ED7A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842155" y="5996009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B8218222-7ACA-58A9-5854-9F9421FA5D0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42966" y="428613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65541" name="Rectangle 2">
            <a:extLst>
              <a:ext uri="{FF2B5EF4-FFF2-40B4-BE49-F238E27FC236}">
                <a16:creationId xmlns:a16="http://schemas.microsoft.com/office/drawing/2014/main" id="{144B9B65-7029-9A82-0CC4-45B9A16B6306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28625"/>
            <a:ext cx="8229600" cy="1143000"/>
          </a:xfrm>
        </p:spPr>
        <p:txBody>
          <a:bodyPr/>
          <a:lstStyle/>
          <a:p>
            <a:pPr eaLnBrk="1" hangingPunct="1"/>
            <a:r>
              <a:rPr lang="fr-CA" altLang="fr-FR" sz="4000"/>
              <a:t>Services sociaux - éducatifs et juridiques</a:t>
            </a:r>
          </a:p>
        </p:txBody>
      </p:sp>
      <p:sp>
        <p:nvSpPr>
          <p:cNvPr id="56325" name="Text Box 9">
            <a:extLst>
              <a:ext uri="{FF2B5EF4-FFF2-40B4-BE49-F238E27FC236}">
                <a16:creationId xmlns:a16="http://schemas.microsoft.com/office/drawing/2014/main" id="{F481ECBA-80EF-0750-5802-10EE0DBD74ED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85750" y="2143125"/>
            <a:ext cx="8604250" cy="4710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800100" lvl="1" indent="-342900">
              <a:spcBef>
                <a:spcPct val="50000"/>
              </a:spcBef>
              <a:defRPr/>
            </a:pPr>
            <a:r>
              <a:rPr lang="fr-CA" sz="3600" u="sng" dirty="0">
                <a:latin typeface="+mn-lt"/>
              </a:rPr>
              <a:t>Les 2 DEP de ce secteur sont </a:t>
            </a:r>
            <a:r>
              <a:rPr lang="fr-CA" sz="3600" dirty="0">
                <a:latin typeface="+mn-lt"/>
              </a:rPr>
              <a:t>: </a:t>
            </a:r>
          </a:p>
          <a:p>
            <a:pPr marL="800100" lvl="1" indent="-342900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fr-CA" sz="3600" dirty="0">
                <a:latin typeface="+mn-lt"/>
              </a:rPr>
              <a:t>Assistance à la clientèle des services sociaux et de santé du </a:t>
            </a:r>
            <a:r>
              <a:rPr lang="fr-CA" sz="3600" dirty="0" err="1">
                <a:latin typeface="+mn-lt"/>
              </a:rPr>
              <a:t>Nunavik</a:t>
            </a:r>
            <a:endParaRPr lang="fr-CA" sz="3600" dirty="0">
              <a:latin typeface="+mn-lt"/>
            </a:endParaRPr>
          </a:p>
          <a:p>
            <a:pPr marL="800100" lvl="1" indent="-342900">
              <a:spcBef>
                <a:spcPct val="50000"/>
              </a:spcBef>
              <a:buFont typeface="Arial" pitchFamily="34" charset="0"/>
              <a:buChar char="•"/>
              <a:defRPr/>
            </a:pPr>
            <a:r>
              <a:rPr lang="fr-CA" sz="3600" dirty="0">
                <a:latin typeface="+mn-lt"/>
              </a:rPr>
              <a:t>Organisation de loisirs au </a:t>
            </a:r>
            <a:r>
              <a:rPr lang="fr-CA" sz="3600" dirty="0" err="1">
                <a:latin typeface="+mn-lt"/>
              </a:rPr>
              <a:t>Nunavik</a:t>
            </a:r>
            <a:endParaRPr lang="fr-CA" sz="3600" dirty="0">
              <a:latin typeface="+mn-lt"/>
            </a:endParaRPr>
          </a:p>
          <a:p>
            <a:pPr marL="800100" lvl="1" indent="-342900">
              <a:spcBef>
                <a:spcPct val="50000"/>
              </a:spcBef>
              <a:defRPr/>
            </a:pPr>
            <a:endParaRPr lang="fr-CA" sz="2400" u="sng" dirty="0">
              <a:latin typeface="+mn-lt"/>
            </a:endParaRPr>
          </a:p>
          <a:p>
            <a:pPr marL="342900" indent="-342900">
              <a:spcBef>
                <a:spcPct val="50000"/>
              </a:spcBef>
              <a:defRPr/>
            </a:pPr>
            <a:endParaRPr lang="fr-CA" sz="2800" dirty="0">
              <a:latin typeface="+mn-lt"/>
            </a:endParaRPr>
          </a:p>
          <a:p>
            <a:pPr marL="342900" indent="-342900">
              <a:spcBef>
                <a:spcPct val="50000"/>
              </a:spcBef>
              <a:defRPr/>
            </a:pPr>
            <a:endParaRPr lang="fr-CA" sz="2800" dirty="0">
              <a:latin typeface="+mn-lt"/>
            </a:endParaRPr>
          </a:p>
        </p:txBody>
      </p:sp>
      <p:sp useBgFill="1">
        <p:nvSpPr>
          <p:cNvPr id="8" name="Rectangle 8">
            <a:extLst>
              <a:ext uri="{FF2B5EF4-FFF2-40B4-BE49-F238E27FC236}">
                <a16:creationId xmlns:a16="http://schemas.microsoft.com/office/drawing/2014/main" id="{F39C5F3B-6688-7017-FAA2-5F75ECEB444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6069033"/>
            <a:ext cx="1390630" cy="431801"/>
          </a:xfrm>
          <a:prstGeom prst="rect">
            <a:avLst/>
          </a:prstGeom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20</a:t>
            </a:r>
          </a:p>
        </p:txBody>
      </p:sp>
      <p:sp useBgFill="1">
        <p:nvSpPr>
          <p:cNvPr id="10" name="AutoShape 7">
            <a:hlinkClick r:id="rId7" action="ppaction://hlinksldjump"/>
            <a:extLst>
              <a:ext uri="{FF2B5EF4-FFF2-40B4-BE49-F238E27FC236}">
                <a16:creationId xmlns:a16="http://schemas.microsoft.com/office/drawing/2014/main" id="{006DD4EA-751A-BB4D-20D5-69FB669180BF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08A823B-EEDE-8C09-FCE5-637085FE18EC}"/>
              </a:ext>
            </a:extLst>
          </p:cNvPr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eaLnBrk="1" hangingPunct="1"/>
            <a:r>
              <a:rPr lang="fr-CA" altLang="fr-FR"/>
              <a:t>De quel secteur s’agit-il? </a:t>
            </a:r>
          </a:p>
        </p:txBody>
      </p:sp>
      <p:sp>
        <p:nvSpPr>
          <p:cNvPr id="57349" name="Rectangle 3">
            <a:extLst>
              <a:ext uri="{FF2B5EF4-FFF2-40B4-BE49-F238E27FC236}">
                <a16:creationId xmlns:a16="http://schemas.microsoft.com/office/drawing/2014/main" id="{A398EA4E-339A-3D62-8346-360E61101CE1}"/>
              </a:ext>
            </a:extLst>
          </p:cNvPr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971550" y="2608263"/>
            <a:ext cx="7529513" cy="3629025"/>
          </a:xfrm>
        </p:spPr>
        <p:txBody>
          <a:bodyPr/>
          <a:lstStyle/>
          <a:p>
            <a:pPr eaLnBrk="1" hangingPunct="1"/>
            <a:r>
              <a:rPr lang="fr-CA" altLang="fr-FR"/>
              <a:t>Au coin de chez vous</a:t>
            </a:r>
          </a:p>
          <a:p>
            <a:pPr eaLnBrk="1" hangingPunct="1"/>
            <a:r>
              <a:rPr lang="fr-CA" altLang="fr-FR"/>
              <a:t>Sur un plateau de tournage</a:t>
            </a:r>
          </a:p>
          <a:p>
            <a:pPr eaLnBrk="1" hangingPunct="1"/>
            <a:r>
              <a:rPr lang="fr-CA" altLang="fr-FR"/>
              <a:t>Dans les résidences pour personnes âgées</a:t>
            </a:r>
          </a:p>
          <a:p>
            <a:pPr eaLnBrk="1" hangingPunct="1"/>
            <a:r>
              <a:rPr lang="fr-CA" altLang="fr-FR"/>
              <a:t>Sur un bateau de croisière</a:t>
            </a:r>
          </a:p>
          <a:p>
            <a:pPr eaLnBrk="1" hangingPunct="1"/>
            <a:r>
              <a:rPr lang="fr-CA" altLang="fr-FR"/>
              <a:t>Dans un centre de détente (SPA)</a:t>
            </a:r>
          </a:p>
        </p:txBody>
      </p:sp>
      <p:sp>
        <p:nvSpPr>
          <p:cNvPr id="57350" name="Text Box 4">
            <a:extLst>
              <a:ext uri="{FF2B5EF4-FFF2-40B4-BE49-F238E27FC236}">
                <a16:creationId xmlns:a16="http://schemas.microsoft.com/office/drawing/2014/main" id="{291DBB08-1506-1171-D69D-25B173101784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68313" y="1635125"/>
            <a:ext cx="755967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fr-CA" sz="3600" u="sng" dirty="0">
                <a:latin typeface="+mn-lt"/>
              </a:rPr>
              <a:t>Leurs métiers peuvent s’exercer </a:t>
            </a:r>
            <a:r>
              <a:rPr lang="fr-CA" sz="3600" dirty="0">
                <a:latin typeface="+mn-lt"/>
              </a:rPr>
              <a:t>: </a:t>
            </a:r>
          </a:p>
        </p:txBody>
      </p:sp>
      <p:sp useBgFill="1">
        <p:nvSpPr>
          <p:cNvPr id="71" name="Rectangle 8">
            <a:extLst>
              <a:ext uri="{FF2B5EF4-FFF2-40B4-BE49-F238E27FC236}">
                <a16:creationId xmlns:a16="http://schemas.microsoft.com/office/drawing/2014/main" id="{86B2F20D-CE2B-62F8-411A-1E123E77FC2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21</a:t>
            </a:r>
          </a:p>
        </p:txBody>
      </p:sp>
      <p:pic>
        <p:nvPicPr>
          <p:cNvPr id="73" name="Picture 49">
            <a:hlinkClick r:id="" action="ppaction://media"/>
            <a:extLst>
              <a:ext uri="{FF2B5EF4-FFF2-40B4-BE49-F238E27FC236}">
                <a16:creationId xmlns:a16="http://schemas.microsoft.com/office/drawing/2014/main" id="{0FBFB7C0-2258-1AB4-F863-DA2D523FB7BE}"/>
              </a:ext>
            </a:extLst>
          </p:cNvPr>
          <p:cNvPicPr>
            <a:picLocks noRot="1" noChangeAspect="1" noChangeArrowheads="1"/>
          </p:cNvPicPr>
          <p:nvPr>
            <a:wavAudioFile r:embed="rId5" name="MSj01166140000[1].wav"/>
            <p:custDataLst>
              <p:tags r:id="rId6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6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" name="Picture 50">
            <a:hlinkClick r:id="" action="ppaction://media"/>
            <a:extLst>
              <a:ext uri="{FF2B5EF4-FFF2-40B4-BE49-F238E27FC236}">
                <a16:creationId xmlns:a16="http://schemas.microsoft.com/office/drawing/2014/main" id="{46780921-D2BC-94F0-A057-B3D7A00E5B30}"/>
              </a:ext>
            </a:extLst>
          </p:cNvPr>
          <p:cNvPicPr>
            <a:picLocks noRot="1" noChangeAspect="1" noChangeArrowheads="1"/>
          </p:cNvPicPr>
          <p:nvPr>
            <a:wavAudioFile r:embed="rId7" name="MSj01166110000[1].wav"/>
            <p:custDataLst>
              <p:tags r:id="rId8"/>
            </p:custDataLst>
          </p:nvPr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602138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Oval 40">
            <a:extLst>
              <a:ext uri="{FF2B5EF4-FFF2-40B4-BE49-F238E27FC236}">
                <a16:creationId xmlns:a16="http://schemas.microsoft.com/office/drawing/2014/main" id="{4966E0CB-4385-6859-6707-E011B4D4E15E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0</a:t>
            </a:r>
          </a:p>
        </p:txBody>
      </p:sp>
      <p:sp>
        <p:nvSpPr>
          <p:cNvPr id="76" name="Oval 40">
            <a:extLst>
              <a:ext uri="{FF2B5EF4-FFF2-40B4-BE49-F238E27FC236}">
                <a16:creationId xmlns:a16="http://schemas.microsoft.com/office/drawing/2014/main" id="{52A219C5-D3C8-983D-07E0-D75FC8DAEAA1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</a:t>
            </a:r>
          </a:p>
        </p:txBody>
      </p:sp>
      <p:sp>
        <p:nvSpPr>
          <p:cNvPr id="77" name="Oval 40">
            <a:extLst>
              <a:ext uri="{FF2B5EF4-FFF2-40B4-BE49-F238E27FC236}">
                <a16:creationId xmlns:a16="http://schemas.microsoft.com/office/drawing/2014/main" id="{3DF119B1-14F7-DA6E-28D8-E3C406CD25A9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</a:t>
            </a:r>
          </a:p>
        </p:txBody>
      </p:sp>
      <p:sp>
        <p:nvSpPr>
          <p:cNvPr id="78" name="Oval 40">
            <a:extLst>
              <a:ext uri="{FF2B5EF4-FFF2-40B4-BE49-F238E27FC236}">
                <a16:creationId xmlns:a16="http://schemas.microsoft.com/office/drawing/2014/main" id="{3682F88C-A2E4-8A99-AEE1-5F4459E353FD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</a:t>
            </a:r>
          </a:p>
        </p:txBody>
      </p:sp>
      <p:sp>
        <p:nvSpPr>
          <p:cNvPr id="79" name="Oval 40">
            <a:extLst>
              <a:ext uri="{FF2B5EF4-FFF2-40B4-BE49-F238E27FC236}">
                <a16:creationId xmlns:a16="http://schemas.microsoft.com/office/drawing/2014/main" id="{F9C47A9A-7986-15E7-34EC-FD295CDDFC80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4</a:t>
            </a:r>
          </a:p>
        </p:txBody>
      </p:sp>
      <p:sp>
        <p:nvSpPr>
          <p:cNvPr id="80" name="Oval 40">
            <a:extLst>
              <a:ext uri="{FF2B5EF4-FFF2-40B4-BE49-F238E27FC236}">
                <a16:creationId xmlns:a16="http://schemas.microsoft.com/office/drawing/2014/main" id="{D8B7657B-7F6B-9C0E-D2D7-F51A884C90EF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5</a:t>
            </a:r>
          </a:p>
        </p:txBody>
      </p:sp>
      <p:sp>
        <p:nvSpPr>
          <p:cNvPr id="81" name="Oval 40">
            <a:extLst>
              <a:ext uri="{FF2B5EF4-FFF2-40B4-BE49-F238E27FC236}">
                <a16:creationId xmlns:a16="http://schemas.microsoft.com/office/drawing/2014/main" id="{5C90E692-EA9F-549D-43FE-BD329A8F5A7D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6</a:t>
            </a:r>
          </a:p>
        </p:txBody>
      </p:sp>
      <p:sp>
        <p:nvSpPr>
          <p:cNvPr id="82" name="Oval 40">
            <a:extLst>
              <a:ext uri="{FF2B5EF4-FFF2-40B4-BE49-F238E27FC236}">
                <a16:creationId xmlns:a16="http://schemas.microsoft.com/office/drawing/2014/main" id="{B6D7D295-23C3-78C9-DDF3-2BFA97D0A28E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7</a:t>
            </a:r>
          </a:p>
        </p:txBody>
      </p:sp>
      <p:sp>
        <p:nvSpPr>
          <p:cNvPr id="83" name="Oval 40">
            <a:extLst>
              <a:ext uri="{FF2B5EF4-FFF2-40B4-BE49-F238E27FC236}">
                <a16:creationId xmlns:a16="http://schemas.microsoft.com/office/drawing/2014/main" id="{BB47C84D-70BB-DDE5-6740-867F22D4092E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8</a:t>
            </a:r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9F273F4E-E72D-F443-1976-8A6ADB58B59F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9</a:t>
            </a:r>
          </a:p>
        </p:txBody>
      </p:sp>
      <p:sp>
        <p:nvSpPr>
          <p:cNvPr id="85" name="Oval 40">
            <a:extLst>
              <a:ext uri="{FF2B5EF4-FFF2-40B4-BE49-F238E27FC236}">
                <a16:creationId xmlns:a16="http://schemas.microsoft.com/office/drawing/2014/main" id="{76E65EF9-3C1D-D5FF-B290-7C95B8717AFE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10</a:t>
            </a:r>
          </a:p>
        </p:txBody>
      </p:sp>
      <p:sp>
        <p:nvSpPr>
          <p:cNvPr id="86" name="Oval 40">
            <a:extLst>
              <a:ext uri="{FF2B5EF4-FFF2-40B4-BE49-F238E27FC236}">
                <a16:creationId xmlns:a16="http://schemas.microsoft.com/office/drawing/2014/main" id="{87B77FC6-6DD5-537B-5662-227D9C3557EA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11</a:t>
            </a:r>
          </a:p>
        </p:txBody>
      </p:sp>
      <p:sp>
        <p:nvSpPr>
          <p:cNvPr id="87" name="Oval 40">
            <a:extLst>
              <a:ext uri="{FF2B5EF4-FFF2-40B4-BE49-F238E27FC236}">
                <a16:creationId xmlns:a16="http://schemas.microsoft.com/office/drawing/2014/main" id="{96F91874-64CC-BB76-0FE1-8C1C538BC6FF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12</a:t>
            </a:r>
          </a:p>
        </p:txBody>
      </p:sp>
      <p:sp>
        <p:nvSpPr>
          <p:cNvPr id="88" name="Oval 40">
            <a:extLst>
              <a:ext uri="{FF2B5EF4-FFF2-40B4-BE49-F238E27FC236}">
                <a16:creationId xmlns:a16="http://schemas.microsoft.com/office/drawing/2014/main" id="{D8C5741B-9E7D-4631-1526-E757A189B954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13</a:t>
            </a:r>
          </a:p>
        </p:txBody>
      </p:sp>
      <p:sp>
        <p:nvSpPr>
          <p:cNvPr id="89" name="Oval 40">
            <a:extLst>
              <a:ext uri="{FF2B5EF4-FFF2-40B4-BE49-F238E27FC236}">
                <a16:creationId xmlns:a16="http://schemas.microsoft.com/office/drawing/2014/main" id="{98254B0B-E67E-A1A7-D737-F2086FF04DB0}"/>
              </a:ext>
            </a:extLst>
          </p:cNvPr>
          <p:cNvSpPr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14</a:t>
            </a:r>
          </a:p>
        </p:txBody>
      </p:sp>
      <p:sp>
        <p:nvSpPr>
          <p:cNvPr id="90" name="Oval 40">
            <a:extLst>
              <a:ext uri="{FF2B5EF4-FFF2-40B4-BE49-F238E27FC236}">
                <a16:creationId xmlns:a16="http://schemas.microsoft.com/office/drawing/2014/main" id="{16EFA007-7D14-E1E5-148E-4C2CC5E6E300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15</a:t>
            </a:r>
          </a:p>
        </p:txBody>
      </p:sp>
      <p:sp>
        <p:nvSpPr>
          <p:cNvPr id="91" name="Oval 40">
            <a:extLst>
              <a:ext uri="{FF2B5EF4-FFF2-40B4-BE49-F238E27FC236}">
                <a16:creationId xmlns:a16="http://schemas.microsoft.com/office/drawing/2014/main" id="{97693366-404B-DBFB-C846-308D48E0F280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16</a:t>
            </a:r>
          </a:p>
        </p:txBody>
      </p:sp>
      <p:sp>
        <p:nvSpPr>
          <p:cNvPr id="92" name="Oval 40">
            <a:extLst>
              <a:ext uri="{FF2B5EF4-FFF2-40B4-BE49-F238E27FC236}">
                <a16:creationId xmlns:a16="http://schemas.microsoft.com/office/drawing/2014/main" id="{D36CFCE7-4126-2CDF-9905-418B7625122C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17</a:t>
            </a:r>
          </a:p>
        </p:txBody>
      </p:sp>
      <p:sp>
        <p:nvSpPr>
          <p:cNvPr id="93" name="Oval 40">
            <a:extLst>
              <a:ext uri="{FF2B5EF4-FFF2-40B4-BE49-F238E27FC236}">
                <a16:creationId xmlns:a16="http://schemas.microsoft.com/office/drawing/2014/main" id="{D559084F-0898-B4E2-D881-8DE3C4F0A95A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18</a:t>
            </a:r>
          </a:p>
        </p:txBody>
      </p:sp>
      <p:sp>
        <p:nvSpPr>
          <p:cNvPr id="94" name="Oval 40">
            <a:extLst>
              <a:ext uri="{FF2B5EF4-FFF2-40B4-BE49-F238E27FC236}">
                <a16:creationId xmlns:a16="http://schemas.microsoft.com/office/drawing/2014/main" id="{294458EA-D6CB-0851-8800-4117F053B8A2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19</a:t>
            </a:r>
          </a:p>
        </p:txBody>
      </p:sp>
      <p:sp>
        <p:nvSpPr>
          <p:cNvPr id="95" name="Oval 40">
            <a:extLst>
              <a:ext uri="{FF2B5EF4-FFF2-40B4-BE49-F238E27FC236}">
                <a16:creationId xmlns:a16="http://schemas.microsoft.com/office/drawing/2014/main" id="{668D3495-F067-7654-F139-6AF14756CE81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20</a:t>
            </a:r>
          </a:p>
        </p:txBody>
      </p:sp>
      <p:sp>
        <p:nvSpPr>
          <p:cNvPr id="96" name="Oval 40">
            <a:extLst>
              <a:ext uri="{FF2B5EF4-FFF2-40B4-BE49-F238E27FC236}">
                <a16:creationId xmlns:a16="http://schemas.microsoft.com/office/drawing/2014/main" id="{CF68E3A8-020D-2F23-1804-C1E6D97EC2C2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21</a:t>
            </a:r>
          </a:p>
        </p:txBody>
      </p:sp>
      <p:sp>
        <p:nvSpPr>
          <p:cNvPr id="97" name="Oval 40">
            <a:extLst>
              <a:ext uri="{FF2B5EF4-FFF2-40B4-BE49-F238E27FC236}">
                <a16:creationId xmlns:a16="http://schemas.microsoft.com/office/drawing/2014/main" id="{C2A59B45-2CBB-F165-D2F5-C7B75CEE736A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22</a:t>
            </a:r>
          </a:p>
        </p:txBody>
      </p:sp>
      <p:sp>
        <p:nvSpPr>
          <p:cNvPr id="98" name="Oval 40">
            <a:extLst>
              <a:ext uri="{FF2B5EF4-FFF2-40B4-BE49-F238E27FC236}">
                <a16:creationId xmlns:a16="http://schemas.microsoft.com/office/drawing/2014/main" id="{30C0C2C2-C186-AB9C-17F0-122F0B852C47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23</a:t>
            </a:r>
          </a:p>
        </p:txBody>
      </p:sp>
      <p:sp>
        <p:nvSpPr>
          <p:cNvPr id="99" name="Oval 40">
            <a:extLst>
              <a:ext uri="{FF2B5EF4-FFF2-40B4-BE49-F238E27FC236}">
                <a16:creationId xmlns:a16="http://schemas.microsoft.com/office/drawing/2014/main" id="{737F262B-838D-B8B3-6A33-21CFFAF6EBED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24</a:t>
            </a:r>
          </a:p>
        </p:txBody>
      </p:sp>
      <p:sp>
        <p:nvSpPr>
          <p:cNvPr id="100" name="Oval 40">
            <a:extLst>
              <a:ext uri="{FF2B5EF4-FFF2-40B4-BE49-F238E27FC236}">
                <a16:creationId xmlns:a16="http://schemas.microsoft.com/office/drawing/2014/main" id="{4A9114F1-9A41-E046-67B7-0AB8F78EB17B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25</a:t>
            </a:r>
          </a:p>
        </p:txBody>
      </p:sp>
      <p:sp>
        <p:nvSpPr>
          <p:cNvPr id="101" name="Oval 40">
            <a:extLst>
              <a:ext uri="{FF2B5EF4-FFF2-40B4-BE49-F238E27FC236}">
                <a16:creationId xmlns:a16="http://schemas.microsoft.com/office/drawing/2014/main" id="{F7E4938B-40E9-0A19-305F-8EF4E8816B93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26</a:t>
            </a:r>
          </a:p>
        </p:txBody>
      </p:sp>
      <p:sp>
        <p:nvSpPr>
          <p:cNvPr id="102" name="Oval 40">
            <a:extLst>
              <a:ext uri="{FF2B5EF4-FFF2-40B4-BE49-F238E27FC236}">
                <a16:creationId xmlns:a16="http://schemas.microsoft.com/office/drawing/2014/main" id="{6E042983-6CA5-445E-334B-09860A7440F6}"/>
              </a:ext>
            </a:extLst>
          </p:cNvPr>
          <p:cNvSpPr>
            <a:spLocks noChangeArrowheads="1"/>
          </p:cNvSpPr>
          <p:nvPr>
            <p:custDataLst>
              <p:tags r:id="rId36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27</a:t>
            </a:r>
          </a:p>
        </p:txBody>
      </p:sp>
      <p:sp>
        <p:nvSpPr>
          <p:cNvPr id="103" name="Oval 40">
            <a:extLst>
              <a:ext uri="{FF2B5EF4-FFF2-40B4-BE49-F238E27FC236}">
                <a16:creationId xmlns:a16="http://schemas.microsoft.com/office/drawing/2014/main" id="{6D28C904-A423-C304-7CD0-B92C40AB6532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28</a:t>
            </a:r>
          </a:p>
        </p:txBody>
      </p:sp>
      <p:sp>
        <p:nvSpPr>
          <p:cNvPr id="104" name="Oval 40">
            <a:extLst>
              <a:ext uri="{FF2B5EF4-FFF2-40B4-BE49-F238E27FC236}">
                <a16:creationId xmlns:a16="http://schemas.microsoft.com/office/drawing/2014/main" id="{B2C7ED7D-2F82-0F6D-0373-9DABD4A0F287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29</a:t>
            </a:r>
          </a:p>
        </p:txBody>
      </p:sp>
      <p:sp>
        <p:nvSpPr>
          <p:cNvPr id="105" name="Oval 40">
            <a:extLst>
              <a:ext uri="{FF2B5EF4-FFF2-40B4-BE49-F238E27FC236}">
                <a16:creationId xmlns:a16="http://schemas.microsoft.com/office/drawing/2014/main" id="{A725E39C-EA51-F862-DB8A-DFABCD9E406E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auto">
          <a:xfrm>
            <a:off x="5562600" y="5710238"/>
            <a:ext cx="866775" cy="790575"/>
          </a:xfrm>
          <a:prstGeom prst="ellipse">
            <a:avLst/>
          </a:prstGeom>
          <a:gradFill flip="none" rotWithShape="1">
            <a:gsLst>
              <a:gs pos="6000">
                <a:schemeClr val="bg2">
                  <a:lumMod val="60000"/>
                  <a:lumOff val="40000"/>
                </a:schemeClr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fr-CA" sz="4400" dirty="0">
                <a:latin typeface="Bodoni MT" pitchFamily="18" charset="0"/>
              </a:rPr>
              <a:t>30</a:t>
            </a:r>
          </a:p>
        </p:txBody>
      </p:sp>
      <p:sp useBgFill="1">
        <p:nvSpPr>
          <p:cNvPr id="72" name="AutoShape 7">
            <a:hlinkClick r:id="rId43" action="ppaction://hlinksldjump"/>
            <a:extLst>
              <a:ext uri="{FF2B5EF4-FFF2-40B4-BE49-F238E27FC236}">
                <a16:creationId xmlns:a16="http://schemas.microsoft.com/office/drawing/2014/main" id="{C87E526B-F871-3296-92C0-FF0E900688B9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auto">
          <a:xfrm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57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573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500"/>
                                        <p:tgtEl>
                                          <p:spTgt spid="573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500"/>
                                        <p:tgtEl>
                                          <p:spTgt spid="573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573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6" dur="1490" fill="hold"/>
                                        <p:tgtEl>
                                          <p:spTgt spid="7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6491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7491"/>
                            </p:stCondLst>
                            <p:childTnLst>
                              <p:par>
                                <p:cTn id="3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8491"/>
                            </p:stCondLst>
                            <p:childTnLst>
                              <p:par>
                                <p:cTn id="3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9491"/>
                            </p:stCondLst>
                            <p:childTnLst>
                              <p:par>
                                <p:cTn id="4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0491"/>
                            </p:stCondLst>
                            <p:childTnLst>
                              <p:par>
                                <p:cTn id="4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1491"/>
                            </p:stCondLst>
                            <p:childTnLst>
                              <p:par>
                                <p:cTn id="4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2491"/>
                            </p:stCondLst>
                            <p:childTnLst>
                              <p:par>
                                <p:cTn id="4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3491"/>
                            </p:stCondLst>
                            <p:childTnLst>
                              <p:par>
                                <p:cTn id="5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4491"/>
                            </p:stCondLst>
                            <p:childTnLst>
                              <p:par>
                                <p:cTn id="5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5491"/>
                            </p:stCondLst>
                            <p:childTnLst>
                              <p:par>
                                <p:cTn id="5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6491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7491"/>
                            </p:stCondLst>
                            <p:childTnLst>
                              <p:par>
                                <p:cTn id="6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8491"/>
                            </p:stCondLst>
                            <p:childTnLst>
                              <p:par>
                                <p:cTn id="6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9491"/>
                            </p:stCondLst>
                            <p:childTnLst>
                              <p:par>
                                <p:cTn id="7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491"/>
                            </p:stCondLst>
                            <p:childTnLst>
                              <p:par>
                                <p:cTn id="7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21491"/>
                            </p:stCondLst>
                            <p:childTnLst>
                              <p:par>
                                <p:cTn id="7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22491"/>
                            </p:stCondLst>
                            <p:childTnLst>
                              <p:par>
                                <p:cTn id="7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23491"/>
                            </p:stCondLst>
                            <p:childTnLst>
                              <p:par>
                                <p:cTn id="8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24491"/>
                            </p:stCondLst>
                            <p:childTnLst>
                              <p:par>
                                <p:cTn id="8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25491"/>
                            </p:stCondLst>
                            <p:childTnLst>
                              <p:par>
                                <p:cTn id="88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26491"/>
                            </p:stCondLst>
                            <p:childTnLst>
                              <p:par>
                                <p:cTn id="91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27491"/>
                            </p:stCondLst>
                            <p:childTnLst>
                              <p:par>
                                <p:cTn id="94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28491"/>
                            </p:stCondLst>
                            <p:childTnLst>
                              <p:par>
                                <p:cTn id="97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29491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30491"/>
                            </p:stCondLst>
                            <p:childTnLst>
                              <p:par>
                                <p:cTn id="103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31491"/>
                            </p:stCondLst>
                            <p:childTnLst>
                              <p:par>
                                <p:cTn id="106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32491"/>
                            </p:stCondLst>
                            <p:childTnLst>
                              <p:par>
                                <p:cTn id="109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33491"/>
                            </p:stCondLst>
                            <p:childTnLst>
                              <p:par>
                                <p:cTn id="112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34491"/>
                            </p:stCondLst>
                            <p:childTnLst>
                              <p:par>
                                <p:cTn id="115" presetID="1" presetClass="exit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35491"/>
                            </p:stCondLst>
                            <p:childTnLst>
                              <p:par>
                                <p:cTn id="118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9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0" restart="whenNotActive" fill="hold" evtFilter="cancelBubble" nodeType="interactiveSeq">
                <p:stCondLst>
                  <p:cond evt="onClick" delay="0">
                    <p:tgtEl>
                      <p:spTgt spid="7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1" fill="hold" nodeType="clickPar">
                      <p:stCondLst>
                        <p:cond delay="0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4" dur="1867" fill="hold"/>
                                        <p:tgtEl>
                                          <p:spTgt spid="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3"/>
                  </p:tgtEl>
                </p:cond>
              </p:nextCondLst>
            </p:seq>
            <p:audio>
              <p:cMediaNode>
                <p:cTn id="125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3"/>
                </p:tgtEl>
              </p:cMediaNode>
            </p:audio>
            <p:audio>
              <p:cMediaNode>
                <p:cTn id="126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4"/>
                </p:tgtEl>
              </p:cMediaNode>
            </p:audio>
          </p:childTnLst>
        </p:cTn>
      </p:par>
    </p:tnLst>
    <p:bldLst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>
            <a:extLst>
              <a:ext uri="{FF2B5EF4-FFF2-40B4-BE49-F238E27FC236}">
                <a16:creationId xmlns:a16="http://schemas.microsoft.com/office/drawing/2014/main" id="{A29C6040-D241-11CD-E5EB-A6CDF57736F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71500" y="1500188"/>
            <a:ext cx="8001000" cy="1214437"/>
          </a:xfrm>
          <a:prstGeom prst="roundRect">
            <a:avLst/>
          </a:prstGeom>
          <a:solidFill>
            <a:srgbClr val="FFFFFF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fr-CA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fr-CA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32C61F56-9029-FB1F-9431-14C83F49AA19}"/>
              </a:ext>
            </a:extLst>
          </p:cNvPr>
          <p:cNvSpPr>
            <a:spLocks noGrp="1" noChangeArrowheads="1"/>
          </p:cNvSpPr>
          <p:nvPr>
            <p:ph type="ctrTitle"/>
            <p:custDataLst>
              <p:tags r:id="rId2"/>
            </p:custDataLst>
          </p:nvPr>
        </p:nvSpPr>
        <p:spPr>
          <a:xfrm>
            <a:off x="657225" y="1285875"/>
            <a:ext cx="7772400" cy="1470025"/>
          </a:xfrm>
        </p:spPr>
        <p:txBody>
          <a:bodyPr/>
          <a:lstStyle/>
          <a:p>
            <a:pPr eaLnBrk="1" hangingPunct="1"/>
            <a:r>
              <a:rPr lang="fr-CA" altLang="fr-FR" sz="6000"/>
              <a:t>Soins esthétiques</a:t>
            </a:r>
            <a:r>
              <a:rPr lang="fr-CA" altLang="fr-FR"/>
              <a:t> 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1058484-1366-C36C-0D9E-D97BAAAD437C}"/>
              </a:ext>
            </a:extLst>
          </p:cNvPr>
          <p:cNvSpPr>
            <a:spLocks noGrp="1" noChangeArrowheads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4721225" y="3462338"/>
            <a:ext cx="4208463" cy="1752600"/>
          </a:xfrm>
        </p:spPr>
        <p:txBody>
          <a:bodyPr/>
          <a:lstStyle/>
          <a:p>
            <a:pPr algn="l" eaLnBrk="1" hangingPunct="1">
              <a:buFontTx/>
              <a:buChar char="•"/>
            </a:pPr>
            <a:r>
              <a:rPr lang="fr-CA" altLang="fr-FR" sz="4800"/>
              <a:t>Coiffure</a:t>
            </a:r>
          </a:p>
          <a:p>
            <a:pPr algn="l" eaLnBrk="1" hangingPunct="1">
              <a:buFontTx/>
              <a:buChar char="•"/>
            </a:pPr>
            <a:r>
              <a:rPr lang="fr-CA" altLang="fr-FR" sz="4800"/>
              <a:t>Esthétique</a:t>
            </a:r>
          </a:p>
        </p:txBody>
      </p:sp>
      <p:sp useBgFill="1">
        <p:nvSpPr>
          <p:cNvPr id="7" name="Rectangle 8">
            <a:extLst>
              <a:ext uri="{FF2B5EF4-FFF2-40B4-BE49-F238E27FC236}">
                <a16:creationId xmlns:a16="http://schemas.microsoft.com/office/drawing/2014/main" id="{B0D02537-F1BA-9A38-416B-FEC21CF2D07E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23850" y="5929330"/>
            <a:ext cx="1390630" cy="431801"/>
          </a:xfrm>
          <a:prstGeom prst="rect">
            <a:avLst/>
          </a:pr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634256" t="182715" r="-534256" b="-82715"/>
            </a:path>
            <a:tileRect l="-23288" t="-1405516" r="-1191799" b="-1670947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perspectiveHeroicExtremeRightFacing"/>
            <a:lightRig rig="sunset" dir="t"/>
          </a:scene3d>
          <a:sp3d prstMaterial="metal">
            <a:bevelT/>
            <a:bevelB prst="angle"/>
          </a:sp3d>
        </p:spPr>
        <p:txBody>
          <a:bodyPr wrap="none" anchor="ctr"/>
          <a:lstStyle/>
          <a:p>
            <a:pPr algn="ctr">
              <a:defRPr/>
            </a:pPr>
            <a:r>
              <a:rPr lang="fr-CA" sz="2400" dirty="0">
                <a:solidFill>
                  <a:schemeClr val="bg1">
                    <a:lumMod val="50000"/>
                  </a:schemeClr>
                </a:solidFill>
                <a:latin typeface="Bodoni MT" pitchFamily="18" charset="0"/>
              </a:rPr>
              <a:t>Secteur 21</a:t>
            </a:r>
          </a:p>
        </p:txBody>
      </p:sp>
      <p:sp useBgFill="1">
        <p:nvSpPr>
          <p:cNvPr id="9" name="AutoShape 7">
            <a:hlinkClick r:id="rId9" action="ppaction://hlinksldjump"/>
            <a:extLst>
              <a:ext uri="{FF2B5EF4-FFF2-40B4-BE49-F238E27FC236}">
                <a16:creationId xmlns:a16="http://schemas.microsoft.com/office/drawing/2014/main" id="{439409FC-CF59-15BC-0D67-786BD843A00A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0800000">
            <a:off x="6659563" y="5876925"/>
            <a:ext cx="1944687" cy="576263"/>
          </a:xfrm>
          <a:custGeom>
            <a:avLst/>
            <a:gdLst>
              <a:gd name="T0" fmla="*/ 1458515 w 21600"/>
              <a:gd name="T1" fmla="*/ 0 h 21600"/>
              <a:gd name="T2" fmla="*/ 0 w 21600"/>
              <a:gd name="T3" fmla="*/ 288132 h 21600"/>
              <a:gd name="T4" fmla="*/ 1458515 w 21600"/>
              <a:gd name="T5" fmla="*/ 576263 h 21600"/>
              <a:gd name="T6" fmla="*/ 1944687 w 21600"/>
              <a:gd name="T7" fmla="*/ 288132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gradFill flip="none" rotWithShape="0">
            <a:gsLst>
              <a:gs pos="0">
                <a:schemeClr val="bg2">
                  <a:tint val="80000"/>
                  <a:satMod val="300000"/>
                </a:schemeClr>
              </a:gs>
              <a:gs pos="100000">
                <a:schemeClr val="bg2">
                  <a:shade val="30000"/>
                  <a:satMod val="200000"/>
                </a:schemeClr>
              </a:gs>
            </a:gsLst>
            <a:path path="circle">
              <a:fillToRect l="127755" t="170248" r="-27755" b="-70248"/>
            </a:path>
            <a:tileRect l="-342449" t="-1019834" r="-497959" b="-1260329"/>
          </a:gradFill>
          <a:ln w="9525">
            <a:solidFill>
              <a:schemeClr val="tx1"/>
            </a:solidFill>
            <a:miter lim="800000"/>
            <a:headEnd/>
            <a:tailEnd/>
          </a:ln>
          <a:scene3d>
            <a:camera prst="obliqueTopRight"/>
            <a:lightRig rig="sunset" dir="t"/>
          </a:scene3d>
          <a:sp3d prstMaterial="metal">
            <a:bevelT w="152400" h="50800" prst="softRound"/>
            <a:bevelB w="114300" prst="hardEdge"/>
          </a:sp3d>
        </p:spPr>
        <p:txBody>
          <a:bodyPr wrap="none" anchor="ctr"/>
          <a:lstStyle/>
          <a:p>
            <a:pPr>
              <a:defRPr/>
            </a:pPr>
            <a:endParaRPr lang="fr-CA" dirty="0">
              <a:latin typeface="Arial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17716EC-84CD-2A0E-A0BB-EFBF931CCAB9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809625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fr-CA" sz="60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Réponse</a:t>
            </a:r>
            <a:r>
              <a:rPr lang="fr-CA" sz="4400" kern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pic>
        <p:nvPicPr>
          <p:cNvPr id="10" name="Image 9" descr="cheveux-statique.jpg">
            <a:extLst>
              <a:ext uri="{FF2B5EF4-FFF2-40B4-BE49-F238E27FC236}">
                <a16:creationId xmlns:a16="http://schemas.microsoft.com/office/drawing/2014/main" id="{1BD0634E-8CC3-8466-E9D2-3D4FAD8024E8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0" cstate="print"/>
          <a:srcRect l="5115" t="13567" r="7954" b="6976"/>
          <a:stretch>
            <a:fillRect/>
          </a:stretch>
        </p:blipFill>
        <p:spPr bwMode="auto">
          <a:xfrm>
            <a:off x="642938" y="2857500"/>
            <a:ext cx="3643312" cy="29289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3" dur="80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4" dur="80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80"/>
                                        <p:tgtEl>
                                          <p:spTgt spid="583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80"/>
                            </p:stCondLst>
                            <p:childTnLst>
                              <p:par>
                                <p:cTn id="1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1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2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3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4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5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6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7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8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9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0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1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2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3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4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6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8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1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1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2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1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2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3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4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5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6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7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8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9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0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1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2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3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4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6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9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0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1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2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3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4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5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6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7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8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9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0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1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2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3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4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5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6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7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8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9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0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heme/theme1.xml><?xml version="1.0" encoding="utf-8"?>
<a:theme xmlns:a="http://schemas.openxmlformats.org/drawingml/2006/main" name="Modèle par défaut">
  <a:themeElements>
    <a:clrScheme name="Personnalisé 1">
      <a:dk1>
        <a:srgbClr val="003366"/>
      </a:dk1>
      <a:lt1>
        <a:srgbClr val="003366"/>
      </a:lt1>
      <a:dk2>
        <a:srgbClr val="FFC000"/>
      </a:dk2>
      <a:lt2>
        <a:srgbClr val="003366"/>
      </a:lt2>
      <a:accent1>
        <a:srgbClr val="3366CC"/>
      </a:accent1>
      <a:accent2>
        <a:srgbClr val="00B000"/>
      </a:accent2>
      <a:accent3>
        <a:srgbClr val="AAAACA"/>
      </a:accent3>
      <a:accent4>
        <a:srgbClr val="DADADA"/>
      </a:accent4>
      <a:accent5>
        <a:srgbClr val="ADB8E2"/>
      </a:accent5>
      <a:accent6>
        <a:srgbClr val="009F00"/>
      </a:accent6>
      <a:hlink>
        <a:srgbClr val="474903"/>
      </a:hlink>
      <a:folHlink>
        <a:srgbClr val="FF3300"/>
      </a:folHlink>
    </a:clrScheme>
    <a:fontScheme name="Personnalisé 1">
      <a:majorFont>
        <a:latin typeface="Berlin Sans FB"/>
        <a:ea typeface=""/>
        <a:cs typeface=""/>
      </a:majorFont>
      <a:minorFont>
        <a:latin typeface="Bodoni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3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CCFF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4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CCFFFF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5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00CC00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16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FFFF99"/>
        </a:hlink>
        <a:folHlink>
          <a:srgbClr val="FF33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LongProperties xmlns="http://schemas.microsoft.com/office/2006/metadata/longProperties"/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70D17D98E537F4E9427EF7D53CD531A" ma:contentTypeVersion="13" ma:contentTypeDescription="Crée un document." ma:contentTypeScope="" ma:versionID="95e775c0f23dc584bef897cf3cac0127">
  <xsd:schema xmlns:xsd="http://www.w3.org/2001/XMLSchema" xmlns:xs="http://www.w3.org/2001/XMLSchema" xmlns:p="http://schemas.microsoft.com/office/2006/metadata/properties" xmlns:ns2="615257dd-5c63-4906-959a-e99ea12263b6" xmlns:ns3="55d1b9d6-7d16-4906-bdab-40ef09eda5cb" targetNamespace="http://schemas.microsoft.com/office/2006/metadata/properties" ma:root="true" ma:fieldsID="f21dfc697254c317fe97afcb3be8ac2f" ns2:_="" ns3:_="">
    <xsd:import namespace="615257dd-5c63-4906-959a-e99ea12263b6"/>
    <xsd:import namespace="55d1b9d6-7d16-4906-bdab-40ef09eda5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5257dd-5c63-4906-959a-e99ea1226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91b0bf99-4294-4a90-b621-b034e5770e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d1b9d6-7d16-4906-bdab-40ef09eda5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c44ee18-befb-46ac-b372-6933ef7e311b}" ma:internalName="TaxCatchAll" ma:showField="CatchAllData" ma:web="55d1b9d6-7d16-4906-bdab-40ef09eda5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28A5852-370F-48AF-A065-49DE890DE170}">
  <ds:schemaRefs>
    <ds:schemaRef ds:uri="http://schemas.microsoft.com/office/2006/metadata/longProperties"/>
  </ds:schemaRefs>
</ds:datastoreItem>
</file>

<file path=customXml/itemProps2.xml><?xml version="1.0" encoding="utf-8"?>
<ds:datastoreItem xmlns:ds="http://schemas.openxmlformats.org/officeDocument/2006/customXml" ds:itemID="{8B8FD718-A629-49E3-8464-BC57E856E9A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0065F7-B269-4425-9CC5-EE1E3A70E90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5257dd-5c63-4906-959a-e99ea12263b6"/>
    <ds:schemaRef ds:uri="55d1b9d6-7d16-4906-bdab-40ef09eda5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4fd72d2-863b-4358-94e1-5fb16c5f1682}" enabled="1" method="Standard" siteId="{5c5d95e5-3d31-489a-9cf0-160067e48a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4979</TotalTime>
  <Words>2071</Words>
  <Application>Microsoft Office PowerPoint</Application>
  <PresentationFormat>Affichage à l'écran (4:3)</PresentationFormat>
  <Paragraphs>1152</Paragraphs>
  <Slides>65</Slides>
  <Notes>3</Notes>
  <HiddenSlides>0</HiddenSlides>
  <MMClips>49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65</vt:i4>
      </vt:variant>
    </vt:vector>
  </HeadingPairs>
  <TitlesOfParts>
    <vt:vector size="66" baseType="lpstr">
      <vt:lpstr>Modèle par défaut</vt:lpstr>
      <vt:lpstr>Présentation PowerPoint</vt:lpstr>
      <vt:lpstr>Création et conception</vt:lpstr>
      <vt:lpstr>Présentation PowerPoint</vt:lpstr>
      <vt:lpstr>Administration-commerce et informatique</vt:lpstr>
      <vt:lpstr>Réponse</vt:lpstr>
      <vt:lpstr>Agriculture et pêches</vt:lpstr>
      <vt:lpstr>Réponse</vt:lpstr>
      <vt:lpstr>Alimentation et tourisme</vt:lpstr>
      <vt:lpstr>Réponse</vt:lpstr>
      <vt:lpstr>Arts</vt:lpstr>
      <vt:lpstr>Réponse</vt:lpstr>
      <vt:lpstr>Bijouterie-joaillerie</vt:lpstr>
      <vt:lpstr>Décoration intérieure et étalage</vt:lpstr>
      <vt:lpstr>Photographie</vt:lpstr>
      <vt:lpstr>Soufflage de verre au néon</vt:lpstr>
      <vt:lpstr>Taille de pierre</vt:lpstr>
      <vt:lpstr>Quel mot complète toutes ces expressions?</vt:lpstr>
      <vt:lpstr>Réponse</vt:lpstr>
      <vt:lpstr>Bois et matériaux connexes</vt:lpstr>
      <vt:lpstr>Chimie et biologie</vt:lpstr>
      <vt:lpstr>Réponse</vt:lpstr>
      <vt:lpstr>Bâtiment et travaux publics</vt:lpstr>
      <vt:lpstr>Réponse </vt:lpstr>
      <vt:lpstr>Bâtiment et travaux publics</vt:lpstr>
      <vt:lpstr>Environnement et aménagement du territoire</vt:lpstr>
      <vt:lpstr>Réponse</vt:lpstr>
      <vt:lpstr>Électrotechnique</vt:lpstr>
      <vt:lpstr>Réponse</vt:lpstr>
      <vt:lpstr>Électrotechnique</vt:lpstr>
      <vt:lpstr>Entretien d’équipement motorisé</vt:lpstr>
      <vt:lpstr>Réponse</vt:lpstr>
      <vt:lpstr>Entretien d’équipement motorisé</vt:lpstr>
      <vt:lpstr>Fabrication mécanique</vt:lpstr>
      <vt:lpstr>Réponse</vt:lpstr>
      <vt:lpstr>Foresterie et papier</vt:lpstr>
      <vt:lpstr>Réponse</vt:lpstr>
      <vt:lpstr>Foresterie et papier</vt:lpstr>
      <vt:lpstr>IAOIOMTNMCNUC et CUENMODATNOIT</vt:lpstr>
      <vt:lpstr>Communication et documentation</vt:lpstr>
      <vt:lpstr>Mécanique d’entretien</vt:lpstr>
      <vt:lpstr>Réponse</vt:lpstr>
      <vt:lpstr>Mécanique d’entretien</vt:lpstr>
      <vt:lpstr>Mines et travaux de chantier</vt:lpstr>
      <vt:lpstr>Mines et travaux de chantier</vt:lpstr>
      <vt:lpstr>Mines et travaux de chantier</vt:lpstr>
      <vt:lpstr>Réponse</vt:lpstr>
      <vt:lpstr>Réponse</vt:lpstr>
      <vt:lpstr>Réponse</vt:lpstr>
      <vt:lpstr>Métallurgie</vt:lpstr>
      <vt:lpstr>Réponse</vt:lpstr>
      <vt:lpstr>Métallurgie</vt:lpstr>
      <vt:lpstr>Ce secteur est le lien entre ces images?</vt:lpstr>
      <vt:lpstr>Transport</vt:lpstr>
      <vt:lpstr>Les termes en rouge sont liés à ce secteur</vt:lpstr>
      <vt:lpstr>Les termes en rouge sont liés à ce secteur</vt:lpstr>
      <vt:lpstr>Cuir-textile et habillement</vt:lpstr>
      <vt:lpstr>Cuir- textile et habillement</vt:lpstr>
      <vt:lpstr>Mettre en ordre les lettres pour trouver les mots recherchés</vt:lpstr>
      <vt:lpstr>Réponse</vt:lpstr>
      <vt:lpstr>Santé</vt:lpstr>
      <vt:lpstr>Services sociaux - éducatifs et juridiques</vt:lpstr>
      <vt:lpstr>Réponse</vt:lpstr>
      <vt:lpstr>Services sociaux - éducatifs et juridiques</vt:lpstr>
      <vt:lpstr>De quel secteur s’agit-il? </vt:lpstr>
      <vt:lpstr>Soins esthétiques </vt:lpstr>
    </vt:vector>
  </TitlesOfParts>
  <Company>CSDC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formation professionnel</dc:title>
  <dc:creator>Informatique</dc:creator>
  <cp:lastModifiedBy>Marchandk</cp:lastModifiedBy>
  <cp:revision>280</cp:revision>
  <dcterms:created xsi:type="dcterms:W3CDTF">2009-09-23T15:29:02Z</dcterms:created>
  <dcterms:modified xsi:type="dcterms:W3CDTF">2024-08-23T18:18:39Z</dcterms:modified>
</cp:coreProperties>
</file>