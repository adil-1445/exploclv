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5.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6.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7.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8.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9.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10.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1.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2.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3.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14.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5.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16.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7.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18.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19.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20.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21.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22.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23.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24.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25.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6.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27.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28.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29.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notesSlides/notesSlide30.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6"/>
  </p:notesMasterIdLst>
  <p:sldIdLst>
    <p:sldId id="256" r:id="rId5"/>
    <p:sldId id="261" r:id="rId6"/>
    <p:sldId id="260" r:id="rId7"/>
    <p:sldId id="275" r:id="rId8"/>
    <p:sldId id="264" r:id="rId9"/>
    <p:sldId id="271" r:id="rId10"/>
    <p:sldId id="276" r:id="rId11"/>
    <p:sldId id="277" r:id="rId12"/>
    <p:sldId id="278" r:id="rId13"/>
    <p:sldId id="279" r:id="rId14"/>
    <p:sldId id="280" r:id="rId15"/>
    <p:sldId id="281" r:id="rId16"/>
    <p:sldId id="286" r:id="rId17"/>
    <p:sldId id="287" r:id="rId18"/>
    <p:sldId id="282" r:id="rId19"/>
    <p:sldId id="283" r:id="rId20"/>
    <p:sldId id="273" r:id="rId21"/>
    <p:sldId id="272" r:id="rId22"/>
    <p:sldId id="288" r:id="rId23"/>
    <p:sldId id="289" r:id="rId24"/>
    <p:sldId id="290" r:id="rId25"/>
    <p:sldId id="291" r:id="rId26"/>
    <p:sldId id="292" r:id="rId27"/>
    <p:sldId id="293" r:id="rId28"/>
    <p:sldId id="284" r:id="rId29"/>
    <p:sldId id="285" r:id="rId30"/>
    <p:sldId id="296" r:id="rId31"/>
    <p:sldId id="297" r:id="rId32"/>
    <p:sldId id="294" r:id="rId33"/>
    <p:sldId id="295" r:id="rId34"/>
    <p:sldId id="270" r:id="rId35"/>
  </p:sldIdLst>
  <p:sldSz cx="18288000" cy="10287000"/>
  <p:notesSz cx="6858000" cy="9144000"/>
  <p:embeddedFontLst>
    <p:embeddedFont>
      <p:font typeface="Arimo Bold" panose="020B0604020202020204" charset="0"/>
      <p:regular r:id="rId37"/>
    </p:embeddedFont>
    <p:embeddedFont>
      <p:font typeface="Bobby Jones Soft"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16A"/>
    <a:srgbClr val="FF5437"/>
    <a:srgbClr val="17DDCA"/>
    <a:srgbClr val="EF391F"/>
    <a:srgbClr val="F46E16"/>
    <a:srgbClr val="00CC66"/>
    <a:srgbClr val="F1E7DE"/>
    <a:srgbClr val="76B5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898" y="43"/>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ne Provencher" userId="S::a-provencher-2@csspi.gouv.qc.ca::3145666d-77c1-4ed5-8175-9cc322cd5fee" providerId="AD" clId="Web-{9DB5762D-2391-4A3F-C434-DE490760EDD7}"/>
    <pc:docChg chg="modSld">
      <pc:chgData name="Alexanne Provencher" userId="S::a-provencher-2@csspi.gouv.qc.ca::3145666d-77c1-4ed5-8175-9cc322cd5fee" providerId="AD" clId="Web-{9DB5762D-2391-4A3F-C434-DE490760EDD7}" dt="2025-07-11T15:25:55.149" v="1" actId="20577"/>
      <pc:docMkLst>
        <pc:docMk/>
      </pc:docMkLst>
      <pc:sldChg chg="modSp">
        <pc:chgData name="Alexanne Provencher" userId="S::a-provencher-2@csspi.gouv.qc.ca::3145666d-77c1-4ed5-8175-9cc322cd5fee" providerId="AD" clId="Web-{9DB5762D-2391-4A3F-C434-DE490760EDD7}" dt="2025-07-11T15:25:55.149" v="1" actId="20577"/>
        <pc:sldMkLst>
          <pc:docMk/>
          <pc:sldMk cId="3006447139" sldId="286"/>
        </pc:sldMkLst>
        <pc:spChg chg="mod">
          <ac:chgData name="Alexanne Provencher" userId="S::a-provencher-2@csspi.gouv.qc.ca::3145666d-77c1-4ed5-8175-9cc322cd5fee" providerId="AD" clId="Web-{9DB5762D-2391-4A3F-C434-DE490760EDD7}" dt="2025-07-11T15:25:55.149" v="1" actId="20577"/>
          <ac:spMkLst>
            <pc:docMk/>
            <pc:sldMk cId="3006447139" sldId="286"/>
            <ac:spMk id="6" creationId="{9A15BE1F-BEAE-2CDE-4ADC-A7D5897DB063}"/>
          </ac:spMkLst>
        </pc:spChg>
      </pc:sldChg>
    </pc:docChg>
  </pc:docChgLst>
  <pc:docChgLst>
    <pc:chgData name="Alexanne Provencher" userId="3145666d-77c1-4ed5-8175-9cc322cd5fee" providerId="ADAL" clId="{300D7E49-B03F-4830-A155-991700F75F61}"/>
    <pc:docChg chg="custSel modSld">
      <pc:chgData name="Alexanne Provencher" userId="3145666d-77c1-4ed5-8175-9cc322cd5fee" providerId="ADAL" clId="{300D7E49-B03F-4830-A155-991700F75F61}" dt="2025-08-21T17:57:43.328" v="0" actId="20577"/>
      <pc:docMkLst>
        <pc:docMk/>
      </pc:docMkLst>
      <pc:sldChg chg="modSp mod">
        <pc:chgData name="Alexanne Provencher" userId="3145666d-77c1-4ed5-8175-9cc322cd5fee" providerId="ADAL" clId="{300D7E49-B03F-4830-A155-991700F75F61}" dt="2025-08-21T17:57:43.328" v="0" actId="20577"/>
        <pc:sldMkLst>
          <pc:docMk/>
          <pc:sldMk cId="3006447139" sldId="286"/>
        </pc:sldMkLst>
        <pc:spChg chg="mod">
          <ac:chgData name="Alexanne Provencher" userId="3145666d-77c1-4ed5-8175-9cc322cd5fee" providerId="ADAL" clId="{300D7E49-B03F-4830-A155-991700F75F61}" dt="2025-08-21T17:57:43.328" v="0" actId="20577"/>
          <ac:spMkLst>
            <pc:docMk/>
            <pc:sldMk cId="3006447139" sldId="286"/>
            <ac:spMk id="6" creationId="{9A15BE1F-BEAE-2CDE-4ADC-A7D5897DB063}"/>
          </ac:spMkLst>
        </pc:spChg>
      </pc:sldChg>
    </pc:docChg>
  </pc:docChgLst>
  <pc:docChgLst>
    <pc:chgData name="Alexanne Provencher" userId="3145666d-77c1-4ed5-8175-9cc322cd5fee" providerId="ADAL" clId="{D4383692-AB42-4E3D-AAD4-A1F3D4016185}"/>
    <pc:docChg chg="undo redo custSel addSld delSld modSld sldOrd">
      <pc:chgData name="Alexanne Provencher" userId="3145666d-77c1-4ed5-8175-9cc322cd5fee" providerId="ADAL" clId="{D4383692-AB42-4E3D-AAD4-A1F3D4016185}" dt="2025-05-14T18:57:20.757" v="546" actId="1036"/>
      <pc:docMkLst>
        <pc:docMk/>
      </pc:docMkLst>
      <pc:sldChg chg="addSp delSp modSp mod ord">
        <pc:chgData name="Alexanne Provencher" userId="3145666d-77c1-4ed5-8175-9cc322cd5fee" providerId="ADAL" clId="{D4383692-AB42-4E3D-AAD4-A1F3D4016185}" dt="2025-05-14T18:57:20.757" v="546" actId="1036"/>
        <pc:sldMkLst>
          <pc:docMk/>
          <pc:sldMk cId="0" sldId="260"/>
        </pc:sldMkLst>
      </pc:sldChg>
      <pc:sldChg chg="modSp mod">
        <pc:chgData name="Alexanne Provencher" userId="3145666d-77c1-4ed5-8175-9cc322cd5fee" providerId="ADAL" clId="{D4383692-AB42-4E3D-AAD4-A1F3D4016185}" dt="2025-05-14T17:48:04.170" v="20" actId="5793"/>
        <pc:sldMkLst>
          <pc:docMk/>
          <pc:sldMk cId="0" sldId="261"/>
        </pc:sldMkLst>
      </pc:sldChg>
      <pc:sldChg chg="modNotesTx">
        <pc:chgData name="Alexanne Provencher" userId="3145666d-77c1-4ed5-8175-9cc322cd5fee" providerId="ADAL" clId="{D4383692-AB42-4E3D-AAD4-A1F3D4016185}" dt="2025-05-14T17:48:54.061" v="21"/>
        <pc:sldMkLst>
          <pc:docMk/>
          <pc:sldMk cId="3032686411" sldId="271"/>
        </pc:sldMkLst>
      </pc:sldChg>
      <pc:sldChg chg="modSp mod modNotesTx">
        <pc:chgData name="Alexanne Provencher" userId="3145666d-77c1-4ed5-8175-9cc322cd5fee" providerId="ADAL" clId="{D4383692-AB42-4E3D-AAD4-A1F3D4016185}" dt="2025-05-14T18:12:59.818" v="151"/>
        <pc:sldMkLst>
          <pc:docMk/>
          <pc:sldMk cId="2126307914" sldId="272"/>
        </pc:sldMkLst>
      </pc:sldChg>
      <pc:sldChg chg="addSp delSp modSp mod">
        <pc:chgData name="Alexanne Provencher" userId="3145666d-77c1-4ed5-8175-9cc322cd5fee" providerId="ADAL" clId="{D4383692-AB42-4E3D-AAD4-A1F3D4016185}" dt="2025-05-14T18:52:16.880" v="325" actId="14100"/>
        <pc:sldMkLst>
          <pc:docMk/>
          <pc:sldMk cId="1269171452" sldId="273"/>
        </pc:sldMkLst>
      </pc:sldChg>
      <pc:sldChg chg="del">
        <pc:chgData name="Alexanne Provencher" userId="3145666d-77c1-4ed5-8175-9cc322cd5fee" providerId="ADAL" clId="{D4383692-AB42-4E3D-AAD4-A1F3D4016185}" dt="2025-05-14T18:54:06.744" v="343" actId="2696"/>
        <pc:sldMkLst>
          <pc:docMk/>
          <pc:sldMk cId="2728980377" sldId="274"/>
        </pc:sldMkLst>
      </pc:sldChg>
      <pc:sldChg chg="addSp delSp modSp add mod setBg">
        <pc:chgData name="Alexanne Provencher" userId="3145666d-77c1-4ed5-8175-9cc322cd5fee" providerId="ADAL" clId="{D4383692-AB42-4E3D-AAD4-A1F3D4016185}" dt="2025-05-14T18:49:29.682" v="304" actId="14100"/>
        <pc:sldMkLst>
          <pc:docMk/>
          <pc:sldMk cId="418778404" sldId="276"/>
        </pc:sldMkLst>
      </pc:sldChg>
      <pc:sldChg chg="modSp add mod setBg modNotesTx">
        <pc:chgData name="Alexanne Provencher" userId="3145666d-77c1-4ed5-8175-9cc322cd5fee" providerId="ADAL" clId="{D4383692-AB42-4E3D-AAD4-A1F3D4016185}" dt="2025-05-14T17:57:20.278" v="58"/>
        <pc:sldMkLst>
          <pc:docMk/>
          <pc:sldMk cId="3064927449" sldId="277"/>
        </pc:sldMkLst>
      </pc:sldChg>
      <pc:sldChg chg="addSp delSp modSp add mod ord">
        <pc:chgData name="Alexanne Provencher" userId="3145666d-77c1-4ed5-8175-9cc322cd5fee" providerId="ADAL" clId="{D4383692-AB42-4E3D-AAD4-A1F3D4016185}" dt="2025-05-14T18:51:07.458" v="319" actId="207"/>
        <pc:sldMkLst>
          <pc:docMk/>
          <pc:sldMk cId="3298647261" sldId="278"/>
        </pc:sldMkLst>
      </pc:sldChg>
      <pc:sldChg chg="modSp add mod ord replId modNotesTx">
        <pc:chgData name="Alexanne Provencher" userId="3145666d-77c1-4ed5-8175-9cc322cd5fee" providerId="ADAL" clId="{D4383692-AB42-4E3D-AAD4-A1F3D4016185}" dt="2025-05-14T17:58:54.332" v="74"/>
        <pc:sldMkLst>
          <pc:docMk/>
          <pc:sldMk cId="1656039331" sldId="279"/>
        </pc:sldMkLst>
      </pc:sldChg>
      <pc:sldChg chg="modSp add mod ord setBg">
        <pc:chgData name="Alexanne Provencher" userId="3145666d-77c1-4ed5-8175-9cc322cd5fee" providerId="ADAL" clId="{D4383692-AB42-4E3D-AAD4-A1F3D4016185}" dt="2025-05-14T18:03:01.893" v="100" actId="1076"/>
        <pc:sldMkLst>
          <pc:docMk/>
          <pc:sldMk cId="2830620581" sldId="280"/>
        </pc:sldMkLst>
      </pc:sldChg>
      <pc:sldChg chg="modSp add mod ord replId modNotesTx">
        <pc:chgData name="Alexanne Provencher" userId="3145666d-77c1-4ed5-8175-9cc322cd5fee" providerId="ADAL" clId="{D4383692-AB42-4E3D-AAD4-A1F3D4016185}" dt="2025-05-14T18:03:45.395" v="108"/>
        <pc:sldMkLst>
          <pc:docMk/>
          <pc:sldMk cId="480876109" sldId="281"/>
        </pc:sldMkLst>
      </pc:sldChg>
      <pc:sldChg chg="modSp add mod ord setBg">
        <pc:chgData name="Alexanne Provencher" userId="3145666d-77c1-4ed5-8175-9cc322cd5fee" providerId="ADAL" clId="{D4383692-AB42-4E3D-AAD4-A1F3D4016185}" dt="2025-05-14T18:24:24.574" v="153" actId="20577"/>
        <pc:sldMkLst>
          <pc:docMk/>
          <pc:sldMk cId="478678207" sldId="282"/>
        </pc:sldMkLst>
      </pc:sldChg>
      <pc:sldChg chg="modSp add mod ord replId modNotesTx">
        <pc:chgData name="Alexanne Provencher" userId="3145666d-77c1-4ed5-8175-9cc322cd5fee" providerId="ADAL" clId="{D4383692-AB42-4E3D-AAD4-A1F3D4016185}" dt="2025-05-14T18:07:12.068" v="132"/>
        <pc:sldMkLst>
          <pc:docMk/>
          <pc:sldMk cId="891184532" sldId="283"/>
        </pc:sldMkLst>
      </pc:sldChg>
      <pc:sldChg chg="delSp modSp add mod">
        <pc:chgData name="Alexanne Provencher" userId="3145666d-77c1-4ed5-8175-9cc322cd5fee" providerId="ADAL" clId="{D4383692-AB42-4E3D-AAD4-A1F3D4016185}" dt="2025-05-14T18:42:14.671" v="267" actId="20577"/>
        <pc:sldMkLst>
          <pc:docMk/>
          <pc:sldMk cId="1982955175" sldId="284"/>
        </pc:sldMkLst>
      </pc:sldChg>
      <pc:sldChg chg="modSp add mod replId">
        <pc:chgData name="Alexanne Provencher" userId="3145666d-77c1-4ed5-8175-9cc322cd5fee" providerId="ADAL" clId="{D4383692-AB42-4E3D-AAD4-A1F3D4016185}" dt="2025-05-14T18:45:01.200" v="296" actId="14100"/>
        <pc:sldMkLst>
          <pc:docMk/>
          <pc:sldMk cId="3997121095" sldId="285"/>
        </pc:sldMkLst>
      </pc:sldChg>
      <pc:sldChg chg="addSp modSp add mod setBg">
        <pc:chgData name="Alexanne Provencher" userId="3145666d-77c1-4ed5-8175-9cc322cd5fee" providerId="ADAL" clId="{D4383692-AB42-4E3D-AAD4-A1F3D4016185}" dt="2025-05-14T18:51:45.226" v="322" actId="207"/>
        <pc:sldMkLst>
          <pc:docMk/>
          <pc:sldMk cId="3006447139" sldId="286"/>
        </pc:sldMkLst>
      </pc:sldChg>
      <pc:sldChg chg="modSp add mod setBg modNotesTx">
        <pc:chgData name="Alexanne Provencher" userId="3145666d-77c1-4ed5-8175-9cc322cd5fee" providerId="ADAL" clId="{D4383692-AB42-4E3D-AAD4-A1F3D4016185}" dt="2025-05-14T18:28:02.279" v="175" actId="20577"/>
        <pc:sldMkLst>
          <pc:docMk/>
          <pc:sldMk cId="2832097315" sldId="287"/>
        </pc:sldMkLst>
      </pc:sldChg>
      <pc:sldChg chg="modSp add mod ord">
        <pc:chgData name="Alexanne Provencher" userId="3145666d-77c1-4ed5-8175-9cc322cd5fee" providerId="ADAL" clId="{D4383692-AB42-4E3D-AAD4-A1F3D4016185}" dt="2025-05-14T18:34:48.137" v="192" actId="20577"/>
        <pc:sldMkLst>
          <pc:docMk/>
          <pc:sldMk cId="1575555042" sldId="288"/>
        </pc:sldMkLst>
      </pc:sldChg>
      <pc:sldChg chg="modSp add mod ord replId modNotesTx">
        <pc:chgData name="Alexanne Provencher" userId="3145666d-77c1-4ed5-8175-9cc322cd5fee" providerId="ADAL" clId="{D4383692-AB42-4E3D-AAD4-A1F3D4016185}" dt="2025-05-14T18:35:39.934" v="206"/>
        <pc:sldMkLst>
          <pc:docMk/>
          <pc:sldMk cId="802244075" sldId="289"/>
        </pc:sldMkLst>
      </pc:sldChg>
      <pc:sldChg chg="addSp delSp modSp add mod ord">
        <pc:chgData name="Alexanne Provencher" userId="3145666d-77c1-4ed5-8175-9cc322cd5fee" providerId="ADAL" clId="{D4383692-AB42-4E3D-AAD4-A1F3D4016185}" dt="2025-05-14T18:53:00.580" v="333" actId="688"/>
        <pc:sldMkLst>
          <pc:docMk/>
          <pc:sldMk cId="3812556681" sldId="290"/>
        </pc:sldMkLst>
      </pc:sldChg>
      <pc:sldChg chg="modSp add mod ord replId modNotesTx">
        <pc:chgData name="Alexanne Provencher" userId="3145666d-77c1-4ed5-8175-9cc322cd5fee" providerId="ADAL" clId="{D4383692-AB42-4E3D-AAD4-A1F3D4016185}" dt="2025-05-14T18:40:09.680" v="230" actId="20577"/>
        <pc:sldMkLst>
          <pc:docMk/>
          <pc:sldMk cId="263958286" sldId="291"/>
        </pc:sldMkLst>
      </pc:sldChg>
      <pc:sldChg chg="delSp modSp add mod ord">
        <pc:chgData name="Alexanne Provencher" userId="3145666d-77c1-4ed5-8175-9cc322cd5fee" providerId="ADAL" clId="{D4383692-AB42-4E3D-AAD4-A1F3D4016185}" dt="2025-05-14T18:53:13.912" v="335" actId="1076"/>
        <pc:sldMkLst>
          <pc:docMk/>
          <pc:sldMk cId="1464596924" sldId="292"/>
        </pc:sldMkLst>
      </pc:sldChg>
      <pc:sldChg chg="modSp add mod ord replId modNotesTx">
        <pc:chgData name="Alexanne Provencher" userId="3145666d-77c1-4ed5-8175-9cc322cd5fee" providerId="ADAL" clId="{D4383692-AB42-4E3D-AAD4-A1F3D4016185}" dt="2025-05-14T18:45:07.944" v="297" actId="14100"/>
        <pc:sldMkLst>
          <pc:docMk/>
          <pc:sldMk cId="290057767" sldId="293"/>
        </pc:sldMkLst>
      </pc:sldChg>
      <pc:sldChg chg="add">
        <pc:chgData name="Alexanne Provencher" userId="3145666d-77c1-4ed5-8175-9cc322cd5fee" providerId="ADAL" clId="{D4383692-AB42-4E3D-AAD4-A1F3D4016185}" dt="2025-05-14T18:41:50.100" v="257" actId="2890"/>
        <pc:sldMkLst>
          <pc:docMk/>
          <pc:sldMk cId="267824210" sldId="294"/>
        </pc:sldMkLst>
      </pc:sldChg>
      <pc:sldChg chg="add replId">
        <pc:chgData name="Alexanne Provencher" userId="3145666d-77c1-4ed5-8175-9cc322cd5fee" providerId="ADAL" clId="{D4383692-AB42-4E3D-AAD4-A1F3D4016185}" dt="2025-05-14T18:41:50.100" v="257" actId="2890"/>
        <pc:sldMkLst>
          <pc:docMk/>
          <pc:sldMk cId="2658188291" sldId="295"/>
        </pc:sldMkLst>
      </pc:sldChg>
      <pc:sldChg chg="addSp delSp modSp add mod ord">
        <pc:chgData name="Alexanne Provencher" userId="3145666d-77c1-4ed5-8175-9cc322cd5fee" providerId="ADAL" clId="{D4383692-AB42-4E3D-AAD4-A1F3D4016185}" dt="2025-05-14T18:53:36.356" v="338" actId="478"/>
        <pc:sldMkLst>
          <pc:docMk/>
          <pc:sldMk cId="3492759009" sldId="296"/>
        </pc:sldMkLst>
      </pc:sldChg>
      <pc:sldChg chg="modSp add mod ord replId modNotesTx">
        <pc:chgData name="Alexanne Provencher" userId="3145666d-77c1-4ed5-8175-9cc322cd5fee" providerId="ADAL" clId="{D4383692-AB42-4E3D-AAD4-A1F3D4016185}" dt="2025-05-14T18:44:52.588" v="295" actId="14100"/>
        <pc:sldMkLst>
          <pc:docMk/>
          <pc:sldMk cId="3787727623" sldId="297"/>
        </pc:sldMkLst>
      </pc:sldChg>
    </pc:docChg>
  </pc:docChgLst>
  <pc:docChgLst>
    <pc:chgData name="Alexanne Provencher" userId="3145666d-77c1-4ed5-8175-9cc322cd5fee" providerId="ADAL" clId="{A14C4C6E-9051-4EBD-970C-5EC4310AB363}"/>
    <pc:docChg chg="undo custSel addSld modSld sldOrd">
      <pc:chgData name="Alexanne Provencher" userId="3145666d-77c1-4ed5-8175-9cc322cd5fee" providerId="ADAL" clId="{A14C4C6E-9051-4EBD-970C-5EC4310AB363}" dt="2025-05-07T16:57:39.740" v="236"/>
      <pc:docMkLst>
        <pc:docMk/>
      </pc:docMkLst>
      <pc:sldChg chg="setBg modNotesTx">
        <pc:chgData name="Alexanne Provencher" userId="3145666d-77c1-4ed5-8175-9cc322cd5fee" providerId="ADAL" clId="{A14C4C6E-9051-4EBD-970C-5EC4310AB363}" dt="2025-05-06T15:36:35.046" v="47"/>
        <pc:sldMkLst>
          <pc:docMk/>
          <pc:sldMk cId="0" sldId="256"/>
        </pc:sldMkLst>
      </pc:sldChg>
      <pc:sldChg chg="ord">
        <pc:chgData name="Alexanne Provencher" userId="3145666d-77c1-4ed5-8175-9cc322cd5fee" providerId="ADAL" clId="{A14C4C6E-9051-4EBD-970C-5EC4310AB363}" dt="2025-05-07T16:57:39.740" v="236"/>
        <pc:sldMkLst>
          <pc:docMk/>
          <pc:sldMk cId="0" sldId="260"/>
        </pc:sldMkLst>
      </pc:sldChg>
      <pc:sldChg chg="modAnim modNotesTx">
        <pc:chgData name="Alexanne Provencher" userId="3145666d-77c1-4ed5-8175-9cc322cd5fee" providerId="ADAL" clId="{A14C4C6E-9051-4EBD-970C-5EC4310AB363}" dt="2025-05-06T15:38:38.318" v="57"/>
        <pc:sldMkLst>
          <pc:docMk/>
          <pc:sldMk cId="0" sldId="261"/>
        </pc:sldMkLst>
      </pc:sldChg>
      <pc:sldChg chg="modSp mod">
        <pc:chgData name="Alexanne Provencher" userId="3145666d-77c1-4ed5-8175-9cc322cd5fee" providerId="ADAL" clId="{A14C4C6E-9051-4EBD-970C-5EC4310AB363}" dt="2025-05-07T16:46:27.461" v="160" actId="1035"/>
        <pc:sldMkLst>
          <pc:docMk/>
          <pc:sldMk cId="0" sldId="264"/>
        </pc:sldMkLst>
      </pc:sldChg>
      <pc:sldChg chg="addSp delSp modSp mod">
        <pc:chgData name="Alexanne Provencher" userId="3145666d-77c1-4ed5-8175-9cc322cd5fee" providerId="ADAL" clId="{A14C4C6E-9051-4EBD-970C-5EC4310AB363}" dt="2025-05-06T15:46:56.495" v="138" actId="207"/>
        <pc:sldMkLst>
          <pc:docMk/>
          <pc:sldMk cId="0" sldId="270"/>
        </pc:sldMkLst>
      </pc:sldChg>
      <pc:sldChg chg="modSp mod">
        <pc:chgData name="Alexanne Provencher" userId="3145666d-77c1-4ed5-8175-9cc322cd5fee" providerId="ADAL" clId="{A14C4C6E-9051-4EBD-970C-5EC4310AB363}" dt="2025-05-07T16:48:17.649" v="219" actId="34135"/>
        <pc:sldMkLst>
          <pc:docMk/>
          <pc:sldMk cId="3032686411" sldId="271"/>
        </pc:sldMkLst>
      </pc:sldChg>
      <pc:sldChg chg="modSp mod">
        <pc:chgData name="Alexanne Provencher" userId="3145666d-77c1-4ed5-8175-9cc322cd5fee" providerId="ADAL" clId="{A14C4C6E-9051-4EBD-970C-5EC4310AB363}" dt="2025-05-07T16:48:12.544" v="218" actId="34135"/>
        <pc:sldMkLst>
          <pc:docMk/>
          <pc:sldMk cId="2126307914" sldId="272"/>
        </pc:sldMkLst>
      </pc:sldChg>
      <pc:sldChg chg="modSp mod">
        <pc:chgData name="Alexanne Provencher" userId="3145666d-77c1-4ed5-8175-9cc322cd5fee" providerId="ADAL" clId="{A14C4C6E-9051-4EBD-970C-5EC4310AB363}" dt="2025-05-07T16:48:55.356" v="234" actId="1036"/>
        <pc:sldMkLst>
          <pc:docMk/>
          <pc:sldMk cId="1269171452" sldId="273"/>
        </pc:sldMkLst>
      </pc:sldChg>
      <pc:sldChg chg="addSp modSp new mod modNotesTx">
        <pc:chgData name="Alexanne Provencher" userId="3145666d-77c1-4ed5-8175-9cc322cd5fee" providerId="ADAL" clId="{A14C4C6E-9051-4EBD-970C-5EC4310AB363}" dt="2025-05-06T15:35:02.908" v="21" actId="20577"/>
        <pc:sldMkLst>
          <pc:docMk/>
          <pc:sldMk cId="2728980377" sldId="274"/>
        </pc:sldMkLst>
      </pc:sldChg>
      <pc:sldChg chg="addSp delSp modSp new mod setBg modNotesTx">
        <pc:chgData name="Alexanne Provencher" userId="3145666d-77c1-4ed5-8175-9cc322cd5fee" providerId="ADAL" clId="{A14C4C6E-9051-4EBD-970C-5EC4310AB363}" dt="2025-05-06T15:37:27.222" v="56" actId="1076"/>
        <pc:sldMkLst>
          <pc:docMk/>
          <pc:sldMk cId="653109258" sldId="275"/>
        </pc:sldMkLst>
      </pc:sldChg>
    </pc:docChg>
  </pc:docChgLst>
  <pc:docChgLst>
    <pc:chgData name="Alexanne Provencher" userId="3145666d-77c1-4ed5-8175-9cc322cd5fee" providerId="ADAL" clId="{66F21A6B-EC0B-4687-9EB3-A09828E89175}"/>
    <pc:docChg chg="undo custSel modSld">
      <pc:chgData name="Alexanne Provencher" userId="3145666d-77c1-4ed5-8175-9cc322cd5fee" providerId="ADAL" clId="{66F21A6B-EC0B-4687-9EB3-A09828E89175}" dt="2025-05-20T12:44:09.255" v="46" actId="1076"/>
      <pc:docMkLst>
        <pc:docMk/>
      </pc:docMkLst>
      <pc:sldChg chg="modSp mod">
        <pc:chgData name="Alexanne Provencher" userId="3145666d-77c1-4ed5-8175-9cc322cd5fee" providerId="ADAL" clId="{66F21A6B-EC0B-4687-9EB3-A09828E89175}" dt="2025-05-20T12:44:09.255" v="46" actId="1076"/>
        <pc:sldMkLst>
          <pc:docMk/>
          <pc:sldMk cId="0" sldId="260"/>
        </pc:sldMkLst>
      </pc:sldChg>
      <pc:sldChg chg="modSp mod">
        <pc:chgData name="Alexanne Provencher" userId="3145666d-77c1-4ed5-8175-9cc322cd5fee" providerId="ADAL" clId="{66F21A6B-EC0B-4687-9EB3-A09828E89175}" dt="2025-05-20T12:42:02.254" v="29" actId="207"/>
        <pc:sldMkLst>
          <pc:docMk/>
          <pc:sldMk cId="0" sldId="261"/>
        </pc:sldMkLst>
      </pc:sldChg>
    </pc:docChg>
  </pc:docChgLst>
  <pc:docChgLst>
    <pc:chgData name="Alexanne Provencher" userId="3145666d-77c1-4ed5-8175-9cc322cd5fee" providerId="ADAL" clId="{B6359952-8E14-42F9-8338-2770A3EBEB5C}"/>
    <pc:docChg chg="custSel modSld">
      <pc:chgData name="Alexanne Provencher" userId="3145666d-77c1-4ed5-8175-9cc322cd5fee" providerId="ADAL" clId="{B6359952-8E14-42F9-8338-2770A3EBEB5C}" dt="2025-07-11T15:29:00.291" v="37" actId="20577"/>
      <pc:docMkLst>
        <pc:docMk/>
      </pc:docMkLst>
      <pc:sldChg chg="modSp mod modNotes">
        <pc:chgData name="Alexanne Provencher" userId="3145666d-77c1-4ed5-8175-9cc322cd5fee" providerId="ADAL" clId="{B6359952-8E14-42F9-8338-2770A3EBEB5C}" dt="2025-07-11T15:18:49.256" v="4" actId="20577"/>
        <pc:sldMkLst>
          <pc:docMk/>
          <pc:sldMk cId="0" sldId="256"/>
        </pc:sldMkLst>
        <pc:spChg chg="mod">
          <ac:chgData name="Alexanne Provencher" userId="3145666d-77c1-4ed5-8175-9cc322cd5fee" providerId="ADAL" clId="{B6359952-8E14-42F9-8338-2770A3EBEB5C}" dt="2025-07-11T15:17:12.675" v="0" actId="20577"/>
          <ac:spMkLst>
            <pc:docMk/>
            <pc:sldMk cId="0" sldId="256"/>
            <ac:spMk id="11" creationId="{00000000-0000-0000-0000-000000000000}"/>
          </ac:spMkLst>
        </pc:spChg>
      </pc:sldChg>
      <pc:sldChg chg="modSp">
        <pc:chgData name="Alexanne Provencher" userId="3145666d-77c1-4ed5-8175-9cc322cd5fee" providerId="ADAL" clId="{B6359952-8E14-42F9-8338-2770A3EBEB5C}" dt="2025-07-11T15:17:30.128" v="1"/>
        <pc:sldMkLst>
          <pc:docMk/>
          <pc:sldMk cId="0" sldId="261"/>
        </pc:sldMkLst>
        <pc:spChg chg="mod">
          <ac:chgData name="Alexanne Provencher" userId="3145666d-77c1-4ed5-8175-9cc322cd5fee" providerId="ADAL" clId="{B6359952-8E14-42F9-8338-2770A3EBEB5C}" dt="2025-07-11T15:17:30.128" v="1"/>
          <ac:spMkLst>
            <pc:docMk/>
            <pc:sldMk cId="0" sldId="261"/>
            <ac:spMk id="14" creationId="{00000000-0000-0000-0000-000000000000}"/>
          </ac:spMkLst>
        </pc:spChg>
      </pc:sldChg>
      <pc:sldChg chg="modSp mod modNotes">
        <pc:chgData name="Alexanne Provencher" userId="3145666d-77c1-4ed5-8175-9cc322cd5fee" providerId="ADAL" clId="{B6359952-8E14-42F9-8338-2770A3EBEB5C}" dt="2025-07-11T15:18:59.854" v="7" actId="20577"/>
        <pc:sldMkLst>
          <pc:docMk/>
          <pc:sldMk cId="3032686411" sldId="271"/>
        </pc:sldMkLst>
        <pc:spChg chg="mod">
          <ac:chgData name="Alexanne Provencher" userId="3145666d-77c1-4ed5-8175-9cc322cd5fee" providerId="ADAL" clId="{B6359952-8E14-42F9-8338-2770A3EBEB5C}" dt="2025-07-11T15:18:37.363" v="3" actId="20577"/>
          <ac:spMkLst>
            <pc:docMk/>
            <pc:sldMk cId="3032686411" sldId="271"/>
            <ac:spMk id="6" creationId="{3E1BA230-289B-1932-2A50-CBFD4C87CB75}"/>
          </ac:spMkLst>
        </pc:spChg>
      </pc:sldChg>
      <pc:sldChg chg="modNotes">
        <pc:chgData name="Alexanne Provencher" userId="3145666d-77c1-4ed5-8175-9cc322cd5fee" providerId="ADAL" clId="{B6359952-8E14-42F9-8338-2770A3EBEB5C}" dt="2025-07-11T15:18:57.409" v="6" actId="20577"/>
        <pc:sldMkLst>
          <pc:docMk/>
          <pc:sldMk cId="653109258" sldId="275"/>
        </pc:sldMkLst>
      </pc:sldChg>
      <pc:sldChg chg="modSp mod">
        <pc:chgData name="Alexanne Provencher" userId="3145666d-77c1-4ed5-8175-9cc322cd5fee" providerId="ADAL" clId="{B6359952-8E14-42F9-8338-2770A3EBEB5C}" dt="2025-07-11T15:20:41.257" v="16" actId="20577"/>
        <pc:sldMkLst>
          <pc:docMk/>
          <pc:sldMk cId="3064927449" sldId="277"/>
        </pc:sldMkLst>
        <pc:spChg chg="mod">
          <ac:chgData name="Alexanne Provencher" userId="3145666d-77c1-4ed5-8175-9cc322cd5fee" providerId="ADAL" clId="{B6359952-8E14-42F9-8338-2770A3EBEB5C}" dt="2025-07-11T15:20:41.257" v="16" actId="20577"/>
          <ac:spMkLst>
            <pc:docMk/>
            <pc:sldMk cId="3064927449" sldId="277"/>
            <ac:spMk id="6" creationId="{315BD1DB-4701-AE89-11E8-48C7086E59C5}"/>
          </ac:spMkLst>
        </pc:spChg>
      </pc:sldChg>
      <pc:sldChg chg="modNotes">
        <pc:chgData name="Alexanne Provencher" userId="3145666d-77c1-4ed5-8175-9cc322cd5fee" providerId="ADAL" clId="{B6359952-8E14-42F9-8338-2770A3EBEB5C}" dt="2025-07-11T15:19:17.909" v="10" actId="20577"/>
        <pc:sldMkLst>
          <pc:docMk/>
          <pc:sldMk cId="1656039331" sldId="279"/>
        </pc:sldMkLst>
      </pc:sldChg>
      <pc:sldChg chg="modSp mod">
        <pc:chgData name="Alexanne Provencher" userId="3145666d-77c1-4ed5-8175-9cc322cd5fee" providerId="ADAL" clId="{B6359952-8E14-42F9-8338-2770A3EBEB5C}" dt="2025-07-11T15:20:58.878" v="17" actId="20577"/>
        <pc:sldMkLst>
          <pc:docMk/>
          <pc:sldMk cId="480876109" sldId="281"/>
        </pc:sldMkLst>
        <pc:spChg chg="mod">
          <ac:chgData name="Alexanne Provencher" userId="3145666d-77c1-4ed5-8175-9cc322cd5fee" providerId="ADAL" clId="{B6359952-8E14-42F9-8338-2770A3EBEB5C}" dt="2025-07-11T15:20:58.878" v="17" actId="20577"/>
          <ac:spMkLst>
            <pc:docMk/>
            <pc:sldMk cId="480876109" sldId="281"/>
            <ac:spMk id="6" creationId="{BACE4050-11D9-A343-3B67-780A80947FB7}"/>
          </ac:spMkLst>
        </pc:spChg>
      </pc:sldChg>
      <pc:sldChg chg="modSp mod">
        <pc:chgData name="Alexanne Provencher" userId="3145666d-77c1-4ed5-8175-9cc322cd5fee" providerId="ADAL" clId="{B6359952-8E14-42F9-8338-2770A3EBEB5C}" dt="2025-07-11T15:26:49.774" v="23" actId="20577"/>
        <pc:sldMkLst>
          <pc:docMk/>
          <pc:sldMk cId="478678207" sldId="282"/>
        </pc:sldMkLst>
        <pc:spChg chg="mod">
          <ac:chgData name="Alexanne Provencher" userId="3145666d-77c1-4ed5-8175-9cc322cd5fee" providerId="ADAL" clId="{B6359952-8E14-42F9-8338-2770A3EBEB5C}" dt="2025-07-11T15:26:49.774" v="23" actId="20577"/>
          <ac:spMkLst>
            <pc:docMk/>
            <pc:sldMk cId="478678207" sldId="282"/>
            <ac:spMk id="6" creationId="{E314AE98-E9D7-7362-AAE8-286DD25E9CCD}"/>
          </ac:spMkLst>
        </pc:spChg>
      </pc:sldChg>
      <pc:sldChg chg="modSp mod">
        <pc:chgData name="Alexanne Provencher" userId="3145666d-77c1-4ed5-8175-9cc322cd5fee" providerId="ADAL" clId="{B6359952-8E14-42F9-8338-2770A3EBEB5C}" dt="2025-07-11T15:29:00.291" v="37" actId="20577"/>
        <pc:sldMkLst>
          <pc:docMk/>
          <pc:sldMk cId="3997121095" sldId="285"/>
        </pc:sldMkLst>
        <pc:spChg chg="mod">
          <ac:chgData name="Alexanne Provencher" userId="3145666d-77c1-4ed5-8175-9cc322cd5fee" providerId="ADAL" clId="{B6359952-8E14-42F9-8338-2770A3EBEB5C}" dt="2025-07-11T15:29:00.291" v="37" actId="20577"/>
          <ac:spMkLst>
            <pc:docMk/>
            <pc:sldMk cId="3997121095" sldId="285"/>
            <ac:spMk id="6" creationId="{5F9396AB-859F-7D77-992E-D933CBBF6CC2}"/>
          </ac:spMkLst>
        </pc:spChg>
      </pc:sldChg>
      <pc:sldChg chg="modNotes">
        <pc:chgData name="Alexanne Provencher" userId="3145666d-77c1-4ed5-8175-9cc322cd5fee" providerId="ADAL" clId="{B6359952-8E14-42F9-8338-2770A3EBEB5C}" dt="2025-07-11T15:19:49.306" v="14" actId="20577"/>
        <pc:sldMkLst>
          <pc:docMk/>
          <pc:sldMk cId="802244075" sldId="289"/>
        </pc:sldMkLst>
      </pc:sldChg>
      <pc:sldChg chg="modSp mod modNotes">
        <pc:chgData name="Alexanne Provencher" userId="3145666d-77c1-4ed5-8175-9cc322cd5fee" providerId="ADAL" clId="{B6359952-8E14-42F9-8338-2770A3EBEB5C}" dt="2025-07-11T15:21:51.167" v="18" actId="20577"/>
        <pc:sldMkLst>
          <pc:docMk/>
          <pc:sldMk cId="263958286" sldId="291"/>
        </pc:sldMkLst>
        <pc:spChg chg="mod">
          <ac:chgData name="Alexanne Provencher" userId="3145666d-77c1-4ed5-8175-9cc322cd5fee" providerId="ADAL" clId="{B6359952-8E14-42F9-8338-2770A3EBEB5C}" dt="2025-07-11T15:21:51.167" v="18" actId="20577"/>
          <ac:spMkLst>
            <pc:docMk/>
            <pc:sldMk cId="263958286" sldId="291"/>
            <ac:spMk id="6" creationId="{0EB01405-D32D-00A5-83C9-ADFD18CDB2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F94EE6-CD79-4D0B-9032-D81E566CD6B1}" type="datetimeFigureOut">
              <a:rPr lang="fr-CA" smtClean="0"/>
              <a:t>2025-08-21</a:t>
            </a:fld>
            <a:endParaRPr lang="fr-CA"/>
          </a:p>
        </p:txBody>
      </p:sp>
      <p:sp>
        <p:nvSpPr>
          <p:cNvPr id="4" name="Espace réservé de l'image de diapositiv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8C2F1-8A8F-485A-9812-5DFAA973114C}" type="slidenum">
              <a:rPr lang="fr-CA" smtClean="0"/>
              <a:t>‹n°›</a:t>
            </a:fld>
            <a:endParaRPr lang="fr-CA"/>
          </a:p>
        </p:txBody>
      </p:sp>
    </p:spTree>
    <p:extLst>
      <p:ext uri="{BB962C8B-B14F-4D97-AF65-F5344CB8AC3E}">
        <p14:creationId xmlns:p14="http://schemas.microsoft.com/office/powerpoint/2010/main" val="201907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L’activité est un jeu-questionnaire permettant de voir si oui ou non les élèves ont des préjugés sur la FP. </a:t>
            </a:r>
          </a:p>
          <a:p>
            <a:endParaRPr lang="fr-CA" dirty="0"/>
          </a:p>
          <a:p>
            <a:r>
              <a:rPr lang="fr-CA" b="1" dirty="0"/>
              <a:t>Les intentions pédagogiques</a:t>
            </a:r>
          </a:p>
          <a:p>
            <a:pPr>
              <a:lnSpc>
                <a:spcPct val="107000"/>
              </a:lnSpc>
              <a:spcAft>
                <a:spcPts val="800"/>
              </a:spcAft>
              <a:buNone/>
            </a:pPr>
            <a:r>
              <a:rPr lang="fr-CA" sz="1200" kern="100" dirty="0">
                <a:effectLst/>
                <a:latin typeface="Aptos" panose="020B0004020202020204" pitchFamily="34" charset="0"/>
                <a:ea typeface="Aptos" panose="020B0004020202020204" pitchFamily="34" charset="0"/>
                <a:cs typeface="Times New Roman" panose="02020603050405020304" pitchFamily="18" charset="0"/>
              </a:rPr>
              <a:t>L’élève est capable de : </a:t>
            </a:r>
          </a:p>
          <a:p>
            <a:pPr marL="342900" lvl="0" indent="-342900">
              <a:lnSpc>
                <a:spcPct val="107000"/>
              </a:lnSpc>
              <a:buFont typeface="Courier New" panose="02070309020205020404" pitchFamily="49" charset="0"/>
              <a:buChar char="o"/>
            </a:pPr>
            <a:r>
              <a:rPr lang="fr-CA" sz="1200" kern="100" dirty="0">
                <a:effectLst/>
                <a:latin typeface="Aptos" panose="020B0004020202020204" pitchFamily="34" charset="0"/>
                <a:ea typeface="Aptos" panose="020B0004020202020204" pitchFamily="34" charset="0"/>
                <a:cs typeface="Times New Roman" panose="02020603050405020304" pitchFamily="18" charset="0"/>
              </a:rPr>
              <a:t>Comprendre la différence entre un préjugé et un fait</a:t>
            </a:r>
          </a:p>
          <a:p>
            <a:pPr marL="342900" lvl="0" indent="-342900">
              <a:lnSpc>
                <a:spcPct val="107000"/>
              </a:lnSpc>
              <a:spcAft>
                <a:spcPts val="800"/>
              </a:spcAft>
              <a:buFont typeface="Courier New" panose="02070309020205020404" pitchFamily="49" charset="0"/>
              <a:buChar char="o"/>
            </a:pPr>
            <a:r>
              <a:rPr lang="fr-CA" sz="1200" kern="100" dirty="0">
                <a:effectLst/>
                <a:latin typeface="Aptos" panose="020B0004020202020204" pitchFamily="34" charset="0"/>
                <a:ea typeface="Aptos" panose="020B0004020202020204" pitchFamily="34" charset="0"/>
                <a:cs typeface="Times New Roman" panose="02020603050405020304" pitchFamily="18" charset="0"/>
              </a:rPr>
              <a:t>Reconnaître un préjugé en formation professionnelle</a:t>
            </a:r>
          </a:p>
          <a:p>
            <a:pPr marL="342900" lvl="0" indent="-342900">
              <a:lnSpc>
                <a:spcPct val="107000"/>
              </a:lnSpc>
              <a:spcAft>
                <a:spcPts val="800"/>
              </a:spcAft>
              <a:buFont typeface="Courier New" panose="02070309020205020404" pitchFamily="49" charset="0"/>
              <a:buChar char="o"/>
            </a:pPr>
            <a:r>
              <a:rPr lang="fr-CA" sz="1200" dirty="0">
                <a:effectLst/>
                <a:latin typeface="Aptos" panose="020B0004020202020204" pitchFamily="34" charset="0"/>
                <a:ea typeface="Aptos" panose="020B0004020202020204" pitchFamily="34" charset="0"/>
                <a:cs typeface="Times New Roman" panose="02020603050405020304" pitchFamily="18" charset="0"/>
              </a:rPr>
              <a:t>D’identifier ses propres préjugés face à la FP</a:t>
            </a:r>
            <a:endParaRPr lang="fr-CA" dirty="0"/>
          </a:p>
          <a:p>
            <a:endParaRPr lang="fr-CA" dirty="0"/>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a:t>
            </a:fld>
            <a:endParaRPr lang="fr-CA"/>
          </a:p>
        </p:txBody>
      </p:sp>
    </p:spTree>
    <p:extLst>
      <p:ext uri="{BB962C8B-B14F-4D97-AF65-F5344CB8AC3E}">
        <p14:creationId xmlns:p14="http://schemas.microsoft.com/office/powerpoint/2010/main" val="891125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Avant de commencer, une compréhension commune du terme préjugé est essentielle.</a:t>
            </a:r>
          </a:p>
          <a:p>
            <a:endParaRPr lang="fr-CA"/>
          </a:p>
          <a:p>
            <a:r>
              <a:rPr lang="fr-CA"/>
              <a:t>Celle-ci peut prendre la forme de remue-méninge au tableau. Les élèves nomment leur propre définition du mot. La définition officielle que nous avons choisie est à la diapo suivante.</a:t>
            </a:r>
          </a:p>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a:t>
            </a:fld>
            <a:endParaRPr lang="fr-CA"/>
          </a:p>
        </p:txBody>
      </p:sp>
    </p:spTree>
    <p:extLst>
      <p:ext uri="{BB962C8B-B14F-4D97-AF65-F5344CB8AC3E}">
        <p14:creationId xmlns:p14="http://schemas.microsoft.com/office/powerpoint/2010/main" val="762094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3</a:t>
            </a:fld>
            <a:endParaRPr lang="fr-CA"/>
          </a:p>
        </p:txBody>
      </p:sp>
    </p:spTree>
    <p:extLst>
      <p:ext uri="{BB962C8B-B14F-4D97-AF65-F5344CB8AC3E}">
        <p14:creationId xmlns:p14="http://schemas.microsoft.com/office/powerpoint/2010/main" val="2597496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a:t>**Vous pouvez réaliser l’activité comme vous le désirez, ceci est seulement un exemple de déroulement**</a:t>
            </a:r>
          </a:p>
          <a:p>
            <a:endParaRPr lang="fr-CA" b="1"/>
          </a:p>
          <a:p>
            <a:pPr marL="228600" indent="-228600">
              <a:buFont typeface="+mj-lt"/>
              <a:buAutoNum type="arabicPeriod"/>
            </a:pPr>
            <a:r>
              <a:rPr lang="fr-CA"/>
              <a:t>Mettre les élèves en équipe de 3 ou 4</a:t>
            </a:r>
          </a:p>
          <a:p>
            <a:pPr marL="228600" indent="-228600">
              <a:buFont typeface="+mj-lt"/>
              <a:buAutoNum type="arabicPeriod"/>
            </a:pPr>
            <a:r>
              <a:rPr lang="fr-CA"/>
              <a:t>Donner les cartons vrai et faux (doivent être préparé par l’enseignant au préalable)</a:t>
            </a:r>
          </a:p>
          <a:p>
            <a:pPr marL="228600" indent="-228600">
              <a:buFont typeface="+mj-lt"/>
              <a:buAutoNum type="arabicPeriod"/>
            </a:pPr>
            <a:r>
              <a:rPr lang="fr-CA"/>
              <a:t>Lire les énoncés et demander à chaque équipe (tous en même temps) de lever le carton vrai ou faux selon ce qu’ils croient être la bonne réponse</a:t>
            </a:r>
          </a:p>
          <a:p>
            <a:pPr marL="228600" indent="-228600">
              <a:buFont typeface="+mj-lt"/>
              <a:buAutoNum type="arabicPeriod"/>
            </a:pPr>
            <a:r>
              <a:rPr lang="fr-CA"/>
              <a:t>Demander aux élèves d’expliquer leur réponse (justification)</a:t>
            </a:r>
          </a:p>
          <a:p>
            <a:pPr marL="228600" indent="-228600">
              <a:buFont typeface="+mj-lt"/>
              <a:buAutoNum type="arabicPeriod"/>
            </a:pPr>
            <a:r>
              <a:rPr lang="fr-CA"/>
              <a:t>Donner la réponse et nommer les faits indiqués dans le document d’enseignant</a:t>
            </a:r>
          </a:p>
          <a:p>
            <a:pPr marL="228600" indent="-228600">
              <a:buFont typeface="+mj-lt"/>
              <a:buAutoNum type="arabicPeriod"/>
            </a:pPr>
            <a:r>
              <a:rPr lang="fr-CA"/>
              <a:t>Échanger sur leur impression</a:t>
            </a:r>
          </a:p>
          <a:p>
            <a:endParaRPr lang="fr-CA"/>
          </a:p>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4</a:t>
            </a:fld>
            <a:endParaRPr lang="fr-CA"/>
          </a:p>
        </p:txBody>
      </p:sp>
    </p:spTree>
    <p:extLst>
      <p:ext uri="{BB962C8B-B14F-4D97-AF65-F5344CB8AC3E}">
        <p14:creationId xmlns:p14="http://schemas.microsoft.com/office/powerpoint/2010/main" val="372167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5</a:t>
            </a:fld>
            <a:endParaRPr lang="fr-CA"/>
          </a:p>
        </p:txBody>
      </p:sp>
    </p:spTree>
    <p:extLst>
      <p:ext uri="{BB962C8B-B14F-4D97-AF65-F5344CB8AC3E}">
        <p14:creationId xmlns:p14="http://schemas.microsoft.com/office/powerpoint/2010/main" val="356583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Les diplômés d’un DEP accèdent à des postes mieux rémunérés. Exemple : dans les secteurs de la mécanique automobile, la plomberie ou l’électricité, les employeurs cherchent des candidats qualifiés qui peuvent démontrer leurs compétences. </a:t>
            </a: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De nombreux métiers techniques exigent des certifications ou permis délivrés uniquement aux diplômés de la FP. Exemple : un plombier ou un électricien ne peut pas exercer légalement au Québec sans avoir complété un DEP. À long terme, un DEP ouvre des portes-vers des postes spécialisés et des fonctions de supervision ou d’entrepreneuriat, ce qui est rarement le cas pour ceux sans formation formelle. </a:t>
            </a: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Contrairement à l’apprentissage informel, la FP permet de se spécialiser et d’acquérir des compétences avancées grâce à des Attestations de spécialisation professionnelle (ASP). Cela augmente encore davantage la valeur du diplôme sur le marché du travail. </a:t>
            </a: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Les centres de FP du CSSPI offrent des infrastructures modernes pour un apprentissage en conditions réelles. Certains de nos centres offrent ainsi la possibilité de mettre en pratique les compétences acquises auprès de vrais clients, comme dans les salons-écoles pour les coiffeurs ou les ateliers pour les mécaniciens. </a:t>
            </a:r>
          </a:p>
          <a:p>
            <a:pPr>
              <a:buNone/>
            </a:pPr>
            <a:r>
              <a:rPr lang="fr-CA" sz="1800">
                <a:effectLst/>
                <a:latin typeface="Aptos" panose="020B0004020202020204" pitchFamily="34" charset="0"/>
                <a:ea typeface="Aptos" panose="020B0004020202020204" pitchFamily="34" charset="0"/>
                <a:cs typeface="Times New Roman" panose="02020603050405020304" pitchFamily="18" charset="0"/>
              </a:rPr>
              <a:t>Les employeurs québécois font face à une pénurie de main-d'œuvre qualifiée dans de nombreux secteurs. Ils privilégient les candidats formés dans des programmes reconnus, car ces derniers nécessitent moins de formation sur le terrain et sont prêts à contribuer immédiatement.</a:t>
            </a:r>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6</a:t>
            </a:fld>
            <a:endParaRPr lang="fr-CA"/>
          </a:p>
        </p:txBody>
      </p:sp>
    </p:spTree>
    <p:extLst>
      <p:ext uri="{BB962C8B-B14F-4D97-AF65-F5344CB8AC3E}">
        <p14:creationId xmlns:p14="http://schemas.microsoft.com/office/powerpoint/2010/main" val="908644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7</a:t>
            </a:fld>
            <a:endParaRPr lang="fr-CA"/>
          </a:p>
        </p:txBody>
      </p:sp>
    </p:spTree>
    <p:extLst>
      <p:ext uri="{BB962C8B-B14F-4D97-AF65-F5344CB8AC3E}">
        <p14:creationId xmlns:p14="http://schemas.microsoft.com/office/powerpoint/2010/main" val="3280682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3B3F6-D1E7-6003-7974-E5CCC9AC1778}"/>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8075CFF8-0A95-353C-A4D0-80BAD93DD58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4C4745F-8C6B-2327-7591-9BFBE5469554}"/>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La formation professionnelle a des critères de réussite élevés : la note de passage des examens se situe entre 75 % et 85 %. Certains programmes ont même des tests de sélection et des entrevues pour s’assurer d’avoir les meilleurs candidats. De plus, la possibilité de reprise suivant un échec est limitée, tout comme aux études supérieures. </a:t>
            </a: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Les élèves suivant des programmes de formation professionnelle ont des profils variés. Quand certains et certaines sont en réorientation de carrière, d’autres proviennent du niveau collégial ou même universitaire. </a:t>
            </a:r>
          </a:p>
          <a:p>
            <a:pPr>
              <a:buNone/>
            </a:pPr>
            <a:r>
              <a:rPr lang="fr-CA" sz="1800">
                <a:effectLst/>
                <a:latin typeface="Aptos" panose="020B0004020202020204" pitchFamily="34" charset="0"/>
                <a:ea typeface="Aptos" panose="020B0004020202020204" pitchFamily="34" charset="0"/>
                <a:cs typeface="Times New Roman" panose="02020603050405020304" pitchFamily="18" charset="0"/>
              </a:rPr>
              <a:t>Peu importe nos résultats scolaires, c’est le type de travail qu’on souhaite exercer qui nous guide vers le bon niveau de formation. Par exemple, on ne peut pas devenir pompier sans passer par la formation professionnelle.</a:t>
            </a:r>
            <a:endParaRPr lang="fr-CA"/>
          </a:p>
        </p:txBody>
      </p:sp>
      <p:sp>
        <p:nvSpPr>
          <p:cNvPr id="4" name="Espace réservé du numéro de diapositive 3">
            <a:extLst>
              <a:ext uri="{FF2B5EF4-FFF2-40B4-BE49-F238E27FC236}">
                <a16:creationId xmlns:a16="http://schemas.microsoft.com/office/drawing/2014/main" id="{0C3634FD-ACCA-B93A-276F-A735CF475C25}"/>
              </a:ext>
            </a:extLst>
          </p:cNvPr>
          <p:cNvSpPr>
            <a:spLocks noGrp="1"/>
          </p:cNvSpPr>
          <p:nvPr>
            <p:ph type="sldNum" sz="quarter" idx="5"/>
          </p:nvPr>
        </p:nvSpPr>
        <p:spPr/>
        <p:txBody>
          <a:bodyPr/>
          <a:lstStyle/>
          <a:p>
            <a:fld id="{47C8C2F1-8A8F-485A-9812-5DFAA973114C}" type="slidenum">
              <a:rPr lang="fr-CA" smtClean="0"/>
              <a:t>8</a:t>
            </a:fld>
            <a:endParaRPr lang="fr-CA"/>
          </a:p>
        </p:txBody>
      </p:sp>
    </p:spTree>
    <p:extLst>
      <p:ext uri="{BB962C8B-B14F-4D97-AF65-F5344CB8AC3E}">
        <p14:creationId xmlns:p14="http://schemas.microsoft.com/office/powerpoint/2010/main" val="2304915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9</a:t>
            </a:fld>
            <a:endParaRPr lang="fr-CA"/>
          </a:p>
        </p:txBody>
      </p:sp>
    </p:spTree>
    <p:extLst>
      <p:ext uri="{BB962C8B-B14F-4D97-AF65-F5344CB8AC3E}">
        <p14:creationId xmlns:p14="http://schemas.microsoft.com/office/powerpoint/2010/main" val="3166860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64F66-5F23-15D4-E06D-BD0764CFEB61}"/>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8AA99C98-FBE6-1C1E-F29A-AD2DFC6ADA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A51B94C-CFF5-3550-1820-D2D11EC189A3}"/>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75 % des DEP demandent un niveau de 4e secondaire en français, mathématiques et anglais, et la très grande majorité des autres programmes est accessible dès la 3e secondaire. </a:t>
            </a:r>
          </a:p>
        </p:txBody>
      </p:sp>
      <p:sp>
        <p:nvSpPr>
          <p:cNvPr id="4" name="Espace réservé du numéro de diapositive 3">
            <a:extLst>
              <a:ext uri="{FF2B5EF4-FFF2-40B4-BE49-F238E27FC236}">
                <a16:creationId xmlns:a16="http://schemas.microsoft.com/office/drawing/2014/main" id="{3E48572A-A0BB-0100-624E-B0218B772C5B}"/>
              </a:ext>
            </a:extLst>
          </p:cNvPr>
          <p:cNvSpPr>
            <a:spLocks noGrp="1"/>
          </p:cNvSpPr>
          <p:nvPr>
            <p:ph type="sldNum" sz="quarter" idx="5"/>
          </p:nvPr>
        </p:nvSpPr>
        <p:spPr/>
        <p:txBody>
          <a:bodyPr/>
          <a:lstStyle/>
          <a:p>
            <a:fld id="{47C8C2F1-8A8F-485A-9812-5DFAA973114C}" type="slidenum">
              <a:rPr lang="fr-CA" smtClean="0"/>
              <a:t>10</a:t>
            </a:fld>
            <a:endParaRPr lang="fr-CA"/>
          </a:p>
        </p:txBody>
      </p:sp>
    </p:spTree>
    <p:extLst>
      <p:ext uri="{BB962C8B-B14F-4D97-AF65-F5344CB8AC3E}">
        <p14:creationId xmlns:p14="http://schemas.microsoft.com/office/powerpoint/2010/main" val="3149348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11</a:t>
            </a:fld>
            <a:endParaRPr lang="fr-CA"/>
          </a:p>
        </p:txBody>
      </p:sp>
    </p:spTree>
    <p:extLst>
      <p:ext uri="{BB962C8B-B14F-4D97-AF65-F5344CB8AC3E}">
        <p14:creationId xmlns:p14="http://schemas.microsoft.com/office/powerpoint/2010/main" val="2500391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FE870-F680-D589-61FA-D7B41A6FF149}"/>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1D8DFD79-5925-5D10-1346-15D527EA09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6F2DE3-F457-73CF-0079-D10D7E924AFD}"/>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Les programmes comme l’infographie ou la comptabilité que la FP va bien au-delà des métiers manuels. Les métiers de l’infographie affichent des taux de placement de plus de 85 %, prouvant leur pertinence économique et culturelle. </a:t>
            </a: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Les métiers comme Technicien en mécanique industrielle ou Électromécanicien demandent une capacité à analyser et résoudre des défis techniques complexes, souvent dans des environnements de haute technologie. </a:t>
            </a: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Des programmes dans les domaines de la santé, comme Assistance à la personne en établissement et à domicile, impliquent de travailler en étroite collaboration avec des gens, ce qui nécessite des compétences relationnelles, de l’écoute et de l’empathie. </a:t>
            </a:r>
          </a:p>
          <a:p>
            <a:pPr>
              <a:buNone/>
            </a:pPr>
            <a:r>
              <a:rPr lang="fr-CA" sz="1800">
                <a:effectLst/>
                <a:latin typeface="Aptos" panose="020B0004020202020204" pitchFamily="34" charset="0"/>
                <a:ea typeface="Aptos" panose="020B0004020202020204" pitchFamily="34" charset="0"/>
                <a:cs typeface="Times New Roman" panose="02020603050405020304" pitchFamily="18" charset="0"/>
              </a:rPr>
              <a:t>Dans des secteurs comme Secrétariat médical ou Comptabilité, les apprenants se forment à des tâches administratives et analytiques utilisant des logiciels spécialisés. Ces programmes attirent des individus méthodiques et rigoureux, intéressés par l’organisation et le traitement de l’information.</a:t>
            </a:r>
            <a:endParaRPr lang="fr-CA"/>
          </a:p>
        </p:txBody>
      </p:sp>
      <p:sp>
        <p:nvSpPr>
          <p:cNvPr id="4" name="Espace réservé du numéro de diapositive 3">
            <a:extLst>
              <a:ext uri="{FF2B5EF4-FFF2-40B4-BE49-F238E27FC236}">
                <a16:creationId xmlns:a16="http://schemas.microsoft.com/office/drawing/2014/main" id="{F8F92FA4-8B09-DB10-0298-BB3F56A50A13}"/>
              </a:ext>
            </a:extLst>
          </p:cNvPr>
          <p:cNvSpPr>
            <a:spLocks noGrp="1"/>
          </p:cNvSpPr>
          <p:nvPr>
            <p:ph type="sldNum" sz="quarter" idx="5"/>
          </p:nvPr>
        </p:nvSpPr>
        <p:spPr/>
        <p:txBody>
          <a:bodyPr/>
          <a:lstStyle/>
          <a:p>
            <a:fld id="{47C8C2F1-8A8F-485A-9812-5DFAA973114C}" type="slidenum">
              <a:rPr lang="fr-CA" smtClean="0"/>
              <a:t>12</a:t>
            </a:fld>
            <a:endParaRPr lang="fr-CA"/>
          </a:p>
        </p:txBody>
      </p:sp>
    </p:spTree>
    <p:extLst>
      <p:ext uri="{BB962C8B-B14F-4D97-AF65-F5344CB8AC3E}">
        <p14:creationId xmlns:p14="http://schemas.microsoft.com/office/powerpoint/2010/main" val="1740917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13</a:t>
            </a:fld>
            <a:endParaRPr lang="fr-CA"/>
          </a:p>
        </p:txBody>
      </p:sp>
    </p:spTree>
    <p:extLst>
      <p:ext uri="{BB962C8B-B14F-4D97-AF65-F5344CB8AC3E}">
        <p14:creationId xmlns:p14="http://schemas.microsoft.com/office/powerpoint/2010/main" val="3350471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3B345-4B02-03EA-CF75-2DE62B16C68E}"/>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C70FDB81-7D42-FCC4-A7AF-2F51153B24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78D788-0A1E-D2D0-9E5F-DF80FF9E2B93}"/>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Au Québec, plus de 50 % des élèves en FP ont 25 ans ou plus, et la diversité est en constante progression. </a:t>
            </a:r>
          </a:p>
          <a:p>
            <a:pPr marL="342900" lvl="0" indent="-342900">
              <a:lnSpc>
                <a:spcPct val="107000"/>
              </a:lnSpc>
              <a:spcAft>
                <a:spcPts val="800"/>
              </a:spcAft>
              <a:buFont typeface="Symbol" panose="05050102010706020507" pitchFamily="18" charset="2"/>
              <a:buChar char=""/>
            </a:pPr>
            <a:r>
              <a:rPr lang="fr-CA" sz="1800">
                <a:effectLst/>
                <a:latin typeface="Aptos" panose="020B0004020202020204" pitchFamily="34" charset="0"/>
                <a:ea typeface="Aptos" panose="020B0004020202020204" pitchFamily="34" charset="0"/>
                <a:cs typeface="Times New Roman" panose="02020603050405020304" pitchFamily="18" charset="0"/>
              </a:rPr>
              <a:t>Dans le grand Montréal, les femmes sont maintenant aussi nombreuses que les hommes en formation professionnelle. Bien que ces dernières choisissent plus souvent des métiers du secteur de la santé, du commerce et de l’administration, elles prennent cependant de plus en plus de place dans des métiers traditionnellement masculins.</a:t>
            </a:r>
            <a:endParaRPr lang="fr-CA"/>
          </a:p>
        </p:txBody>
      </p:sp>
      <p:sp>
        <p:nvSpPr>
          <p:cNvPr id="4" name="Espace réservé du numéro de diapositive 3">
            <a:extLst>
              <a:ext uri="{FF2B5EF4-FFF2-40B4-BE49-F238E27FC236}">
                <a16:creationId xmlns:a16="http://schemas.microsoft.com/office/drawing/2014/main" id="{9E5540DC-E72E-8505-36AA-6E33689A8179}"/>
              </a:ext>
            </a:extLst>
          </p:cNvPr>
          <p:cNvSpPr>
            <a:spLocks noGrp="1"/>
          </p:cNvSpPr>
          <p:nvPr>
            <p:ph type="sldNum" sz="quarter" idx="5"/>
          </p:nvPr>
        </p:nvSpPr>
        <p:spPr/>
        <p:txBody>
          <a:bodyPr/>
          <a:lstStyle/>
          <a:p>
            <a:fld id="{47C8C2F1-8A8F-485A-9812-5DFAA973114C}" type="slidenum">
              <a:rPr lang="fr-CA" smtClean="0"/>
              <a:t>14</a:t>
            </a:fld>
            <a:endParaRPr lang="fr-CA"/>
          </a:p>
        </p:txBody>
      </p:sp>
    </p:spTree>
    <p:extLst>
      <p:ext uri="{BB962C8B-B14F-4D97-AF65-F5344CB8AC3E}">
        <p14:creationId xmlns:p14="http://schemas.microsoft.com/office/powerpoint/2010/main" val="481328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15</a:t>
            </a:fld>
            <a:endParaRPr lang="fr-CA"/>
          </a:p>
        </p:txBody>
      </p:sp>
    </p:spTree>
    <p:extLst>
      <p:ext uri="{BB962C8B-B14F-4D97-AF65-F5344CB8AC3E}">
        <p14:creationId xmlns:p14="http://schemas.microsoft.com/office/powerpoint/2010/main" val="4217323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19EDF-51D3-EA64-B2BA-7FEF2BCB7D8F}"/>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69110EE7-57EC-F3A1-100E-CE4B79609F3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33F22C-D5C6-51D2-8870-41CB3C7A68AF}"/>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 salaire hebdomadaire moyen des métiers issus de la formation professionnelle est souvent supérieur ou équivalent à celui des professions techniques ou universitaires. Certains métiers auxquels nous formons peuvent mener à un salaire se situant entre 75 000$ et 100 000$ par année! </a:t>
            </a: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 DEP est un type de formation permettant d’accéder à une myriade de métiers. Il offre d’excellentes chances de trouver un emploi. De nombreux programmes affichent un taux de placement de plus de 80% et leurs finissants et finissantes sont recrutés dès leur sortie du centre de formation. </a:t>
            </a:r>
          </a:p>
          <a:p>
            <a:pPr>
              <a:buNone/>
            </a:pPr>
            <a:r>
              <a:rPr lang="fr-CA" sz="1800">
                <a:effectLst/>
                <a:latin typeface="Aptos" panose="020B0004020202020204" pitchFamily="34" charset="0"/>
                <a:ea typeface="Aptos" panose="020B0004020202020204" pitchFamily="34" charset="0"/>
                <a:cs typeface="Times New Roman" panose="02020603050405020304" pitchFamily="18" charset="0"/>
              </a:rPr>
              <a:t>De nombreux diplômes en FP permettent aux élèves de devenir entrepreneurs : en plomberie, en électricité, esthétique, infographie, etc.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2AB5F984-55B5-770C-364B-1F88EA6F1847}"/>
              </a:ext>
            </a:extLst>
          </p:cNvPr>
          <p:cNvSpPr>
            <a:spLocks noGrp="1"/>
          </p:cNvSpPr>
          <p:nvPr>
            <p:ph type="sldNum" sz="quarter" idx="5"/>
          </p:nvPr>
        </p:nvSpPr>
        <p:spPr/>
        <p:txBody>
          <a:bodyPr/>
          <a:lstStyle/>
          <a:p>
            <a:fld id="{47C8C2F1-8A8F-485A-9812-5DFAA973114C}" type="slidenum">
              <a:rPr lang="fr-CA" smtClean="0"/>
              <a:t>16</a:t>
            </a:fld>
            <a:endParaRPr lang="fr-CA"/>
          </a:p>
        </p:txBody>
      </p:sp>
    </p:spTree>
    <p:extLst>
      <p:ext uri="{BB962C8B-B14F-4D97-AF65-F5344CB8AC3E}">
        <p14:creationId xmlns:p14="http://schemas.microsoft.com/office/powerpoint/2010/main" val="2669676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17</a:t>
            </a:fld>
            <a:endParaRPr lang="fr-CA"/>
          </a:p>
        </p:txBody>
      </p:sp>
    </p:spTree>
    <p:extLst>
      <p:ext uri="{BB962C8B-B14F-4D97-AF65-F5344CB8AC3E}">
        <p14:creationId xmlns:p14="http://schemas.microsoft.com/office/powerpoint/2010/main" val="3485202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Il existe des ententes entre les centres de FP et les cégeps, permettant à certains étudiants de se voir reconnaitre des cours et ainsi raccourcir leur parcours collégial. Certains cégeps reconnaissent des acquis pour accélérer le parcours des diplômés de la FP. </a:t>
            </a: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Posséder un DEP peut mener plus rapidement à l’obtention du DES qui lui sera exigé pour l’admission au cégep. L’obtention du DEP permet à l’élève de répondre à certaines exigences nécessaires au DES. Tous les cours du DEP sont d’ailleurs reconnus comme des cours optionnels de 5e secondaire et seront comptabilisés dans le nombre d’unités total exigé pour l’obtention du DES. </a:t>
            </a: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Plus de 70 % des cégeps québécois collaborent activement avec des centres de FP pour faciliter l’intégration des diplômés dans leurs programmes techniques. </a:t>
            </a:r>
          </a:p>
          <a:p>
            <a:pPr>
              <a:buNone/>
            </a:pPr>
            <a:r>
              <a:rPr lang="fr-CA" sz="1800">
                <a:effectLst/>
                <a:latin typeface="Aptos" panose="020B0004020202020204" pitchFamily="34" charset="0"/>
                <a:ea typeface="Aptos" panose="020B0004020202020204" pitchFamily="34" charset="0"/>
                <a:cs typeface="Times New Roman" panose="02020603050405020304" pitchFamily="18" charset="0"/>
              </a:rPr>
              <a:t>20 % des diplômés de DEP poursuivent leurs études au cégep, montrant que la FP est souvent un tremplin plutôt qu’un frein. Exemple : il est possible d’avoir un métier avec un bon salaire pendant ses études au cégep.</a:t>
            </a:r>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18</a:t>
            </a:fld>
            <a:endParaRPr lang="fr-CA"/>
          </a:p>
        </p:txBody>
      </p:sp>
    </p:spTree>
    <p:extLst>
      <p:ext uri="{BB962C8B-B14F-4D97-AF65-F5344CB8AC3E}">
        <p14:creationId xmlns:p14="http://schemas.microsoft.com/office/powerpoint/2010/main" val="1639122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19</a:t>
            </a:fld>
            <a:endParaRPr lang="fr-CA"/>
          </a:p>
        </p:txBody>
      </p:sp>
    </p:spTree>
    <p:extLst>
      <p:ext uri="{BB962C8B-B14F-4D97-AF65-F5344CB8AC3E}">
        <p14:creationId xmlns:p14="http://schemas.microsoft.com/office/powerpoint/2010/main" val="334226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D77A-8919-9AF7-E1F4-0871AF3D0F82}"/>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68A864B4-B641-FBCA-7A5B-9F0D2C397BC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0594C1B-335F-2A53-FA66-32C4BAC9A541}"/>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a:effectLst/>
                <a:latin typeface="Aptos" panose="020B0004020202020204" pitchFamily="34" charset="0"/>
                <a:ea typeface="Aptos" panose="020B0004020202020204" pitchFamily="34" charset="0"/>
                <a:cs typeface="Times New Roman" panose="02020603050405020304" pitchFamily="18" charset="0"/>
              </a:rPr>
              <a:t>En plus des enseignants et enseignantes, d’autres ressources peuvent être mises en place pour soutenir les élèves : orthopédagogues, techniciens et techniciennes en travail social, et psychoéducatrices, conseiller et conseillère d’orientation, conseiller ou conseillère en formation scolaires, etc. Cependant, ces ressources peuvent varier d’un centre à l’autre. </a:t>
            </a:r>
          </a:p>
        </p:txBody>
      </p:sp>
      <p:sp>
        <p:nvSpPr>
          <p:cNvPr id="4" name="Espace réservé du numéro de diapositive 3">
            <a:extLst>
              <a:ext uri="{FF2B5EF4-FFF2-40B4-BE49-F238E27FC236}">
                <a16:creationId xmlns:a16="http://schemas.microsoft.com/office/drawing/2014/main" id="{B2A2A087-C9C7-255D-B161-0926BD45976E}"/>
              </a:ext>
            </a:extLst>
          </p:cNvPr>
          <p:cNvSpPr>
            <a:spLocks noGrp="1"/>
          </p:cNvSpPr>
          <p:nvPr>
            <p:ph type="sldNum" sz="quarter" idx="5"/>
          </p:nvPr>
        </p:nvSpPr>
        <p:spPr/>
        <p:txBody>
          <a:bodyPr/>
          <a:lstStyle/>
          <a:p>
            <a:fld id="{47C8C2F1-8A8F-485A-9812-5DFAA973114C}" type="slidenum">
              <a:rPr lang="fr-CA" smtClean="0"/>
              <a:t>20</a:t>
            </a:fld>
            <a:endParaRPr lang="fr-CA"/>
          </a:p>
        </p:txBody>
      </p:sp>
    </p:spTree>
    <p:extLst>
      <p:ext uri="{BB962C8B-B14F-4D97-AF65-F5344CB8AC3E}">
        <p14:creationId xmlns:p14="http://schemas.microsoft.com/office/powerpoint/2010/main" val="2887472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21</a:t>
            </a:fld>
            <a:endParaRPr lang="fr-CA"/>
          </a:p>
        </p:txBody>
      </p:sp>
    </p:spTree>
    <p:extLst>
      <p:ext uri="{BB962C8B-B14F-4D97-AF65-F5344CB8AC3E}">
        <p14:creationId xmlns:p14="http://schemas.microsoft.com/office/powerpoint/2010/main" val="3190439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4E61-7815-A439-4EA6-9CEC24DABF23}"/>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68771ED4-74B0-7B90-92E3-3FA80E9FB2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B2C2E5-A84E-B6C7-D8B5-EEBAF3309524}"/>
              </a:ext>
            </a:extLst>
          </p:cNvPr>
          <p:cNvSpPr>
            <a:spLocks noGrp="1"/>
          </p:cNvSpPr>
          <p:nvPr>
            <p:ph type="body" idx="1"/>
          </p:nvPr>
        </p:nvSpPr>
        <p:spPr/>
        <p:txBody>
          <a:bodyPr/>
          <a:lstStyle/>
          <a:p>
            <a:pPr>
              <a:lnSpc>
                <a:spcPct val="107000"/>
              </a:lnSpc>
              <a:spcAft>
                <a:spcPts val="800"/>
              </a:spcAft>
              <a:buNone/>
            </a:pPr>
            <a:r>
              <a:rPr lang="fr-CA" sz="1800" b="1" kern="100">
                <a:effectLst/>
                <a:latin typeface="Aptos" panose="020B0004020202020204" pitchFamily="34" charset="0"/>
                <a:ea typeface="Aptos" panose="020B0004020202020204" pitchFamily="34" charset="0"/>
                <a:cs typeface="Times New Roman" panose="02020603050405020304" pitchFamily="18" charset="0"/>
              </a:rPr>
              <a:t>Détail des faits : </a:t>
            </a:r>
            <a:endParaRPr lang="fr-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Des métiers où l’humain est irremplaçable : la plupart des métiers issus de la FP, comme ceux de la santé, de la construction ou des services à la personne, reposent sur des compétences que l’IA et les robots ne peuvent reproduire. Exemples : la créativité (infographie, cuisine, coiffure), le jugement et l’adaptabilité (métiers de la santé), la relation humaine : (métiers de service comme restauration, coiffure). </a:t>
            </a:r>
          </a:p>
          <a:p>
            <a:pPr marL="342900" lvl="0" indent="-342900">
              <a:lnSpc>
                <a:spcPct val="107000"/>
              </a:lnSpc>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La technologie comme complément, pas comme substitut. Exemples : Dans des secteurs comme la plomberie, la mécanique ou l’électricité, les technologies peuvent faciliter certaines tâches, mais la présence humaine est indispensable pour les travaux complexes ou imprévus. Les mécaniciens utilisent aujourd’hui des outils de diagnostic automatisés, mais leur expertise est nécessaire pour interpréter les données et effectuer les réparations. </a:t>
            </a:r>
          </a:p>
          <a:p>
            <a:pPr marL="342900" lvl="0" indent="-342900">
              <a:lnSpc>
                <a:spcPct val="107000"/>
              </a:lnSpc>
              <a:spcAft>
                <a:spcPts val="800"/>
              </a:spcAft>
              <a:buFont typeface="Symbol" panose="05050102010706020507" pitchFamily="18" charset="2"/>
              <a:buChar char=""/>
            </a:pPr>
            <a:r>
              <a:rPr lang="fr-CA" sz="1800" kern="100">
                <a:effectLst/>
                <a:latin typeface="Aptos" panose="020B0004020202020204" pitchFamily="34" charset="0"/>
                <a:ea typeface="Aptos" panose="020B0004020202020204" pitchFamily="34" charset="0"/>
                <a:cs typeface="Times New Roman" panose="02020603050405020304" pitchFamily="18" charset="0"/>
              </a:rPr>
              <a:t>Les robots en cuisine ou en boulangerie automatisent des tâches répétitives, mais la création de nouvelles recettes et la gestion d’une brigade restent des fonctions humaines. </a:t>
            </a:r>
          </a:p>
          <a:p>
            <a:pPr marL="342900" lvl="0" indent="-342900">
              <a:lnSpc>
                <a:spcPct val="107000"/>
              </a:lnSpc>
              <a:spcAft>
                <a:spcPts val="800"/>
              </a:spcAft>
              <a:buFont typeface="Symbol" panose="05050102010706020507" pitchFamily="18" charset="2"/>
              <a:buChar char=""/>
            </a:pPr>
            <a:r>
              <a:rPr lang="fr-CA" sz="1800">
                <a:effectLst/>
                <a:latin typeface="Aptos" panose="020B0004020202020204" pitchFamily="34" charset="0"/>
                <a:ea typeface="Aptos" panose="020B0004020202020204" pitchFamily="34" charset="0"/>
                <a:cs typeface="Times New Roman" panose="02020603050405020304" pitchFamily="18" charset="0"/>
              </a:rPr>
              <a:t>Des formations évolutives pour s’adapter aux nouvelles réalités. Les programmes de FP sont régulièrement mis à jour pour inclure les technologies émergentes, comme l’impression 3D, la programmation de machines-outils ou l’automatisation. Exemple : des DEP en mécanique industrielle ou en entretien d’équipements motorisés préparent les étudiants à travailler avec des systèmes avancés, combinant mécanique, électronique et informatique.</a:t>
            </a:r>
            <a:endParaRPr lang="fr-CA"/>
          </a:p>
        </p:txBody>
      </p:sp>
      <p:sp>
        <p:nvSpPr>
          <p:cNvPr id="4" name="Espace réservé du numéro de diapositive 3">
            <a:extLst>
              <a:ext uri="{FF2B5EF4-FFF2-40B4-BE49-F238E27FC236}">
                <a16:creationId xmlns:a16="http://schemas.microsoft.com/office/drawing/2014/main" id="{D039D154-623D-4466-BF0A-383932CAEA5B}"/>
              </a:ext>
            </a:extLst>
          </p:cNvPr>
          <p:cNvSpPr>
            <a:spLocks noGrp="1"/>
          </p:cNvSpPr>
          <p:nvPr>
            <p:ph type="sldNum" sz="quarter" idx="5"/>
          </p:nvPr>
        </p:nvSpPr>
        <p:spPr/>
        <p:txBody>
          <a:bodyPr/>
          <a:lstStyle/>
          <a:p>
            <a:fld id="{47C8C2F1-8A8F-485A-9812-5DFAA973114C}" type="slidenum">
              <a:rPr lang="fr-CA" smtClean="0"/>
              <a:t>22</a:t>
            </a:fld>
            <a:endParaRPr lang="fr-CA"/>
          </a:p>
        </p:txBody>
      </p:sp>
    </p:spTree>
    <p:extLst>
      <p:ext uri="{BB962C8B-B14F-4D97-AF65-F5344CB8AC3E}">
        <p14:creationId xmlns:p14="http://schemas.microsoft.com/office/powerpoint/2010/main" val="3304578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23</a:t>
            </a:fld>
            <a:endParaRPr lang="fr-CA"/>
          </a:p>
        </p:txBody>
      </p:sp>
    </p:spTree>
    <p:extLst>
      <p:ext uri="{BB962C8B-B14F-4D97-AF65-F5344CB8AC3E}">
        <p14:creationId xmlns:p14="http://schemas.microsoft.com/office/powerpoint/2010/main" val="23821315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E1D0F-B29C-937F-EF2F-69A58BE9B7FE}"/>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92A57B6C-6100-53A1-9785-8175AD45DE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C123A8B-F4EF-1633-7413-50D1D59A4288}"/>
              </a:ext>
            </a:extLst>
          </p:cNvPr>
          <p:cNvSpPr>
            <a:spLocks noGrp="1"/>
          </p:cNvSpPr>
          <p:nvPr>
            <p:ph type="body" idx="1"/>
          </p:nvPr>
        </p:nvSpPr>
        <p:spPr/>
        <p:txBody>
          <a:bodyPr/>
          <a:lstStyle/>
          <a:p>
            <a:pPr>
              <a:lnSpc>
                <a:spcPct val="107000"/>
              </a:lnSpc>
              <a:spcAft>
                <a:spcPts val="800"/>
              </a:spcAft>
              <a:buNone/>
            </a:pPr>
            <a:endParaRPr lang="fr-CA"/>
          </a:p>
        </p:txBody>
      </p:sp>
      <p:sp>
        <p:nvSpPr>
          <p:cNvPr id="4" name="Espace réservé du numéro de diapositive 3">
            <a:extLst>
              <a:ext uri="{FF2B5EF4-FFF2-40B4-BE49-F238E27FC236}">
                <a16:creationId xmlns:a16="http://schemas.microsoft.com/office/drawing/2014/main" id="{74A86A65-6C84-0EC1-1358-894AA70EF04D}"/>
              </a:ext>
            </a:extLst>
          </p:cNvPr>
          <p:cNvSpPr>
            <a:spLocks noGrp="1"/>
          </p:cNvSpPr>
          <p:nvPr>
            <p:ph type="sldNum" sz="quarter" idx="5"/>
          </p:nvPr>
        </p:nvSpPr>
        <p:spPr/>
        <p:txBody>
          <a:bodyPr/>
          <a:lstStyle/>
          <a:p>
            <a:fld id="{47C8C2F1-8A8F-485A-9812-5DFAA973114C}" type="slidenum">
              <a:rPr lang="fr-CA" smtClean="0"/>
              <a:t>24</a:t>
            </a:fld>
            <a:endParaRPr lang="fr-CA"/>
          </a:p>
        </p:txBody>
      </p:sp>
    </p:spTree>
    <p:extLst>
      <p:ext uri="{BB962C8B-B14F-4D97-AF65-F5344CB8AC3E}">
        <p14:creationId xmlns:p14="http://schemas.microsoft.com/office/powerpoint/2010/main" val="6848468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25</a:t>
            </a:fld>
            <a:endParaRPr lang="fr-CA"/>
          </a:p>
        </p:txBody>
      </p:sp>
    </p:spTree>
    <p:extLst>
      <p:ext uri="{BB962C8B-B14F-4D97-AF65-F5344CB8AC3E}">
        <p14:creationId xmlns:p14="http://schemas.microsoft.com/office/powerpoint/2010/main" val="299609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26</a:t>
            </a:fld>
            <a:endParaRPr lang="fr-CA"/>
          </a:p>
        </p:txBody>
      </p:sp>
    </p:spTree>
    <p:extLst>
      <p:ext uri="{BB962C8B-B14F-4D97-AF65-F5344CB8AC3E}">
        <p14:creationId xmlns:p14="http://schemas.microsoft.com/office/powerpoint/2010/main" val="1683272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27</a:t>
            </a:fld>
            <a:endParaRPr lang="fr-CA"/>
          </a:p>
        </p:txBody>
      </p:sp>
    </p:spTree>
    <p:extLst>
      <p:ext uri="{BB962C8B-B14F-4D97-AF65-F5344CB8AC3E}">
        <p14:creationId xmlns:p14="http://schemas.microsoft.com/office/powerpoint/2010/main" val="7132914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D66E2-D09D-53EA-553C-1AB0B09C6F69}"/>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0C364A35-CCD8-8FE9-73EF-97279204094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FE38E9-EAAC-E0A8-F8D4-6744885E2FB2}"/>
              </a:ext>
            </a:extLst>
          </p:cNvPr>
          <p:cNvSpPr>
            <a:spLocks noGrp="1"/>
          </p:cNvSpPr>
          <p:nvPr>
            <p:ph type="body" idx="1"/>
          </p:nvPr>
        </p:nvSpPr>
        <p:spPr/>
        <p:txBody>
          <a:bodyPr/>
          <a:lstStyle/>
          <a:p>
            <a:pPr>
              <a:lnSpc>
                <a:spcPct val="107000"/>
              </a:lnSpc>
              <a:spcAft>
                <a:spcPts val="800"/>
              </a:spcAft>
              <a:buNone/>
            </a:pPr>
            <a:endParaRPr lang="fr-CA"/>
          </a:p>
        </p:txBody>
      </p:sp>
      <p:sp>
        <p:nvSpPr>
          <p:cNvPr id="4" name="Espace réservé du numéro de diapositive 3">
            <a:extLst>
              <a:ext uri="{FF2B5EF4-FFF2-40B4-BE49-F238E27FC236}">
                <a16:creationId xmlns:a16="http://schemas.microsoft.com/office/drawing/2014/main" id="{1A1024C8-0161-EE5D-9656-4F0FF5BD852C}"/>
              </a:ext>
            </a:extLst>
          </p:cNvPr>
          <p:cNvSpPr>
            <a:spLocks noGrp="1"/>
          </p:cNvSpPr>
          <p:nvPr>
            <p:ph type="sldNum" sz="quarter" idx="5"/>
          </p:nvPr>
        </p:nvSpPr>
        <p:spPr/>
        <p:txBody>
          <a:bodyPr/>
          <a:lstStyle/>
          <a:p>
            <a:fld id="{47C8C2F1-8A8F-485A-9812-5DFAA973114C}" type="slidenum">
              <a:rPr lang="fr-CA" smtClean="0"/>
              <a:t>28</a:t>
            </a:fld>
            <a:endParaRPr lang="fr-CA"/>
          </a:p>
        </p:txBody>
      </p:sp>
    </p:spTree>
    <p:extLst>
      <p:ext uri="{BB962C8B-B14F-4D97-AF65-F5344CB8AC3E}">
        <p14:creationId xmlns:p14="http://schemas.microsoft.com/office/powerpoint/2010/main" val="3452790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29</a:t>
            </a:fld>
            <a:endParaRPr lang="fr-CA"/>
          </a:p>
        </p:txBody>
      </p:sp>
    </p:spTree>
    <p:extLst>
      <p:ext uri="{BB962C8B-B14F-4D97-AF65-F5344CB8AC3E}">
        <p14:creationId xmlns:p14="http://schemas.microsoft.com/office/powerpoint/2010/main" val="1514917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30</a:t>
            </a:fld>
            <a:endParaRPr lang="fr-CA"/>
          </a:p>
        </p:txBody>
      </p:sp>
    </p:spTree>
    <p:extLst>
      <p:ext uri="{BB962C8B-B14F-4D97-AF65-F5344CB8AC3E}">
        <p14:creationId xmlns:p14="http://schemas.microsoft.com/office/powerpoint/2010/main" val="3047969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7C8C2F1-8A8F-485A-9812-5DFAA973114C}" type="slidenum">
              <a:rPr lang="fr-CA" smtClean="0"/>
              <a:t>31</a:t>
            </a:fld>
            <a:endParaRPr lang="fr-CA"/>
          </a:p>
        </p:txBody>
      </p:sp>
    </p:spTree>
    <p:extLst>
      <p:ext uri="{BB962C8B-B14F-4D97-AF65-F5344CB8AC3E}">
        <p14:creationId xmlns:p14="http://schemas.microsoft.com/office/powerpoint/2010/main" val="2661732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3.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png"/><Relationship Id="rId5" Type="http://schemas.openxmlformats.org/officeDocument/2006/relationships/tags" Target="../tags/tag5.xml"/><Relationship Id="rId15" Type="http://schemas.openxmlformats.org/officeDocument/2006/relationships/image" Target="../media/image5.png"/><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7.xml"/><Relationship Id="rId14" Type="http://schemas.openxmlformats.org/officeDocument/2006/relationships/image" Target="../media/image4.svg"/></Relationships>
</file>

<file path=ppt/slides/_rels/slide2.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image" Target="../media/image6.png"/><Relationship Id="rId18" Type="http://schemas.openxmlformats.org/officeDocument/2006/relationships/image" Target="../media/image4.sv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notesSlide" Target="../notesSlides/notesSlide2.xml"/><Relationship Id="rId17" Type="http://schemas.openxmlformats.org/officeDocument/2006/relationships/image" Target="../media/image3.png"/><Relationship Id="rId2" Type="http://schemas.openxmlformats.org/officeDocument/2006/relationships/tags" Target="../tags/tag10.xml"/><Relationship Id="rId16" Type="http://schemas.openxmlformats.org/officeDocument/2006/relationships/image" Target="../media/image9.svg"/><Relationship Id="rId20" Type="http://schemas.openxmlformats.org/officeDocument/2006/relationships/image" Target="../media/image11.sv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slideLayout" Target="../slideLayouts/slideLayout7.xml"/><Relationship Id="rId5" Type="http://schemas.openxmlformats.org/officeDocument/2006/relationships/tags" Target="../tags/tag13.xml"/><Relationship Id="rId15" Type="http://schemas.openxmlformats.org/officeDocument/2006/relationships/image" Target="../media/image8.png"/><Relationship Id="rId10" Type="http://schemas.openxmlformats.org/officeDocument/2006/relationships/tags" Target="../tags/tag18.xml"/><Relationship Id="rId19" Type="http://schemas.openxmlformats.org/officeDocument/2006/relationships/image" Target="../media/image10.png"/><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image" Target="../media/image2.svg"/><Relationship Id="rId3" Type="http://schemas.openxmlformats.org/officeDocument/2006/relationships/tags" Target="../tags/tag21.xml"/><Relationship Id="rId21" Type="http://schemas.openxmlformats.org/officeDocument/2006/relationships/image" Target="../media/image14.png"/><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image" Target="../media/image1.png"/><Relationship Id="rId2" Type="http://schemas.openxmlformats.org/officeDocument/2006/relationships/tags" Target="../tags/tag20.xml"/><Relationship Id="rId16" Type="http://schemas.openxmlformats.org/officeDocument/2006/relationships/notesSlide" Target="../notesSlides/notesSlide3.xml"/><Relationship Id="rId20" Type="http://schemas.openxmlformats.org/officeDocument/2006/relationships/image" Target="../media/image13.sv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slideLayout" Target="../slideLayouts/slideLayout7.xml"/><Relationship Id="rId10" Type="http://schemas.openxmlformats.org/officeDocument/2006/relationships/tags" Target="../tags/tag28.xml"/><Relationship Id="rId19" Type="http://schemas.openxmlformats.org/officeDocument/2006/relationships/image" Target="../media/image12.pn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 Id="rId22"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tags" Target="../tags/tag35.xml"/><Relationship Id="rId7" Type="http://schemas.openxmlformats.org/officeDocument/2006/relationships/notesSlide" Target="../notesSlides/notesSlide4.xml"/><Relationship Id="rId12" Type="http://schemas.openxmlformats.org/officeDocument/2006/relationships/image" Target="../media/image20.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Layout" Target="../slideLayouts/slideLayout7.xml"/><Relationship Id="rId11" Type="http://schemas.openxmlformats.org/officeDocument/2006/relationships/image" Target="../media/image19.svg"/><Relationship Id="rId5" Type="http://schemas.openxmlformats.org/officeDocument/2006/relationships/tags" Target="../tags/tag37.xml"/><Relationship Id="rId15" Type="http://schemas.openxmlformats.org/officeDocument/2006/relationships/image" Target="../media/image11.svg"/><Relationship Id="rId10" Type="http://schemas.openxmlformats.org/officeDocument/2006/relationships/image" Target="../media/image18.png"/><Relationship Id="rId4" Type="http://schemas.openxmlformats.org/officeDocument/2006/relationships/tags" Target="../tags/tag36.xml"/><Relationship Id="rId9" Type="http://schemas.openxmlformats.org/officeDocument/2006/relationships/image" Target="../media/image17.svg"/><Relationship Id="rId1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image" Target="../media/image23.svg"/><Relationship Id="rId18" Type="http://schemas.openxmlformats.org/officeDocument/2006/relationships/image" Target="../media/image28.png"/><Relationship Id="rId3" Type="http://schemas.openxmlformats.org/officeDocument/2006/relationships/tags" Target="../tags/tag40.xml"/><Relationship Id="rId21" Type="http://schemas.openxmlformats.org/officeDocument/2006/relationships/image" Target="../media/image31.svg"/><Relationship Id="rId7" Type="http://schemas.openxmlformats.org/officeDocument/2006/relationships/tags" Target="../tags/tag44.xml"/><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tags" Target="../tags/tag39.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notesSlide" Target="../notesSlides/notesSlide5.xml"/><Relationship Id="rId5" Type="http://schemas.openxmlformats.org/officeDocument/2006/relationships/tags" Target="../tags/tag42.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29.svg"/><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49.xml"/><Relationship Id="rId7" Type="http://schemas.openxmlformats.org/officeDocument/2006/relationships/image" Target="../media/image32.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notesSlide" Target="../notesSlides/notesSlide6.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50.xml"/><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image" Target="../media/image23.svg"/><Relationship Id="rId18" Type="http://schemas.openxmlformats.org/officeDocument/2006/relationships/image" Target="../media/image28.png"/><Relationship Id="rId3" Type="http://schemas.openxmlformats.org/officeDocument/2006/relationships/tags" Target="../tags/tag53.xml"/><Relationship Id="rId21" Type="http://schemas.openxmlformats.org/officeDocument/2006/relationships/image" Target="../media/image35.svg"/><Relationship Id="rId7" Type="http://schemas.openxmlformats.org/officeDocument/2006/relationships/tags" Target="../tags/tag57.xml"/><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tags" Target="../tags/tag52.xml"/><Relationship Id="rId16" Type="http://schemas.openxmlformats.org/officeDocument/2006/relationships/image" Target="../media/image26.png"/><Relationship Id="rId20" Type="http://schemas.openxmlformats.org/officeDocument/2006/relationships/image" Target="../media/image34.png"/><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notesSlide" Target="../notesSlides/notesSlide7.xml"/><Relationship Id="rId5" Type="http://schemas.openxmlformats.org/officeDocument/2006/relationships/tags" Target="../tags/tag55.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29.svg"/><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62.xml"/><Relationship Id="rId7" Type="http://schemas.openxmlformats.org/officeDocument/2006/relationships/image" Target="../media/image32.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notesSlide" Target="../notesSlides/notesSlide8.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63.xml"/><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37.svg"/><Relationship Id="rId18" Type="http://schemas.openxmlformats.org/officeDocument/2006/relationships/image" Target="../media/image38.png"/><Relationship Id="rId3" Type="http://schemas.openxmlformats.org/officeDocument/2006/relationships/tags" Target="../tags/tag66.xml"/><Relationship Id="rId21" Type="http://schemas.openxmlformats.org/officeDocument/2006/relationships/image" Target="../media/image41.svg"/><Relationship Id="rId7" Type="http://schemas.openxmlformats.org/officeDocument/2006/relationships/tags" Target="../tags/tag70.xml"/><Relationship Id="rId12" Type="http://schemas.openxmlformats.org/officeDocument/2006/relationships/image" Target="../media/image36.png"/><Relationship Id="rId17" Type="http://schemas.openxmlformats.org/officeDocument/2006/relationships/image" Target="../media/image27.svg"/><Relationship Id="rId2" Type="http://schemas.openxmlformats.org/officeDocument/2006/relationships/tags" Target="../tags/tag65.xml"/><Relationship Id="rId16" Type="http://schemas.openxmlformats.org/officeDocument/2006/relationships/image" Target="../media/image26.png"/><Relationship Id="rId20" Type="http://schemas.openxmlformats.org/officeDocument/2006/relationships/image" Target="../media/image40.png"/><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notesSlide" Target="../notesSlides/notesSlide9.xml"/><Relationship Id="rId5" Type="http://schemas.openxmlformats.org/officeDocument/2006/relationships/tags" Target="../tags/tag68.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39.svg"/><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75.xml"/><Relationship Id="rId7" Type="http://schemas.openxmlformats.org/officeDocument/2006/relationships/image" Target="../media/image32.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notesSlide" Target="../notesSlides/notesSlide10.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76.xml"/><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image" Target="../media/image24.png"/><Relationship Id="rId18" Type="http://schemas.openxmlformats.org/officeDocument/2006/relationships/image" Target="../media/image47.svg"/><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image" Target="../media/image43.svg"/><Relationship Id="rId17" Type="http://schemas.openxmlformats.org/officeDocument/2006/relationships/image" Target="../media/image46.png"/><Relationship Id="rId2" Type="http://schemas.openxmlformats.org/officeDocument/2006/relationships/tags" Target="../tags/tag78.xml"/><Relationship Id="rId16" Type="http://schemas.openxmlformats.org/officeDocument/2006/relationships/image" Target="../media/image45.svg"/><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image" Target="../media/image42.png"/><Relationship Id="rId5" Type="http://schemas.openxmlformats.org/officeDocument/2006/relationships/tags" Target="../tags/tag81.xml"/><Relationship Id="rId15" Type="http://schemas.openxmlformats.org/officeDocument/2006/relationships/image" Target="../media/image44.png"/><Relationship Id="rId10" Type="http://schemas.openxmlformats.org/officeDocument/2006/relationships/notesSlide" Target="../notesSlides/notesSlide11.xml"/><Relationship Id="rId4" Type="http://schemas.openxmlformats.org/officeDocument/2006/relationships/tags" Target="../tags/tag80.xml"/><Relationship Id="rId9" Type="http://schemas.openxmlformats.org/officeDocument/2006/relationships/slideLayout" Target="../slideLayouts/slideLayout7.xml"/><Relationship Id="rId14" Type="http://schemas.openxmlformats.org/officeDocument/2006/relationships/image" Target="../media/image25.svg"/></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87.xml"/><Relationship Id="rId7" Type="http://schemas.openxmlformats.org/officeDocument/2006/relationships/image" Target="../media/image32.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12.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88.xml"/><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media/image43.svg"/><Relationship Id="rId18" Type="http://schemas.openxmlformats.org/officeDocument/2006/relationships/image" Target="../media/image46.png"/><Relationship Id="rId3" Type="http://schemas.openxmlformats.org/officeDocument/2006/relationships/tags" Target="../tags/tag91.xml"/><Relationship Id="rId21" Type="http://schemas.openxmlformats.org/officeDocument/2006/relationships/image" Target="../media/image51.svg"/><Relationship Id="rId7" Type="http://schemas.openxmlformats.org/officeDocument/2006/relationships/tags" Target="../tags/tag95.xml"/><Relationship Id="rId12" Type="http://schemas.openxmlformats.org/officeDocument/2006/relationships/image" Target="../media/image42.png"/><Relationship Id="rId17" Type="http://schemas.openxmlformats.org/officeDocument/2006/relationships/image" Target="../media/image49.svg"/><Relationship Id="rId2" Type="http://schemas.openxmlformats.org/officeDocument/2006/relationships/tags" Target="../tags/tag90.xml"/><Relationship Id="rId16" Type="http://schemas.openxmlformats.org/officeDocument/2006/relationships/image" Target="../media/image48.png"/><Relationship Id="rId20" Type="http://schemas.openxmlformats.org/officeDocument/2006/relationships/image" Target="../media/image50.png"/><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notesSlide" Target="../notesSlides/notesSlide13.xml"/><Relationship Id="rId5" Type="http://schemas.openxmlformats.org/officeDocument/2006/relationships/tags" Target="../tags/tag93.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47.svg"/><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00.xml"/><Relationship Id="rId7" Type="http://schemas.openxmlformats.org/officeDocument/2006/relationships/image" Target="../media/image32.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notesSlide" Target="../notesSlides/notesSlide14.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01.xml"/><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image" Target="../media/image24.png"/><Relationship Id="rId18" Type="http://schemas.openxmlformats.org/officeDocument/2006/relationships/image" Target="../media/image55.svg"/><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53.svg"/><Relationship Id="rId17" Type="http://schemas.openxmlformats.org/officeDocument/2006/relationships/image" Target="../media/image54.png"/><Relationship Id="rId2" Type="http://schemas.openxmlformats.org/officeDocument/2006/relationships/tags" Target="../tags/tag103.xml"/><Relationship Id="rId16" Type="http://schemas.openxmlformats.org/officeDocument/2006/relationships/image" Target="../media/image27.svg"/><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52.png"/><Relationship Id="rId5" Type="http://schemas.openxmlformats.org/officeDocument/2006/relationships/tags" Target="../tags/tag106.xml"/><Relationship Id="rId15" Type="http://schemas.openxmlformats.org/officeDocument/2006/relationships/image" Target="../media/image26.png"/><Relationship Id="rId10" Type="http://schemas.openxmlformats.org/officeDocument/2006/relationships/notesSlide" Target="../notesSlides/notesSlide15.xml"/><Relationship Id="rId4" Type="http://schemas.openxmlformats.org/officeDocument/2006/relationships/tags" Target="../tags/tag105.xml"/><Relationship Id="rId9" Type="http://schemas.openxmlformats.org/officeDocument/2006/relationships/slideLayout" Target="../slideLayouts/slideLayout7.xml"/><Relationship Id="rId14" Type="http://schemas.openxmlformats.org/officeDocument/2006/relationships/image" Target="../media/image25.svg"/></Relationships>
</file>

<file path=ppt/slides/_rels/slide1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12.xml"/><Relationship Id="rId7" Type="http://schemas.openxmlformats.org/officeDocument/2006/relationships/image" Target="../media/image32.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notesSlide" Target="../notesSlides/notesSlide16.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13.xml"/><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57.svg"/><Relationship Id="rId18" Type="http://schemas.openxmlformats.org/officeDocument/2006/relationships/image" Target="../media/image28.png"/><Relationship Id="rId3" Type="http://schemas.openxmlformats.org/officeDocument/2006/relationships/tags" Target="../tags/tag116.xml"/><Relationship Id="rId21" Type="http://schemas.openxmlformats.org/officeDocument/2006/relationships/image" Target="../media/image59.svg"/><Relationship Id="rId7" Type="http://schemas.openxmlformats.org/officeDocument/2006/relationships/tags" Target="../tags/tag120.xml"/><Relationship Id="rId12" Type="http://schemas.openxmlformats.org/officeDocument/2006/relationships/image" Target="../media/image56.png"/><Relationship Id="rId17" Type="http://schemas.openxmlformats.org/officeDocument/2006/relationships/image" Target="../media/image49.svg"/><Relationship Id="rId2" Type="http://schemas.openxmlformats.org/officeDocument/2006/relationships/tags" Target="../tags/tag115.xml"/><Relationship Id="rId16" Type="http://schemas.openxmlformats.org/officeDocument/2006/relationships/image" Target="../media/image48.png"/><Relationship Id="rId20" Type="http://schemas.openxmlformats.org/officeDocument/2006/relationships/image" Target="../media/image58.png"/><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notesSlide" Target="../notesSlides/notesSlide17.xml"/><Relationship Id="rId5" Type="http://schemas.openxmlformats.org/officeDocument/2006/relationships/tags" Target="../tags/tag118.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29.svg"/><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25.xml"/><Relationship Id="rId7" Type="http://schemas.openxmlformats.org/officeDocument/2006/relationships/image" Target="../media/image32.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notesSlide" Target="../notesSlides/notesSlide18.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26.xml"/><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image" Target="../media/image24.png"/><Relationship Id="rId18" Type="http://schemas.openxmlformats.org/officeDocument/2006/relationships/image" Target="../media/image55.svg"/><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image" Target="../media/image53.svg"/><Relationship Id="rId17" Type="http://schemas.openxmlformats.org/officeDocument/2006/relationships/image" Target="../media/image54.png"/><Relationship Id="rId2" Type="http://schemas.openxmlformats.org/officeDocument/2006/relationships/tags" Target="../tags/tag128.xml"/><Relationship Id="rId16" Type="http://schemas.openxmlformats.org/officeDocument/2006/relationships/image" Target="../media/image27.svg"/><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image" Target="../media/image52.png"/><Relationship Id="rId5" Type="http://schemas.openxmlformats.org/officeDocument/2006/relationships/tags" Target="../tags/tag131.xml"/><Relationship Id="rId15" Type="http://schemas.openxmlformats.org/officeDocument/2006/relationships/image" Target="../media/image26.png"/><Relationship Id="rId10" Type="http://schemas.openxmlformats.org/officeDocument/2006/relationships/notesSlide" Target="../notesSlides/notesSlide19.xml"/><Relationship Id="rId4" Type="http://schemas.openxmlformats.org/officeDocument/2006/relationships/tags" Target="../tags/tag130.xml"/><Relationship Id="rId9" Type="http://schemas.openxmlformats.org/officeDocument/2006/relationships/slideLayout" Target="../slideLayouts/slideLayout7.xml"/><Relationship Id="rId14" Type="http://schemas.openxmlformats.org/officeDocument/2006/relationships/image" Target="../media/image25.svg"/></Relationships>
</file>

<file path=ppt/slides/_rels/slide2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37.xml"/><Relationship Id="rId7" Type="http://schemas.openxmlformats.org/officeDocument/2006/relationships/image" Target="../media/image32.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notesSlide" Target="../notesSlides/notesSlide20.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38.xml"/><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43.svg"/><Relationship Id="rId18" Type="http://schemas.openxmlformats.org/officeDocument/2006/relationships/image" Target="../media/image46.png"/><Relationship Id="rId3" Type="http://schemas.openxmlformats.org/officeDocument/2006/relationships/tags" Target="../tags/tag141.xml"/><Relationship Id="rId21" Type="http://schemas.openxmlformats.org/officeDocument/2006/relationships/image" Target="../media/image61.svg"/><Relationship Id="rId7" Type="http://schemas.openxmlformats.org/officeDocument/2006/relationships/tags" Target="../tags/tag145.xml"/><Relationship Id="rId12" Type="http://schemas.openxmlformats.org/officeDocument/2006/relationships/image" Target="../media/image42.png"/><Relationship Id="rId17" Type="http://schemas.openxmlformats.org/officeDocument/2006/relationships/image" Target="../media/image45.svg"/><Relationship Id="rId2" Type="http://schemas.openxmlformats.org/officeDocument/2006/relationships/tags" Target="../tags/tag140.xml"/><Relationship Id="rId16" Type="http://schemas.openxmlformats.org/officeDocument/2006/relationships/image" Target="../media/image44.png"/><Relationship Id="rId20" Type="http://schemas.openxmlformats.org/officeDocument/2006/relationships/image" Target="../media/image60.png"/><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notesSlide" Target="../notesSlides/notesSlide21.xml"/><Relationship Id="rId5" Type="http://schemas.openxmlformats.org/officeDocument/2006/relationships/tags" Target="../tags/tag143.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47.svg"/><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image" Target="../media/image24.png"/></Relationships>
</file>

<file path=ppt/slides/_rels/slide2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50.xml"/><Relationship Id="rId7" Type="http://schemas.openxmlformats.org/officeDocument/2006/relationships/image" Target="../media/image32.png"/><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notesSlide" Target="../notesSlides/notesSlide22.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51.xml"/><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5.svg"/><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image" Target="../media/image24.png"/><Relationship Id="rId17" Type="http://schemas.openxmlformats.org/officeDocument/2006/relationships/image" Target="../media/image29.svg"/><Relationship Id="rId2" Type="http://schemas.openxmlformats.org/officeDocument/2006/relationships/tags" Target="../tags/tag153.xml"/><Relationship Id="rId16" Type="http://schemas.openxmlformats.org/officeDocument/2006/relationships/image" Target="../media/image28.png"/><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image" Target="../media/image23.svg"/><Relationship Id="rId5" Type="http://schemas.openxmlformats.org/officeDocument/2006/relationships/tags" Target="../tags/tag156.xml"/><Relationship Id="rId1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tags" Target="../tags/tag155.xml"/><Relationship Id="rId9" Type="http://schemas.openxmlformats.org/officeDocument/2006/relationships/notesSlide" Target="../notesSlides/notesSlide23.xml"/><Relationship Id="rId14"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61.xml"/><Relationship Id="rId7" Type="http://schemas.openxmlformats.org/officeDocument/2006/relationships/image" Target="../media/image32.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notesSlide" Target="../notesSlides/notesSlide24.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62.xml"/><Relationship Id="rId9"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image" Target="../media/image57.svg"/><Relationship Id="rId17" Type="http://schemas.openxmlformats.org/officeDocument/2006/relationships/image" Target="../media/image28.png"/><Relationship Id="rId2" Type="http://schemas.openxmlformats.org/officeDocument/2006/relationships/tags" Target="../tags/tag164.xml"/><Relationship Id="rId16" Type="http://schemas.openxmlformats.org/officeDocument/2006/relationships/image" Target="../media/image49.svg"/><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image" Target="../media/image56.png"/><Relationship Id="rId5" Type="http://schemas.openxmlformats.org/officeDocument/2006/relationships/tags" Target="../tags/tag167.xml"/><Relationship Id="rId15" Type="http://schemas.openxmlformats.org/officeDocument/2006/relationships/image" Target="../media/image48.png"/><Relationship Id="rId10" Type="http://schemas.openxmlformats.org/officeDocument/2006/relationships/notesSlide" Target="../notesSlides/notesSlide25.xml"/><Relationship Id="rId4" Type="http://schemas.openxmlformats.org/officeDocument/2006/relationships/tags" Target="../tags/tag166.xml"/><Relationship Id="rId9" Type="http://schemas.openxmlformats.org/officeDocument/2006/relationships/slideLayout" Target="../slideLayouts/slideLayout7.xml"/><Relationship Id="rId14" Type="http://schemas.openxmlformats.org/officeDocument/2006/relationships/image" Target="../media/image25.svg"/></Relationships>
</file>

<file path=ppt/slides/_rels/slide2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73.xml"/><Relationship Id="rId7" Type="http://schemas.openxmlformats.org/officeDocument/2006/relationships/image" Target="../media/image32.png"/><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notesSlide" Target="../notesSlides/notesSlide26.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74.xml"/><Relationship Id="rId9" Type="http://schemas.openxmlformats.org/officeDocument/2006/relationships/image" Target="../media/image24.png"/></Relationships>
</file>

<file path=ppt/slides/_rels/slide27.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image" Target="../media/image24.png"/><Relationship Id="rId18" Type="http://schemas.openxmlformats.org/officeDocument/2006/relationships/image" Target="../media/image47.svg"/><Relationship Id="rId3" Type="http://schemas.openxmlformats.org/officeDocument/2006/relationships/tags" Target="../tags/tag177.xml"/><Relationship Id="rId7" Type="http://schemas.openxmlformats.org/officeDocument/2006/relationships/tags" Target="../tags/tag181.xml"/><Relationship Id="rId12" Type="http://schemas.openxmlformats.org/officeDocument/2006/relationships/image" Target="../media/image43.svg"/><Relationship Id="rId17" Type="http://schemas.openxmlformats.org/officeDocument/2006/relationships/image" Target="../media/image46.png"/><Relationship Id="rId2" Type="http://schemas.openxmlformats.org/officeDocument/2006/relationships/tags" Target="../tags/tag176.xml"/><Relationship Id="rId16" Type="http://schemas.openxmlformats.org/officeDocument/2006/relationships/image" Target="../media/image45.svg"/><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image" Target="../media/image42.png"/><Relationship Id="rId5" Type="http://schemas.openxmlformats.org/officeDocument/2006/relationships/tags" Target="../tags/tag179.xml"/><Relationship Id="rId15" Type="http://schemas.openxmlformats.org/officeDocument/2006/relationships/image" Target="../media/image44.png"/><Relationship Id="rId10" Type="http://schemas.openxmlformats.org/officeDocument/2006/relationships/notesSlide" Target="../notesSlides/notesSlide27.xml"/><Relationship Id="rId4" Type="http://schemas.openxmlformats.org/officeDocument/2006/relationships/tags" Target="../tags/tag178.xml"/><Relationship Id="rId9" Type="http://schemas.openxmlformats.org/officeDocument/2006/relationships/slideLayout" Target="../slideLayouts/slideLayout7.xml"/><Relationship Id="rId14" Type="http://schemas.openxmlformats.org/officeDocument/2006/relationships/image" Target="../media/image25.svg"/></Relationships>
</file>

<file path=ppt/slides/_rels/slide2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85.xml"/><Relationship Id="rId7" Type="http://schemas.openxmlformats.org/officeDocument/2006/relationships/image" Target="../media/image32.png"/><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notesSlide" Target="../notesSlides/notesSlide28.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86.xml"/><Relationship Id="rId9" Type="http://schemas.openxmlformats.org/officeDocument/2006/relationships/image" Target="../media/image24.png"/></Relationships>
</file>

<file path=ppt/slides/_rels/slide29.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image" Target="../media/image57.svg"/><Relationship Id="rId18" Type="http://schemas.openxmlformats.org/officeDocument/2006/relationships/image" Target="../media/image28.png"/><Relationship Id="rId3" Type="http://schemas.openxmlformats.org/officeDocument/2006/relationships/tags" Target="../tags/tag189.xml"/><Relationship Id="rId21" Type="http://schemas.openxmlformats.org/officeDocument/2006/relationships/image" Target="../media/image63.svg"/><Relationship Id="rId7" Type="http://schemas.openxmlformats.org/officeDocument/2006/relationships/tags" Target="../tags/tag193.xml"/><Relationship Id="rId12" Type="http://schemas.openxmlformats.org/officeDocument/2006/relationships/image" Target="../media/image56.png"/><Relationship Id="rId17" Type="http://schemas.openxmlformats.org/officeDocument/2006/relationships/image" Target="../media/image49.svg"/><Relationship Id="rId2" Type="http://schemas.openxmlformats.org/officeDocument/2006/relationships/tags" Target="../tags/tag188.xml"/><Relationship Id="rId16" Type="http://schemas.openxmlformats.org/officeDocument/2006/relationships/image" Target="../media/image48.png"/><Relationship Id="rId20" Type="http://schemas.openxmlformats.org/officeDocument/2006/relationships/image" Target="../media/image62.png"/><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notesSlide" Target="../notesSlides/notesSlide29.xml"/><Relationship Id="rId5" Type="http://schemas.openxmlformats.org/officeDocument/2006/relationships/tags" Target="../tags/tag191.xml"/><Relationship Id="rId15" Type="http://schemas.openxmlformats.org/officeDocument/2006/relationships/image" Target="../media/image25.svg"/><Relationship Id="rId10" Type="http://schemas.openxmlformats.org/officeDocument/2006/relationships/slideLayout" Target="../slideLayouts/slideLayout7.xml"/><Relationship Id="rId19" Type="http://schemas.openxmlformats.org/officeDocument/2006/relationships/image" Target="../media/image29.svg"/><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198.xml"/><Relationship Id="rId7" Type="http://schemas.openxmlformats.org/officeDocument/2006/relationships/image" Target="../media/image32.png"/><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notesSlide" Target="../notesSlides/notesSlide30.xml"/><Relationship Id="rId5" Type="http://schemas.openxmlformats.org/officeDocument/2006/relationships/slideLayout" Target="../slideLayouts/slideLayout7.xml"/><Relationship Id="rId10" Type="http://schemas.openxmlformats.org/officeDocument/2006/relationships/image" Target="../media/image25.svg"/><Relationship Id="rId4" Type="http://schemas.openxmlformats.org/officeDocument/2006/relationships/tags" Target="../tags/tag199.xml"/><Relationship Id="rId9" Type="http://schemas.openxmlformats.org/officeDocument/2006/relationships/image" Target="../media/image24.png"/></Relationships>
</file>

<file path=ppt/slides/_rels/slide31.xml.rels><?xml version="1.0" encoding="UTF-8" standalone="yes"?>
<Relationships xmlns="http://schemas.openxmlformats.org/package/2006/relationships"><Relationship Id="rId8" Type="http://schemas.openxmlformats.org/officeDocument/2006/relationships/tags" Target="../tags/tag207.xml"/><Relationship Id="rId13" Type="http://schemas.openxmlformats.org/officeDocument/2006/relationships/image" Target="../media/image19.svg"/><Relationship Id="rId18" Type="http://schemas.openxmlformats.org/officeDocument/2006/relationships/image" Target="../media/image10.png"/><Relationship Id="rId3" Type="http://schemas.openxmlformats.org/officeDocument/2006/relationships/tags" Target="../tags/tag202.xml"/><Relationship Id="rId21" Type="http://schemas.openxmlformats.org/officeDocument/2006/relationships/image" Target="../media/image69.svg"/><Relationship Id="rId7" Type="http://schemas.openxmlformats.org/officeDocument/2006/relationships/tags" Target="../tags/tag206.xml"/><Relationship Id="rId12" Type="http://schemas.openxmlformats.org/officeDocument/2006/relationships/image" Target="../media/image18.png"/><Relationship Id="rId17" Type="http://schemas.openxmlformats.org/officeDocument/2006/relationships/image" Target="../media/image67.svg"/><Relationship Id="rId2" Type="http://schemas.openxmlformats.org/officeDocument/2006/relationships/tags" Target="../tags/tag201.xml"/><Relationship Id="rId16" Type="http://schemas.openxmlformats.org/officeDocument/2006/relationships/image" Target="../media/image66.png"/><Relationship Id="rId20" Type="http://schemas.openxmlformats.org/officeDocument/2006/relationships/image" Target="../media/image68.png"/><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notesSlide" Target="../notesSlides/notesSlide31.xml"/><Relationship Id="rId5" Type="http://schemas.openxmlformats.org/officeDocument/2006/relationships/tags" Target="../tags/tag204.xml"/><Relationship Id="rId15" Type="http://schemas.openxmlformats.org/officeDocument/2006/relationships/image" Target="../media/image65.svg"/><Relationship Id="rId23" Type="http://schemas.openxmlformats.org/officeDocument/2006/relationships/image" Target="../media/image71.svg"/><Relationship Id="rId10" Type="http://schemas.openxmlformats.org/officeDocument/2006/relationships/slideLayout" Target="../slideLayouts/slideLayout7.xml"/><Relationship Id="rId19" Type="http://schemas.openxmlformats.org/officeDocument/2006/relationships/image" Target="../media/image11.svg"/><Relationship Id="rId4" Type="http://schemas.openxmlformats.org/officeDocument/2006/relationships/tags" Target="../tags/tag203.xml"/><Relationship Id="rId9" Type="http://schemas.openxmlformats.org/officeDocument/2006/relationships/tags" Target="../tags/tag208.xml"/><Relationship Id="rId14" Type="http://schemas.openxmlformats.org/officeDocument/2006/relationships/image" Target="../media/image64.png"/><Relationship Id="rId22"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7DE"/>
        </a:solidFill>
        <a:effectLst/>
      </p:bgPr>
    </p:bg>
    <p:spTree>
      <p:nvGrpSpPr>
        <p:cNvPr id="1" name=""/>
        <p:cNvGrpSpPr/>
        <p:nvPr/>
      </p:nvGrpSpPr>
      <p:grpSpPr>
        <a:xfrm>
          <a:off x="0" y="0"/>
          <a:ext cx="0" cy="0"/>
          <a:chOff x="0" y="0"/>
          <a:chExt cx="0" cy="0"/>
        </a:xfrm>
      </p:grpSpPr>
      <p:sp>
        <p:nvSpPr>
          <p:cNvPr id="2" name="Freeform 2"/>
          <p:cNvSpPr/>
          <p:nvPr>
            <p:custDataLst>
              <p:tags r:id="rId1"/>
            </p:custDataLst>
          </p:nvPr>
        </p:nvSpPr>
        <p:spPr>
          <a:xfrm>
            <a:off x="1028700" y="1123950"/>
            <a:ext cx="4888933" cy="4888933"/>
          </a:xfrm>
          <a:custGeom>
            <a:avLst/>
            <a:gdLst/>
            <a:ahLst/>
            <a:cxnLst/>
            <a:rect l="l" t="t" r="r" b="b"/>
            <a:pathLst>
              <a:path w="4888933" h="4888933">
                <a:moveTo>
                  <a:pt x="0" y="0"/>
                </a:moveTo>
                <a:lnTo>
                  <a:pt x="4888933" y="0"/>
                </a:lnTo>
                <a:lnTo>
                  <a:pt x="4888933" y="4888933"/>
                </a:lnTo>
                <a:lnTo>
                  <a:pt x="0" y="488893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CA"/>
          </a:p>
        </p:txBody>
      </p:sp>
      <p:sp>
        <p:nvSpPr>
          <p:cNvPr id="3" name="TextBox 3"/>
          <p:cNvSpPr txBox="1"/>
          <p:nvPr>
            <p:custDataLst>
              <p:tags r:id="rId2"/>
            </p:custDataLst>
          </p:nvPr>
        </p:nvSpPr>
        <p:spPr>
          <a:xfrm rot="21192735">
            <a:off x="709083" y="762604"/>
            <a:ext cx="11301570" cy="7171194"/>
          </a:xfrm>
          <a:prstGeom prst="rect">
            <a:avLst/>
          </a:prstGeom>
        </p:spPr>
        <p:txBody>
          <a:bodyPr wrap="square" lIns="0" tIns="0" rIns="0" bIns="0" rtlCol="0" anchor="t">
            <a:spAutoFit/>
          </a:bodyPr>
          <a:lstStyle/>
          <a:p>
            <a:r>
              <a:rPr lang="en-US" sz="23300" spc="-559" dirty="0" err="1">
                <a:solidFill>
                  <a:srgbClr val="173359"/>
                </a:solidFill>
                <a:latin typeface="Bobby Jones Soft"/>
                <a:ea typeface="Bobby Jones Soft"/>
                <a:cs typeface="Bobby Jones Soft"/>
                <a:sym typeface="Bobby Jones Soft"/>
              </a:rPr>
              <a:t>Mythe</a:t>
            </a:r>
            <a:endParaRPr lang="en-US" sz="23300" spc="-559" dirty="0">
              <a:solidFill>
                <a:srgbClr val="173359"/>
              </a:solidFill>
              <a:latin typeface="Bobby Jones Soft"/>
              <a:ea typeface="Bobby Jones Soft"/>
              <a:cs typeface="Bobby Jones Soft"/>
              <a:sym typeface="Bobby Jones Soft"/>
            </a:endParaRPr>
          </a:p>
          <a:p>
            <a:pPr algn="ctr"/>
            <a:r>
              <a:rPr lang="en-US" sz="23300" spc="-559" dirty="0">
                <a:solidFill>
                  <a:srgbClr val="173359"/>
                </a:solidFill>
                <a:latin typeface="Bobby Jones Soft"/>
                <a:ea typeface="Bobby Jones Soft"/>
                <a:cs typeface="Bobby Jones Soft"/>
                <a:sym typeface="Bobby Jones Soft"/>
              </a:rPr>
              <a:t>  </a:t>
            </a:r>
            <a:r>
              <a:rPr lang="en-US" sz="23300" spc="-559" dirty="0" err="1">
                <a:solidFill>
                  <a:srgbClr val="173359"/>
                </a:solidFill>
                <a:latin typeface="Bobby Jones Soft"/>
                <a:ea typeface="Bobby Jones Soft"/>
                <a:cs typeface="Bobby Jones Soft"/>
                <a:sym typeface="Bobby Jones Soft"/>
              </a:rPr>
              <a:t>réalité</a:t>
            </a:r>
            <a:endParaRPr lang="en-US" sz="23300" spc="-559" dirty="0">
              <a:solidFill>
                <a:srgbClr val="173359"/>
              </a:solidFill>
              <a:latin typeface="Bobby Jones Soft"/>
              <a:ea typeface="Bobby Jones Soft"/>
              <a:cs typeface="Bobby Jones Soft"/>
              <a:sym typeface="Bobby Jones Soft"/>
            </a:endParaRPr>
          </a:p>
        </p:txBody>
      </p:sp>
      <p:grpSp>
        <p:nvGrpSpPr>
          <p:cNvPr id="4" name="Group 4"/>
          <p:cNvGrpSpPr/>
          <p:nvPr>
            <p:custDataLst>
              <p:tags r:id="rId3"/>
            </p:custDataLst>
          </p:nvPr>
        </p:nvGrpSpPr>
        <p:grpSpPr>
          <a:xfrm>
            <a:off x="4153096" y="8093143"/>
            <a:ext cx="5194189" cy="968813"/>
            <a:chOff x="0" y="0"/>
            <a:chExt cx="1189498" cy="255161"/>
          </a:xfrm>
        </p:grpSpPr>
        <p:sp>
          <p:nvSpPr>
            <p:cNvPr id="5" name="Freeform 5"/>
            <p:cNvSpPr/>
            <p:nvPr/>
          </p:nvSpPr>
          <p:spPr>
            <a:xfrm>
              <a:off x="0" y="0"/>
              <a:ext cx="1189498" cy="255161"/>
            </a:xfrm>
            <a:custGeom>
              <a:avLst/>
              <a:gdLst/>
              <a:ahLst/>
              <a:cxnLst/>
              <a:rect l="l" t="t" r="r" b="b"/>
              <a:pathLst>
                <a:path w="1189498" h="255161">
                  <a:moveTo>
                    <a:pt x="127580" y="0"/>
                  </a:moveTo>
                  <a:lnTo>
                    <a:pt x="1061917" y="0"/>
                  </a:lnTo>
                  <a:cubicBezTo>
                    <a:pt x="1132378" y="0"/>
                    <a:pt x="1189498" y="57120"/>
                    <a:pt x="1189498" y="127580"/>
                  </a:cubicBezTo>
                  <a:lnTo>
                    <a:pt x="1189498" y="127580"/>
                  </a:lnTo>
                  <a:cubicBezTo>
                    <a:pt x="1189498" y="161417"/>
                    <a:pt x="1176056" y="193867"/>
                    <a:pt x="1152130" y="217793"/>
                  </a:cubicBezTo>
                  <a:cubicBezTo>
                    <a:pt x="1128204" y="241719"/>
                    <a:pt x="1095754" y="255161"/>
                    <a:pt x="1061917" y="255161"/>
                  </a:cubicBezTo>
                  <a:lnTo>
                    <a:pt x="127580" y="255161"/>
                  </a:lnTo>
                  <a:cubicBezTo>
                    <a:pt x="93744" y="255161"/>
                    <a:pt x="61293" y="241719"/>
                    <a:pt x="37367" y="217793"/>
                  </a:cubicBezTo>
                  <a:cubicBezTo>
                    <a:pt x="13441" y="193867"/>
                    <a:pt x="0" y="161417"/>
                    <a:pt x="0" y="127580"/>
                  </a:cubicBezTo>
                  <a:lnTo>
                    <a:pt x="0" y="127580"/>
                  </a:lnTo>
                  <a:cubicBezTo>
                    <a:pt x="0" y="93744"/>
                    <a:pt x="13441" y="61293"/>
                    <a:pt x="37367" y="37367"/>
                  </a:cubicBezTo>
                  <a:cubicBezTo>
                    <a:pt x="61293" y="13441"/>
                    <a:pt x="93744" y="0"/>
                    <a:pt x="127580" y="0"/>
                  </a:cubicBezTo>
                  <a:close/>
                </a:path>
              </a:pathLst>
            </a:custGeom>
            <a:solidFill>
              <a:srgbClr val="84D162"/>
            </a:solidFill>
            <a:ln cap="rnd">
              <a:noFill/>
              <a:prstDash val="solid"/>
              <a:round/>
            </a:ln>
          </p:spPr>
          <p:txBody>
            <a:bodyPr/>
            <a:lstStyle/>
            <a:p>
              <a:endParaRPr lang="fr-CA"/>
            </a:p>
          </p:txBody>
        </p:sp>
        <p:sp>
          <p:nvSpPr>
            <p:cNvPr id="6" name="TextBox 6"/>
            <p:cNvSpPr txBox="1"/>
            <p:nvPr/>
          </p:nvSpPr>
          <p:spPr>
            <a:xfrm>
              <a:off x="0" y="-38100"/>
              <a:ext cx="1189498" cy="29326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custDataLst>
              <p:tags r:id="rId4"/>
            </p:custDataLst>
          </p:nvPr>
        </p:nvSpPr>
        <p:spPr>
          <a:xfrm rot="-5690962" flipH="1" flipV="1">
            <a:off x="7959758" y="1362011"/>
            <a:ext cx="1435619" cy="1263345"/>
          </a:xfrm>
          <a:custGeom>
            <a:avLst/>
            <a:gdLst/>
            <a:ahLst/>
            <a:cxnLst/>
            <a:rect l="l" t="t" r="r" b="b"/>
            <a:pathLst>
              <a:path w="1435619" h="1263345">
                <a:moveTo>
                  <a:pt x="1435620" y="1263345"/>
                </a:moveTo>
                <a:lnTo>
                  <a:pt x="0" y="1263345"/>
                </a:lnTo>
                <a:lnTo>
                  <a:pt x="0" y="0"/>
                </a:lnTo>
                <a:lnTo>
                  <a:pt x="1435620" y="0"/>
                </a:lnTo>
                <a:lnTo>
                  <a:pt x="1435620" y="1263345"/>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10" name="Freeform 10"/>
          <p:cNvSpPr/>
          <p:nvPr>
            <p:custDataLst>
              <p:tags r:id="rId5"/>
            </p:custDataLst>
          </p:nvPr>
        </p:nvSpPr>
        <p:spPr>
          <a:xfrm rot="5585080" flipV="1">
            <a:off x="1094575" y="6067110"/>
            <a:ext cx="1435619" cy="1263345"/>
          </a:xfrm>
          <a:custGeom>
            <a:avLst/>
            <a:gdLst/>
            <a:ahLst/>
            <a:cxnLst/>
            <a:rect l="l" t="t" r="r" b="b"/>
            <a:pathLst>
              <a:path w="1435619" h="1263345">
                <a:moveTo>
                  <a:pt x="0" y="1263346"/>
                </a:moveTo>
                <a:lnTo>
                  <a:pt x="1435619" y="1263346"/>
                </a:lnTo>
                <a:lnTo>
                  <a:pt x="1435619" y="0"/>
                </a:lnTo>
                <a:lnTo>
                  <a:pt x="0" y="0"/>
                </a:lnTo>
                <a:lnTo>
                  <a:pt x="0" y="1263346"/>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11" name="TextBox 11"/>
          <p:cNvSpPr txBox="1"/>
          <p:nvPr>
            <p:custDataLst>
              <p:tags r:id="rId6"/>
            </p:custDataLst>
          </p:nvPr>
        </p:nvSpPr>
        <p:spPr>
          <a:xfrm>
            <a:off x="4684326" y="8352122"/>
            <a:ext cx="3985145" cy="448841"/>
          </a:xfrm>
          <a:prstGeom prst="rect">
            <a:avLst/>
          </a:prstGeom>
        </p:spPr>
        <p:txBody>
          <a:bodyPr wrap="square" lIns="0" tIns="0" rIns="0" bIns="0" rtlCol="0" anchor="t">
            <a:spAutoFit/>
          </a:bodyPr>
          <a:lstStyle/>
          <a:p>
            <a:pPr algn="ctr">
              <a:lnSpc>
                <a:spcPts val="3500"/>
              </a:lnSpc>
            </a:pPr>
            <a:r>
              <a:rPr lang="en-US" sz="3500" b="1">
                <a:solidFill>
                  <a:srgbClr val="173359"/>
                </a:solidFill>
                <a:latin typeface="Arimo Bold"/>
                <a:ea typeface="Arimo Bold"/>
                <a:cs typeface="Arimo Bold"/>
                <a:sym typeface="Arimo Bold"/>
              </a:rPr>
              <a:t>Jeu-questionnaire</a:t>
            </a:r>
          </a:p>
        </p:txBody>
      </p:sp>
      <p:sp>
        <p:nvSpPr>
          <p:cNvPr id="12" name="Freeform 3">
            <a:extLst>
              <a:ext uri="{FF2B5EF4-FFF2-40B4-BE49-F238E27FC236}">
                <a16:creationId xmlns:a16="http://schemas.microsoft.com/office/drawing/2014/main" id="{EB5F9F40-2482-FA75-D440-917517D32EE2}"/>
              </a:ext>
            </a:extLst>
          </p:cNvPr>
          <p:cNvSpPr/>
          <p:nvPr>
            <p:custDataLst>
              <p:tags r:id="rId7"/>
            </p:custDataLst>
          </p:nvPr>
        </p:nvSpPr>
        <p:spPr>
          <a:xfrm>
            <a:off x="10069333" y="4457700"/>
            <a:ext cx="7845372" cy="5629054"/>
          </a:xfrm>
          <a:custGeom>
            <a:avLst/>
            <a:gdLst/>
            <a:ahLst/>
            <a:cxnLst/>
            <a:rect l="l" t="t" r="r" b="b"/>
            <a:pathLst>
              <a:path w="7845372" h="5629054">
                <a:moveTo>
                  <a:pt x="0" y="0"/>
                </a:moveTo>
                <a:lnTo>
                  <a:pt x="7845371" y="0"/>
                </a:lnTo>
                <a:lnTo>
                  <a:pt x="7845371" y="5629054"/>
                </a:lnTo>
                <a:lnTo>
                  <a:pt x="0" y="5629054"/>
                </a:lnTo>
                <a:lnTo>
                  <a:pt x="0" y="0"/>
                </a:lnTo>
                <a:close/>
              </a:path>
            </a:pathLst>
          </a:custGeom>
          <a:blipFill>
            <a:blip r:embed="rId15"/>
            <a:stretch>
              <a:fillRect/>
            </a:stretch>
          </a:blipFill>
        </p:spPr>
        <p:txBody>
          <a:bodyPr/>
          <a:lstStyle/>
          <a:p>
            <a:endParaRPr lang="fr-CA"/>
          </a:p>
        </p:txBody>
      </p:sp>
      <p:sp>
        <p:nvSpPr>
          <p:cNvPr id="14" name="ZoneTexte 13">
            <a:extLst>
              <a:ext uri="{FF2B5EF4-FFF2-40B4-BE49-F238E27FC236}">
                <a16:creationId xmlns:a16="http://schemas.microsoft.com/office/drawing/2014/main" id="{E31E4190-750F-BC77-BE7F-C04440F3704D}"/>
              </a:ext>
            </a:extLst>
          </p:cNvPr>
          <p:cNvSpPr txBox="1"/>
          <p:nvPr>
            <p:custDataLst>
              <p:tags r:id="rId8"/>
            </p:custDataLst>
          </p:nvPr>
        </p:nvSpPr>
        <p:spPr>
          <a:xfrm rot="21228382">
            <a:off x="2425965" y="4072368"/>
            <a:ext cx="1191532" cy="1246495"/>
          </a:xfrm>
          <a:prstGeom prst="rect">
            <a:avLst/>
          </a:prstGeom>
          <a:noFill/>
        </p:spPr>
        <p:txBody>
          <a:bodyPr wrap="square">
            <a:spAutoFit/>
          </a:bodyPr>
          <a:lstStyle/>
          <a:p>
            <a:r>
              <a:rPr lang="en-US" sz="7500" spc="-559" err="1">
                <a:solidFill>
                  <a:srgbClr val="173359"/>
                </a:solidFill>
                <a:latin typeface="Bobby Jones Soft"/>
                <a:ea typeface="Bobby Jones Soft"/>
                <a:cs typeface="Bobby Jones Soft"/>
                <a:sym typeface="Bobby Jones Soft"/>
              </a:rPr>
              <a:t>ou</a:t>
            </a:r>
            <a:endParaRPr lang="fr-CA" sz="7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7DE"/>
        </a:solidFill>
        <a:effectLst/>
      </p:bgPr>
    </p:bg>
    <p:spTree>
      <p:nvGrpSpPr>
        <p:cNvPr id="1" name=""/>
        <p:cNvGrpSpPr/>
        <p:nvPr/>
      </p:nvGrpSpPr>
      <p:grpSpPr>
        <a:xfrm>
          <a:off x="0" y="0"/>
          <a:ext cx="0" cy="0"/>
          <a:chOff x="0" y="0"/>
          <a:chExt cx="0" cy="0"/>
        </a:xfrm>
      </p:grpSpPr>
      <p:grpSp>
        <p:nvGrpSpPr>
          <p:cNvPr id="4" name="Group 4"/>
          <p:cNvGrpSpPr/>
          <p:nvPr>
            <p:custDataLst>
              <p:tags r:id="rId1"/>
            </p:custDataLst>
          </p:nvPr>
        </p:nvGrpSpPr>
        <p:grpSpPr>
          <a:xfrm>
            <a:off x="4145738" y="5240161"/>
            <a:ext cx="10179861" cy="4453743"/>
            <a:chOff x="0" y="0"/>
            <a:chExt cx="2151572" cy="429274"/>
          </a:xfrm>
        </p:grpSpPr>
        <p:sp>
          <p:nvSpPr>
            <p:cNvPr id="5" name="Freeform 5"/>
            <p:cNvSpPr/>
            <p:nvPr/>
          </p:nvSpPr>
          <p:spPr>
            <a:xfrm>
              <a:off x="0" y="0"/>
              <a:ext cx="2151572" cy="429274"/>
            </a:xfrm>
            <a:custGeom>
              <a:avLst/>
              <a:gdLst/>
              <a:ahLst/>
              <a:cxnLst/>
              <a:rect l="l" t="t" r="r" b="b"/>
              <a:pathLst>
                <a:path w="2151572" h="429274">
                  <a:moveTo>
                    <a:pt x="85292" y="0"/>
                  </a:moveTo>
                  <a:lnTo>
                    <a:pt x="2066279" y="0"/>
                  </a:lnTo>
                  <a:cubicBezTo>
                    <a:pt x="2088900" y="0"/>
                    <a:pt x="2110595" y="8986"/>
                    <a:pt x="2126590" y="24981"/>
                  </a:cubicBezTo>
                  <a:cubicBezTo>
                    <a:pt x="2142585" y="40977"/>
                    <a:pt x="2151572" y="62671"/>
                    <a:pt x="2151572" y="85292"/>
                  </a:cubicBezTo>
                  <a:lnTo>
                    <a:pt x="2151572" y="343982"/>
                  </a:lnTo>
                  <a:cubicBezTo>
                    <a:pt x="2151572" y="366603"/>
                    <a:pt x="2142585" y="388298"/>
                    <a:pt x="2126590" y="404293"/>
                  </a:cubicBezTo>
                  <a:cubicBezTo>
                    <a:pt x="2110595" y="420288"/>
                    <a:pt x="2088900" y="429274"/>
                    <a:pt x="2066279" y="429274"/>
                  </a:cubicBezTo>
                  <a:lnTo>
                    <a:pt x="85292" y="429274"/>
                  </a:lnTo>
                  <a:cubicBezTo>
                    <a:pt x="62671" y="429274"/>
                    <a:pt x="40977" y="420288"/>
                    <a:pt x="24981" y="404293"/>
                  </a:cubicBezTo>
                  <a:cubicBezTo>
                    <a:pt x="8986" y="388298"/>
                    <a:pt x="0" y="366603"/>
                    <a:pt x="0" y="343982"/>
                  </a:cubicBezTo>
                  <a:lnTo>
                    <a:pt x="0" y="85292"/>
                  </a:lnTo>
                  <a:cubicBezTo>
                    <a:pt x="0" y="62671"/>
                    <a:pt x="8986" y="40977"/>
                    <a:pt x="24981" y="24981"/>
                  </a:cubicBezTo>
                  <a:cubicBezTo>
                    <a:pt x="40977" y="8986"/>
                    <a:pt x="62671" y="0"/>
                    <a:pt x="85292" y="0"/>
                  </a:cubicBezTo>
                  <a:close/>
                </a:path>
              </a:pathLst>
            </a:custGeom>
            <a:solidFill>
              <a:srgbClr val="D8CABD"/>
            </a:solidFill>
            <a:ln cap="rnd">
              <a:noFill/>
              <a:prstDash val="solid"/>
              <a:round/>
            </a:ln>
          </p:spPr>
          <p:txBody>
            <a:bodyPr/>
            <a:lstStyle/>
            <a:p>
              <a:endParaRPr lang="fr-CA"/>
            </a:p>
          </p:txBody>
        </p:sp>
        <p:sp>
          <p:nvSpPr>
            <p:cNvPr id="6" name="TextBox 6"/>
            <p:cNvSpPr txBox="1"/>
            <p:nvPr/>
          </p:nvSpPr>
          <p:spPr>
            <a:xfrm>
              <a:off x="0" y="-38100"/>
              <a:ext cx="2151572" cy="467374"/>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custDataLst>
              <p:tags r:id="rId2"/>
            </p:custDataLst>
          </p:nvPr>
        </p:nvGrpSpPr>
        <p:grpSpPr>
          <a:xfrm>
            <a:off x="3962401" y="5219700"/>
            <a:ext cx="10179860" cy="4317735"/>
            <a:chOff x="0" y="0"/>
            <a:chExt cx="2151572" cy="429274"/>
          </a:xfrm>
        </p:grpSpPr>
        <p:sp>
          <p:nvSpPr>
            <p:cNvPr id="8" name="Freeform 8"/>
            <p:cNvSpPr/>
            <p:nvPr/>
          </p:nvSpPr>
          <p:spPr>
            <a:xfrm>
              <a:off x="0" y="0"/>
              <a:ext cx="2151572" cy="429274"/>
            </a:xfrm>
            <a:custGeom>
              <a:avLst/>
              <a:gdLst/>
              <a:ahLst/>
              <a:cxnLst/>
              <a:rect l="l" t="t" r="r" b="b"/>
              <a:pathLst>
                <a:path w="2151572" h="429274">
                  <a:moveTo>
                    <a:pt x="85292" y="0"/>
                  </a:moveTo>
                  <a:lnTo>
                    <a:pt x="2066279" y="0"/>
                  </a:lnTo>
                  <a:cubicBezTo>
                    <a:pt x="2088900" y="0"/>
                    <a:pt x="2110595" y="8986"/>
                    <a:pt x="2126590" y="24981"/>
                  </a:cubicBezTo>
                  <a:cubicBezTo>
                    <a:pt x="2142585" y="40977"/>
                    <a:pt x="2151572" y="62671"/>
                    <a:pt x="2151572" y="85292"/>
                  </a:cubicBezTo>
                  <a:lnTo>
                    <a:pt x="2151572" y="343982"/>
                  </a:lnTo>
                  <a:cubicBezTo>
                    <a:pt x="2151572" y="366603"/>
                    <a:pt x="2142585" y="388298"/>
                    <a:pt x="2126590" y="404293"/>
                  </a:cubicBezTo>
                  <a:cubicBezTo>
                    <a:pt x="2110595" y="420288"/>
                    <a:pt x="2088900" y="429274"/>
                    <a:pt x="2066279" y="429274"/>
                  </a:cubicBezTo>
                  <a:lnTo>
                    <a:pt x="85292" y="429274"/>
                  </a:lnTo>
                  <a:cubicBezTo>
                    <a:pt x="62671" y="429274"/>
                    <a:pt x="40977" y="420288"/>
                    <a:pt x="24981" y="404293"/>
                  </a:cubicBezTo>
                  <a:cubicBezTo>
                    <a:pt x="8986" y="388298"/>
                    <a:pt x="0" y="366603"/>
                    <a:pt x="0" y="343982"/>
                  </a:cubicBezTo>
                  <a:lnTo>
                    <a:pt x="0" y="85292"/>
                  </a:lnTo>
                  <a:cubicBezTo>
                    <a:pt x="0" y="62671"/>
                    <a:pt x="8986" y="40977"/>
                    <a:pt x="24981" y="24981"/>
                  </a:cubicBezTo>
                  <a:cubicBezTo>
                    <a:pt x="40977" y="8986"/>
                    <a:pt x="62671" y="0"/>
                    <a:pt x="85292" y="0"/>
                  </a:cubicBezTo>
                  <a:close/>
                </a:path>
              </a:pathLst>
            </a:custGeom>
            <a:solidFill>
              <a:srgbClr val="5BBCFF"/>
            </a:solidFill>
            <a:ln cap="rnd">
              <a:noFill/>
              <a:prstDash val="solid"/>
              <a:round/>
            </a:ln>
          </p:spPr>
          <p:txBody>
            <a:bodyPr/>
            <a:lstStyle/>
            <a:p>
              <a:endParaRPr lang="fr-CA"/>
            </a:p>
          </p:txBody>
        </p:sp>
        <p:sp>
          <p:nvSpPr>
            <p:cNvPr id="9" name="TextBox 9"/>
            <p:cNvSpPr txBox="1"/>
            <p:nvPr/>
          </p:nvSpPr>
          <p:spPr>
            <a:xfrm>
              <a:off x="0" y="-38100"/>
              <a:ext cx="2151572" cy="467374"/>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custDataLst>
              <p:tags r:id="rId3"/>
            </p:custDataLst>
          </p:nvPr>
        </p:nvSpPr>
        <p:spPr>
          <a:xfrm>
            <a:off x="1355144" y="3106959"/>
            <a:ext cx="15577712" cy="1453668"/>
          </a:xfrm>
          <a:prstGeom prst="rect">
            <a:avLst/>
          </a:prstGeom>
        </p:spPr>
        <p:txBody>
          <a:bodyPr lIns="0" tIns="0" rIns="0" bIns="0" rtlCol="0" anchor="t">
            <a:spAutoFit/>
          </a:bodyPr>
          <a:lstStyle/>
          <a:p>
            <a:pPr algn="ctr">
              <a:lnSpc>
                <a:spcPts val="10800"/>
              </a:lnSpc>
            </a:pPr>
            <a:r>
              <a:rPr lang="en-US" sz="11000" err="1">
                <a:solidFill>
                  <a:srgbClr val="173359"/>
                </a:solidFill>
                <a:latin typeface="Bobby Jones Soft"/>
                <a:ea typeface="Bobby Jones Soft"/>
                <a:cs typeface="Bobby Jones Soft"/>
                <a:sym typeface="Bobby Jones Soft"/>
              </a:rPr>
              <a:t>Qu’est-ce</a:t>
            </a:r>
            <a:r>
              <a:rPr lang="en-US" sz="11000">
                <a:solidFill>
                  <a:srgbClr val="173359"/>
                </a:solidFill>
                <a:latin typeface="Bobby Jones Soft"/>
                <a:ea typeface="Bobby Jones Soft"/>
                <a:cs typeface="Bobby Jones Soft"/>
                <a:sym typeface="Bobby Jones Soft"/>
              </a:rPr>
              <a:t> </a:t>
            </a:r>
            <a:r>
              <a:rPr lang="en-US" sz="11000" err="1">
                <a:solidFill>
                  <a:srgbClr val="173359"/>
                </a:solidFill>
                <a:latin typeface="Bobby Jones Soft"/>
                <a:ea typeface="Bobby Jones Soft"/>
                <a:cs typeface="Bobby Jones Soft"/>
                <a:sym typeface="Bobby Jones Soft"/>
              </a:rPr>
              <a:t>qu’un</a:t>
            </a:r>
            <a:r>
              <a:rPr lang="en-US" sz="11000">
                <a:solidFill>
                  <a:srgbClr val="173359"/>
                </a:solidFill>
                <a:latin typeface="Bobby Jones Soft"/>
                <a:ea typeface="Bobby Jones Soft"/>
                <a:cs typeface="Bobby Jones Soft"/>
                <a:sym typeface="Bobby Jones Soft"/>
              </a:rPr>
              <a:t> </a:t>
            </a:r>
            <a:r>
              <a:rPr lang="en-US" sz="11000" err="1">
                <a:solidFill>
                  <a:srgbClr val="173359"/>
                </a:solidFill>
                <a:latin typeface="Bobby Jones Soft"/>
                <a:ea typeface="Bobby Jones Soft"/>
                <a:cs typeface="Bobby Jones Soft"/>
                <a:sym typeface="Bobby Jones Soft"/>
              </a:rPr>
              <a:t>préjugé</a:t>
            </a:r>
            <a:r>
              <a:rPr lang="en-US" sz="11000">
                <a:solidFill>
                  <a:srgbClr val="173359"/>
                </a:solidFill>
                <a:latin typeface="Bobby Jones Soft"/>
                <a:ea typeface="Bobby Jones Soft"/>
                <a:cs typeface="Bobby Jones Soft"/>
                <a:sym typeface="Bobby Jones Soft"/>
              </a:rPr>
              <a:t> ?</a:t>
            </a:r>
          </a:p>
        </p:txBody>
      </p:sp>
      <p:grpSp>
        <p:nvGrpSpPr>
          <p:cNvPr id="20" name="Group 5">
            <a:extLst>
              <a:ext uri="{FF2B5EF4-FFF2-40B4-BE49-F238E27FC236}">
                <a16:creationId xmlns:a16="http://schemas.microsoft.com/office/drawing/2014/main" id="{AA16B3E2-9EFF-4C65-0386-7451253F4B91}"/>
              </a:ext>
            </a:extLst>
          </p:cNvPr>
          <p:cNvGrpSpPr/>
          <p:nvPr>
            <p:custDataLst>
              <p:tags r:id="rId4"/>
            </p:custDataLst>
          </p:nvPr>
        </p:nvGrpSpPr>
        <p:grpSpPr>
          <a:xfrm>
            <a:off x="6727461" y="1385888"/>
            <a:ext cx="4665554" cy="909822"/>
            <a:chOff x="0" y="0"/>
            <a:chExt cx="1228788" cy="239624"/>
          </a:xfrm>
        </p:grpSpPr>
        <p:sp>
          <p:nvSpPr>
            <p:cNvPr id="21" name="Freeform 6">
              <a:extLst>
                <a:ext uri="{FF2B5EF4-FFF2-40B4-BE49-F238E27FC236}">
                  <a16:creationId xmlns:a16="http://schemas.microsoft.com/office/drawing/2014/main" id="{04D80535-F30C-A160-A527-1D57D9524A9C}"/>
                </a:ext>
              </a:extLst>
            </p:cNvPr>
            <p:cNvSpPr/>
            <p:nvPr/>
          </p:nvSpPr>
          <p:spPr>
            <a:xfrm>
              <a:off x="0" y="0"/>
              <a:ext cx="1228788" cy="239624"/>
            </a:xfrm>
            <a:custGeom>
              <a:avLst/>
              <a:gdLst/>
              <a:ahLst/>
              <a:cxnLst/>
              <a:rect l="l" t="t" r="r" b="b"/>
              <a:pathLst>
                <a:path w="1228788" h="239624">
                  <a:moveTo>
                    <a:pt x="119812" y="0"/>
                  </a:moveTo>
                  <a:lnTo>
                    <a:pt x="1108976" y="0"/>
                  </a:lnTo>
                  <a:cubicBezTo>
                    <a:pt x="1140752" y="0"/>
                    <a:pt x="1171227" y="12623"/>
                    <a:pt x="1193696" y="35092"/>
                  </a:cubicBezTo>
                  <a:cubicBezTo>
                    <a:pt x="1216165" y="57561"/>
                    <a:pt x="1228788" y="88036"/>
                    <a:pt x="1228788" y="119812"/>
                  </a:cubicBezTo>
                  <a:lnTo>
                    <a:pt x="1228788" y="119812"/>
                  </a:lnTo>
                  <a:cubicBezTo>
                    <a:pt x="1228788" y="151588"/>
                    <a:pt x="1216165" y="182063"/>
                    <a:pt x="1193696" y="204532"/>
                  </a:cubicBezTo>
                  <a:cubicBezTo>
                    <a:pt x="1171227" y="227001"/>
                    <a:pt x="1140752" y="239624"/>
                    <a:pt x="1108976"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84D162"/>
            </a:solidFill>
            <a:ln cap="rnd">
              <a:noFill/>
              <a:prstDash val="solid"/>
              <a:round/>
            </a:ln>
          </p:spPr>
          <p:txBody>
            <a:bodyPr/>
            <a:lstStyle/>
            <a:p>
              <a:endParaRPr lang="fr-CA"/>
            </a:p>
          </p:txBody>
        </p:sp>
        <p:sp>
          <p:nvSpPr>
            <p:cNvPr id="22" name="TextBox 7">
              <a:extLst>
                <a:ext uri="{FF2B5EF4-FFF2-40B4-BE49-F238E27FC236}">
                  <a16:creationId xmlns:a16="http://schemas.microsoft.com/office/drawing/2014/main" id="{08DD2BF4-5885-7E7D-A24E-70F6525C53CB}"/>
                </a:ext>
              </a:extLst>
            </p:cNvPr>
            <p:cNvSpPr txBox="1"/>
            <p:nvPr/>
          </p:nvSpPr>
          <p:spPr>
            <a:xfrm>
              <a:off x="0" y="-38100"/>
              <a:ext cx="1228788" cy="277724"/>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custDataLst>
              <p:tags r:id="rId5"/>
            </p:custDataLst>
          </p:nvPr>
        </p:nvSpPr>
        <p:spPr>
          <a:xfrm>
            <a:off x="4339845" y="5493435"/>
            <a:ext cx="9440786" cy="3770263"/>
          </a:xfrm>
          <a:prstGeom prst="rect">
            <a:avLst/>
          </a:prstGeom>
        </p:spPr>
        <p:txBody>
          <a:bodyPr wrap="square" lIns="0" tIns="0" rIns="0" bIns="0" rtlCol="0" anchor="t">
            <a:spAutoFit/>
          </a:bodyPr>
          <a:lstStyle/>
          <a:p>
            <a:pPr algn="ctr"/>
            <a:r>
              <a:rPr lang="fr-CA" sz="3500">
                <a:solidFill>
                  <a:srgbClr val="FFFFFF"/>
                </a:solidFill>
                <a:latin typeface="Bobby Jones Soft"/>
                <a:ea typeface="Bobby Jones Soft"/>
                <a:cs typeface="Bobby Jones Soft"/>
                <a:sym typeface="Bobby Jones Soft"/>
              </a:rPr>
              <a:t>Un préjugé est une opinion ou un jugement préconçu, souvent négatif, à l'égard d'une personne, d'un groupe ou d'une idée, qui n'est pas fondée sur des faits ou une expérience directe. Les préjugés sont généralement basés sur des stéréotypes et peuvent conduire à des discriminations et des comportements injustes.</a:t>
            </a:r>
          </a:p>
        </p:txBody>
      </p:sp>
      <p:sp>
        <p:nvSpPr>
          <p:cNvPr id="15" name="TextBox 15"/>
          <p:cNvSpPr txBox="1"/>
          <p:nvPr>
            <p:custDataLst>
              <p:tags r:id="rId6"/>
            </p:custDataLst>
          </p:nvPr>
        </p:nvSpPr>
        <p:spPr>
          <a:xfrm>
            <a:off x="6727461" y="1602674"/>
            <a:ext cx="4833078" cy="476250"/>
          </a:xfrm>
          <a:prstGeom prst="rect">
            <a:avLst/>
          </a:prstGeom>
        </p:spPr>
        <p:txBody>
          <a:bodyPr lIns="0" tIns="0" rIns="0" bIns="0" rtlCol="0" anchor="t">
            <a:spAutoFit/>
          </a:bodyPr>
          <a:lstStyle/>
          <a:p>
            <a:pPr algn="ctr">
              <a:lnSpc>
                <a:spcPts val="3600"/>
              </a:lnSpc>
            </a:pPr>
            <a:r>
              <a:rPr lang="en-US" sz="3000" b="1">
                <a:solidFill>
                  <a:srgbClr val="173359"/>
                </a:solidFill>
                <a:latin typeface="Arimo Bold"/>
                <a:ea typeface="Arimo Bold"/>
                <a:cs typeface="Arimo Bold"/>
                <a:sym typeface="Arimo Bold"/>
              </a:rPr>
              <a:t>Mais au fond …</a:t>
            </a:r>
          </a:p>
        </p:txBody>
      </p:sp>
      <p:sp>
        <p:nvSpPr>
          <p:cNvPr id="16" name="Freeform 16"/>
          <p:cNvSpPr/>
          <p:nvPr>
            <p:custDataLst>
              <p:tags r:id="rId7"/>
            </p:custDataLst>
          </p:nvPr>
        </p:nvSpPr>
        <p:spPr>
          <a:xfrm rot="-895323">
            <a:off x="15405578" y="-1675263"/>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17" name="Freeform 12">
            <a:extLst>
              <a:ext uri="{FF2B5EF4-FFF2-40B4-BE49-F238E27FC236}">
                <a16:creationId xmlns:a16="http://schemas.microsoft.com/office/drawing/2014/main" id="{08418C4E-5ED3-306E-A563-5FA0D687D210}"/>
              </a:ext>
            </a:extLst>
          </p:cNvPr>
          <p:cNvSpPr/>
          <p:nvPr>
            <p:custDataLst>
              <p:tags r:id="rId8"/>
            </p:custDataLst>
          </p:nvPr>
        </p:nvSpPr>
        <p:spPr>
          <a:xfrm rot="6519027">
            <a:off x="-1803109" y="6287534"/>
            <a:ext cx="4673791" cy="3135689"/>
          </a:xfrm>
          <a:custGeom>
            <a:avLst/>
            <a:gdLst/>
            <a:ahLst/>
            <a:cxnLst/>
            <a:rect l="l" t="t" r="r" b="b"/>
            <a:pathLst>
              <a:path w="4673791" h="3135689">
                <a:moveTo>
                  <a:pt x="0" y="0"/>
                </a:moveTo>
                <a:lnTo>
                  <a:pt x="4673791" y="0"/>
                </a:lnTo>
                <a:lnTo>
                  <a:pt x="4673791" y="3135688"/>
                </a:lnTo>
                <a:lnTo>
                  <a:pt x="0" y="313568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
        <p:nvSpPr>
          <p:cNvPr id="18" name="Freeform 15">
            <a:extLst>
              <a:ext uri="{FF2B5EF4-FFF2-40B4-BE49-F238E27FC236}">
                <a16:creationId xmlns:a16="http://schemas.microsoft.com/office/drawing/2014/main" id="{0250064B-EAD7-167E-F204-47008124F205}"/>
              </a:ext>
            </a:extLst>
          </p:cNvPr>
          <p:cNvSpPr/>
          <p:nvPr>
            <p:custDataLst>
              <p:tags r:id="rId9"/>
            </p:custDataLst>
          </p:nvPr>
        </p:nvSpPr>
        <p:spPr>
          <a:xfrm rot="6381062" flipV="1">
            <a:off x="-782125" y="2134696"/>
            <a:ext cx="2631822" cy="2316004"/>
          </a:xfrm>
          <a:custGeom>
            <a:avLst/>
            <a:gdLst/>
            <a:ahLst/>
            <a:cxnLst/>
            <a:rect l="l" t="t" r="r" b="b"/>
            <a:pathLst>
              <a:path w="2631822" h="2316004">
                <a:moveTo>
                  <a:pt x="0" y="2316004"/>
                </a:moveTo>
                <a:lnTo>
                  <a:pt x="2631823" y="2316004"/>
                </a:lnTo>
                <a:lnTo>
                  <a:pt x="2631823" y="0"/>
                </a:lnTo>
                <a:lnTo>
                  <a:pt x="0" y="0"/>
                </a:lnTo>
                <a:lnTo>
                  <a:pt x="0" y="2316004"/>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sp>
        <p:nvSpPr>
          <p:cNvPr id="19" name="Freeform 10">
            <a:extLst>
              <a:ext uri="{FF2B5EF4-FFF2-40B4-BE49-F238E27FC236}">
                <a16:creationId xmlns:a16="http://schemas.microsoft.com/office/drawing/2014/main" id="{1915E39F-C49C-7030-E194-140050BD838E}"/>
              </a:ext>
            </a:extLst>
          </p:cNvPr>
          <p:cNvSpPr/>
          <p:nvPr>
            <p:custDataLst>
              <p:tags r:id="rId10"/>
            </p:custDataLst>
          </p:nvPr>
        </p:nvSpPr>
        <p:spPr>
          <a:xfrm rot="1022276">
            <a:off x="11396655" y="3807862"/>
            <a:ext cx="3616398" cy="1670118"/>
          </a:xfrm>
          <a:custGeom>
            <a:avLst/>
            <a:gdLst/>
            <a:ahLst/>
            <a:cxnLst/>
            <a:rect l="l" t="t" r="r" b="b"/>
            <a:pathLst>
              <a:path w="3616398" h="1670118">
                <a:moveTo>
                  <a:pt x="0" y="0"/>
                </a:moveTo>
                <a:lnTo>
                  <a:pt x="3616398" y="0"/>
                </a:lnTo>
                <a:lnTo>
                  <a:pt x="3616398" y="1670118"/>
                </a:lnTo>
                <a:lnTo>
                  <a:pt x="0" y="167011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fr-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7DE"/>
        </a:solidFill>
        <a:effectLst/>
      </p:bgPr>
    </p:bg>
    <p:spTree>
      <p:nvGrpSpPr>
        <p:cNvPr id="1" name=""/>
        <p:cNvGrpSpPr/>
        <p:nvPr/>
      </p:nvGrpSpPr>
      <p:grpSpPr>
        <a:xfrm>
          <a:off x="0" y="0"/>
          <a:ext cx="0" cy="0"/>
          <a:chOff x="0" y="0"/>
          <a:chExt cx="0" cy="0"/>
        </a:xfrm>
      </p:grpSpPr>
      <p:sp>
        <p:nvSpPr>
          <p:cNvPr id="28" name="Freeform 28"/>
          <p:cNvSpPr/>
          <p:nvPr>
            <p:custDataLst>
              <p:tags r:id="rId1"/>
            </p:custDataLst>
          </p:nvPr>
        </p:nvSpPr>
        <p:spPr>
          <a:xfrm>
            <a:off x="10551040" y="530499"/>
            <a:ext cx="4888933" cy="4888933"/>
          </a:xfrm>
          <a:custGeom>
            <a:avLst/>
            <a:gdLst/>
            <a:ahLst/>
            <a:cxnLst/>
            <a:rect l="l" t="t" r="r" b="b"/>
            <a:pathLst>
              <a:path w="4888933" h="4888933">
                <a:moveTo>
                  <a:pt x="0" y="0"/>
                </a:moveTo>
                <a:lnTo>
                  <a:pt x="4888933" y="0"/>
                </a:lnTo>
                <a:lnTo>
                  <a:pt x="4888933" y="4888933"/>
                </a:lnTo>
                <a:lnTo>
                  <a:pt x="0" y="488893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grpSp>
        <p:nvGrpSpPr>
          <p:cNvPr id="2" name="Group 2"/>
          <p:cNvGrpSpPr/>
          <p:nvPr>
            <p:custDataLst>
              <p:tags r:id="rId2"/>
            </p:custDataLst>
          </p:nvPr>
        </p:nvGrpSpPr>
        <p:grpSpPr>
          <a:xfrm>
            <a:off x="10290542" y="4342846"/>
            <a:ext cx="5788836" cy="909822"/>
            <a:chOff x="0" y="0"/>
            <a:chExt cx="1524632" cy="239624"/>
          </a:xfrm>
        </p:grpSpPr>
        <p:sp>
          <p:nvSpPr>
            <p:cNvPr id="3" name="Freeform 3"/>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D8CABD"/>
            </a:solidFill>
            <a:ln cap="rnd">
              <a:noFill/>
              <a:prstDash val="solid"/>
              <a:round/>
            </a:ln>
          </p:spPr>
          <p:txBody>
            <a:bodyPr/>
            <a:lstStyle/>
            <a:p>
              <a:endParaRPr lang="fr-CA"/>
            </a:p>
          </p:txBody>
        </p:sp>
        <p:sp>
          <p:nvSpPr>
            <p:cNvPr id="4" name="TextBox 4"/>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custDataLst>
              <p:tags r:id="rId3"/>
            </p:custDataLst>
          </p:nvPr>
        </p:nvGrpSpPr>
        <p:grpSpPr>
          <a:xfrm>
            <a:off x="10290542" y="5738443"/>
            <a:ext cx="5788836" cy="909822"/>
            <a:chOff x="0" y="0"/>
            <a:chExt cx="1524632" cy="239624"/>
          </a:xfrm>
        </p:grpSpPr>
        <p:sp>
          <p:nvSpPr>
            <p:cNvPr id="6" name="Freeform 6"/>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D8CABD"/>
            </a:solidFill>
            <a:ln cap="rnd">
              <a:noFill/>
              <a:prstDash val="solid"/>
              <a:round/>
            </a:ln>
          </p:spPr>
          <p:txBody>
            <a:bodyPr/>
            <a:lstStyle/>
            <a:p>
              <a:endParaRPr lang="fr-CA"/>
            </a:p>
          </p:txBody>
        </p:sp>
        <p:sp>
          <p:nvSpPr>
            <p:cNvPr id="7" name="TextBox 7"/>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custDataLst>
              <p:tags r:id="rId4"/>
            </p:custDataLst>
          </p:nvPr>
        </p:nvGrpSpPr>
        <p:grpSpPr>
          <a:xfrm>
            <a:off x="10290542" y="7129278"/>
            <a:ext cx="5788836" cy="909822"/>
            <a:chOff x="0" y="0"/>
            <a:chExt cx="1524632" cy="239624"/>
          </a:xfrm>
        </p:grpSpPr>
        <p:sp>
          <p:nvSpPr>
            <p:cNvPr id="12" name="Freeform 12"/>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D8CABD"/>
            </a:solidFill>
            <a:ln cap="rnd">
              <a:noFill/>
              <a:prstDash val="solid"/>
              <a:round/>
            </a:ln>
          </p:spPr>
          <p:txBody>
            <a:bodyPr/>
            <a:lstStyle/>
            <a:p>
              <a:endParaRPr lang="fr-CA"/>
            </a:p>
          </p:txBody>
        </p:sp>
        <p:sp>
          <p:nvSpPr>
            <p:cNvPr id="13" name="TextBox 13"/>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custDataLst>
              <p:tags r:id="rId5"/>
            </p:custDataLst>
          </p:nvPr>
        </p:nvGrpSpPr>
        <p:grpSpPr>
          <a:xfrm>
            <a:off x="10214342" y="4223783"/>
            <a:ext cx="5788836" cy="909822"/>
            <a:chOff x="0" y="0"/>
            <a:chExt cx="1524632" cy="239624"/>
          </a:xfrm>
        </p:grpSpPr>
        <p:sp>
          <p:nvSpPr>
            <p:cNvPr id="16" name="Freeform 16"/>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84D162"/>
            </a:solidFill>
            <a:ln cap="rnd">
              <a:noFill/>
              <a:prstDash val="solid"/>
              <a:round/>
            </a:ln>
          </p:spPr>
          <p:txBody>
            <a:bodyPr/>
            <a:lstStyle/>
            <a:p>
              <a:endParaRPr lang="fr-CA"/>
            </a:p>
          </p:txBody>
        </p:sp>
        <p:sp>
          <p:nvSpPr>
            <p:cNvPr id="17" name="TextBox 17"/>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custDataLst>
              <p:tags r:id="rId6"/>
            </p:custDataLst>
          </p:nvPr>
        </p:nvGrpSpPr>
        <p:grpSpPr>
          <a:xfrm>
            <a:off x="10214342" y="5619381"/>
            <a:ext cx="5788836" cy="909822"/>
            <a:chOff x="0" y="0"/>
            <a:chExt cx="1524632" cy="239624"/>
          </a:xfrm>
        </p:grpSpPr>
        <p:sp>
          <p:nvSpPr>
            <p:cNvPr id="19" name="Freeform 19"/>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5BBCFF"/>
            </a:solidFill>
            <a:ln cap="rnd">
              <a:noFill/>
              <a:prstDash val="solid"/>
              <a:round/>
            </a:ln>
          </p:spPr>
          <p:txBody>
            <a:bodyPr/>
            <a:lstStyle/>
            <a:p>
              <a:endParaRPr lang="fr-CA"/>
            </a:p>
          </p:txBody>
        </p:sp>
        <p:sp>
          <p:nvSpPr>
            <p:cNvPr id="20" name="TextBox 20"/>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custDataLst>
              <p:tags r:id="rId7"/>
            </p:custDataLst>
          </p:nvPr>
        </p:nvSpPr>
        <p:spPr>
          <a:xfrm rot="2255523" flipV="1">
            <a:off x="14003685" y="6841784"/>
            <a:ext cx="4488679" cy="4833032"/>
          </a:xfrm>
          <a:custGeom>
            <a:avLst/>
            <a:gdLst/>
            <a:ahLst/>
            <a:cxnLst/>
            <a:rect l="l" t="t" r="r" b="b"/>
            <a:pathLst>
              <a:path w="4488679" h="4833032">
                <a:moveTo>
                  <a:pt x="0" y="4833032"/>
                </a:moveTo>
                <a:lnTo>
                  <a:pt x="4488679" y="4833032"/>
                </a:lnTo>
                <a:lnTo>
                  <a:pt x="4488679" y="0"/>
                </a:lnTo>
                <a:lnTo>
                  <a:pt x="0" y="0"/>
                </a:lnTo>
                <a:lnTo>
                  <a:pt x="0" y="4833032"/>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fr-CA"/>
          </a:p>
        </p:txBody>
      </p:sp>
      <p:grpSp>
        <p:nvGrpSpPr>
          <p:cNvPr id="22" name="Group 22"/>
          <p:cNvGrpSpPr/>
          <p:nvPr>
            <p:custDataLst>
              <p:tags r:id="rId8"/>
            </p:custDataLst>
          </p:nvPr>
        </p:nvGrpSpPr>
        <p:grpSpPr>
          <a:xfrm>
            <a:off x="10290542" y="7021318"/>
            <a:ext cx="5788836" cy="909822"/>
            <a:chOff x="0" y="0"/>
            <a:chExt cx="1524632" cy="239624"/>
          </a:xfrm>
        </p:grpSpPr>
        <p:sp>
          <p:nvSpPr>
            <p:cNvPr id="23" name="Freeform 23"/>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FFBD59"/>
            </a:solidFill>
            <a:ln cap="rnd">
              <a:noFill/>
              <a:prstDash val="solid"/>
              <a:round/>
            </a:ln>
          </p:spPr>
          <p:txBody>
            <a:bodyPr/>
            <a:lstStyle/>
            <a:p>
              <a:endParaRPr lang="fr-CA"/>
            </a:p>
          </p:txBody>
        </p:sp>
        <p:sp>
          <p:nvSpPr>
            <p:cNvPr id="24" name="TextBox 24"/>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29"/>
          <p:cNvSpPr txBox="1"/>
          <p:nvPr>
            <p:custDataLst>
              <p:tags r:id="rId9"/>
            </p:custDataLst>
          </p:nvPr>
        </p:nvSpPr>
        <p:spPr>
          <a:xfrm>
            <a:off x="1518730" y="2020725"/>
            <a:ext cx="8762287" cy="6463885"/>
          </a:xfrm>
          <a:prstGeom prst="rect">
            <a:avLst/>
          </a:prstGeom>
        </p:spPr>
        <p:txBody>
          <a:bodyPr lIns="0" tIns="0" rIns="0" bIns="0" rtlCol="0" anchor="t">
            <a:spAutoFit/>
          </a:bodyPr>
          <a:lstStyle/>
          <a:p>
            <a:pPr algn="l">
              <a:lnSpc>
                <a:spcPts val="12500"/>
              </a:lnSpc>
            </a:pPr>
            <a:r>
              <a:rPr lang="en-US" sz="12000">
                <a:solidFill>
                  <a:srgbClr val="FF816A"/>
                </a:solidFill>
                <a:latin typeface="Bobby Jones Soft"/>
                <a:ea typeface="Bobby Jones Soft"/>
                <a:cs typeface="Bobby Jones Soft"/>
                <a:sym typeface="Bobby Jones Soft"/>
              </a:rPr>
              <a:t>Et </a:t>
            </a:r>
            <a:r>
              <a:rPr lang="en-US" sz="12000" err="1">
                <a:solidFill>
                  <a:srgbClr val="FF816A"/>
                </a:solidFill>
                <a:latin typeface="Bobby Jones Soft"/>
                <a:ea typeface="Bobby Jones Soft"/>
                <a:cs typeface="Bobby Jones Soft"/>
                <a:sym typeface="Bobby Jones Soft"/>
              </a:rPr>
              <a:t>toi</a:t>
            </a:r>
            <a:r>
              <a:rPr lang="en-US" sz="12000">
                <a:solidFill>
                  <a:srgbClr val="FF816A"/>
                </a:solidFill>
                <a:latin typeface="Bobby Jones Soft"/>
                <a:ea typeface="Bobby Jones Soft"/>
                <a:cs typeface="Bobby Jones Soft"/>
                <a:sym typeface="Bobby Jones Soft"/>
              </a:rPr>
              <a:t>, </a:t>
            </a:r>
            <a:r>
              <a:rPr lang="en-US" sz="12000" err="1">
                <a:solidFill>
                  <a:srgbClr val="FF816A"/>
                </a:solidFill>
                <a:latin typeface="Bobby Jones Soft"/>
                <a:ea typeface="Bobby Jones Soft"/>
                <a:cs typeface="Bobby Jones Soft"/>
                <a:sym typeface="Bobby Jones Soft"/>
              </a:rPr>
              <a:t>quels</a:t>
            </a:r>
            <a:r>
              <a:rPr lang="en-US" sz="12000">
                <a:solidFill>
                  <a:srgbClr val="FF816A"/>
                </a:solidFill>
                <a:latin typeface="Bobby Jones Soft"/>
                <a:ea typeface="Bobby Jones Soft"/>
                <a:cs typeface="Bobby Jones Soft"/>
                <a:sym typeface="Bobby Jones Soft"/>
              </a:rPr>
              <a:t> </a:t>
            </a:r>
            <a:r>
              <a:rPr lang="en-US" sz="12000" err="1">
                <a:solidFill>
                  <a:srgbClr val="FF816A"/>
                </a:solidFill>
                <a:latin typeface="Bobby Jones Soft"/>
                <a:ea typeface="Bobby Jones Soft"/>
                <a:cs typeface="Bobby Jones Soft"/>
                <a:sym typeface="Bobby Jones Soft"/>
              </a:rPr>
              <a:t>sont</a:t>
            </a:r>
            <a:r>
              <a:rPr lang="en-US" sz="12000">
                <a:solidFill>
                  <a:srgbClr val="FF816A"/>
                </a:solidFill>
                <a:latin typeface="Bobby Jones Soft"/>
                <a:ea typeface="Bobby Jones Soft"/>
                <a:cs typeface="Bobby Jones Soft"/>
                <a:sym typeface="Bobby Jones Soft"/>
              </a:rPr>
              <a:t> </a:t>
            </a:r>
            <a:r>
              <a:rPr lang="en-US" sz="12000" err="1">
                <a:solidFill>
                  <a:srgbClr val="FF816A"/>
                </a:solidFill>
                <a:latin typeface="Bobby Jones Soft"/>
                <a:ea typeface="Bobby Jones Soft"/>
                <a:cs typeface="Bobby Jones Soft"/>
                <a:sym typeface="Bobby Jones Soft"/>
              </a:rPr>
              <a:t>tes</a:t>
            </a:r>
            <a:r>
              <a:rPr lang="en-US" sz="12000">
                <a:solidFill>
                  <a:srgbClr val="FF816A"/>
                </a:solidFill>
                <a:latin typeface="Bobby Jones Soft"/>
                <a:ea typeface="Bobby Jones Soft"/>
                <a:cs typeface="Bobby Jones Soft"/>
                <a:sym typeface="Bobby Jones Soft"/>
              </a:rPr>
              <a:t> </a:t>
            </a:r>
            <a:r>
              <a:rPr lang="en-US" sz="12000" err="1">
                <a:solidFill>
                  <a:srgbClr val="FF816A"/>
                </a:solidFill>
                <a:latin typeface="Bobby Jones Soft"/>
                <a:ea typeface="Bobby Jones Soft"/>
                <a:cs typeface="Bobby Jones Soft"/>
                <a:sym typeface="Bobby Jones Soft"/>
              </a:rPr>
              <a:t>préjugés</a:t>
            </a:r>
            <a:r>
              <a:rPr lang="en-US" sz="12000">
                <a:solidFill>
                  <a:srgbClr val="FF816A"/>
                </a:solidFill>
                <a:latin typeface="Bobby Jones Soft"/>
                <a:ea typeface="Bobby Jones Soft"/>
                <a:cs typeface="Bobby Jones Soft"/>
                <a:sym typeface="Bobby Jones Soft"/>
              </a:rPr>
              <a:t> face à la </a:t>
            </a:r>
            <a:r>
              <a:rPr lang="en-US" sz="12000" err="1">
                <a:solidFill>
                  <a:srgbClr val="FF816A"/>
                </a:solidFill>
                <a:latin typeface="Bobby Jones Soft"/>
                <a:ea typeface="Bobby Jones Soft"/>
                <a:cs typeface="Bobby Jones Soft"/>
                <a:sym typeface="Bobby Jones Soft"/>
              </a:rPr>
              <a:t>fp</a:t>
            </a:r>
            <a:endParaRPr lang="en-US" sz="12000">
              <a:solidFill>
                <a:srgbClr val="FF816A"/>
              </a:solidFill>
              <a:latin typeface="Bobby Jones Soft"/>
              <a:ea typeface="Bobby Jones Soft"/>
              <a:cs typeface="Bobby Jones Soft"/>
              <a:sym typeface="Bobby Jones Soft"/>
            </a:endParaRPr>
          </a:p>
        </p:txBody>
      </p:sp>
      <p:sp>
        <p:nvSpPr>
          <p:cNvPr id="31" name="Freeform 31"/>
          <p:cNvSpPr/>
          <p:nvPr>
            <p:custDataLst>
              <p:tags r:id="rId10"/>
            </p:custDataLst>
          </p:nvPr>
        </p:nvSpPr>
        <p:spPr>
          <a:xfrm rot="1207148">
            <a:off x="5041646" y="8174576"/>
            <a:ext cx="2399906" cy="1108320"/>
          </a:xfrm>
          <a:custGeom>
            <a:avLst/>
            <a:gdLst/>
            <a:ahLst/>
            <a:cxnLst/>
            <a:rect l="l" t="t" r="r" b="b"/>
            <a:pathLst>
              <a:path w="2399906" h="1108320">
                <a:moveTo>
                  <a:pt x="0" y="0"/>
                </a:moveTo>
                <a:lnTo>
                  <a:pt x="2399906" y="0"/>
                </a:lnTo>
                <a:lnTo>
                  <a:pt x="2399906" y="1108320"/>
                </a:lnTo>
                <a:lnTo>
                  <a:pt x="0" y="110832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fr-CA"/>
          </a:p>
        </p:txBody>
      </p:sp>
      <p:sp>
        <p:nvSpPr>
          <p:cNvPr id="32" name="TextBox 32"/>
          <p:cNvSpPr txBox="1"/>
          <p:nvPr>
            <p:custDataLst>
              <p:tags r:id="rId11"/>
            </p:custDataLst>
          </p:nvPr>
        </p:nvSpPr>
        <p:spPr>
          <a:xfrm>
            <a:off x="1503771" y="1181100"/>
            <a:ext cx="4197434" cy="476250"/>
          </a:xfrm>
          <a:prstGeom prst="rect">
            <a:avLst/>
          </a:prstGeom>
        </p:spPr>
        <p:txBody>
          <a:bodyPr lIns="0" tIns="0" rIns="0" bIns="0" rtlCol="0" anchor="t">
            <a:spAutoFit/>
          </a:bodyPr>
          <a:lstStyle/>
          <a:p>
            <a:pPr algn="l">
              <a:lnSpc>
                <a:spcPts val="3600"/>
              </a:lnSpc>
            </a:pPr>
            <a:r>
              <a:rPr lang="en-US" sz="3000" b="1">
                <a:solidFill>
                  <a:srgbClr val="173359"/>
                </a:solidFill>
                <a:latin typeface="Aptos" panose="020B0004020202020204" pitchFamily="34" charset="0"/>
                <a:ea typeface="Arimo Bold"/>
                <a:cs typeface="Arimo Bold"/>
                <a:sym typeface="Arimo Bold"/>
              </a:rPr>
              <a:t>RÉFLEXION</a:t>
            </a:r>
          </a:p>
        </p:txBody>
      </p:sp>
      <p:sp>
        <p:nvSpPr>
          <p:cNvPr id="33" name="TextBox 33"/>
          <p:cNvSpPr txBox="1"/>
          <p:nvPr>
            <p:custDataLst>
              <p:tags r:id="rId12"/>
            </p:custDataLst>
          </p:nvPr>
        </p:nvSpPr>
        <p:spPr>
          <a:xfrm>
            <a:off x="11157181" y="4354845"/>
            <a:ext cx="3560259" cy="628650"/>
          </a:xfrm>
          <a:prstGeom prst="rect">
            <a:avLst/>
          </a:prstGeom>
        </p:spPr>
        <p:txBody>
          <a:bodyPr lIns="0" tIns="0" rIns="0" bIns="0" rtlCol="0" anchor="t">
            <a:spAutoFit/>
          </a:bodyPr>
          <a:lstStyle/>
          <a:p>
            <a:pPr algn="ctr">
              <a:lnSpc>
                <a:spcPts val="4800"/>
              </a:lnSpc>
            </a:pPr>
            <a:r>
              <a:rPr lang="en-US" sz="4000">
                <a:solidFill>
                  <a:srgbClr val="173359"/>
                </a:solidFill>
                <a:latin typeface="Bobby Jones Soft"/>
                <a:ea typeface="Bobby Jones Soft"/>
                <a:cs typeface="Bobby Jones Soft"/>
                <a:sym typeface="Bobby Jones Soft"/>
              </a:rPr>
              <a:t>5 minutes</a:t>
            </a:r>
          </a:p>
        </p:txBody>
      </p:sp>
      <p:sp>
        <p:nvSpPr>
          <p:cNvPr id="34" name="TextBox 34"/>
          <p:cNvSpPr txBox="1"/>
          <p:nvPr>
            <p:custDataLst>
              <p:tags r:id="rId13"/>
            </p:custDataLst>
          </p:nvPr>
        </p:nvSpPr>
        <p:spPr>
          <a:xfrm>
            <a:off x="11046240" y="5750442"/>
            <a:ext cx="3782142" cy="628650"/>
          </a:xfrm>
          <a:prstGeom prst="rect">
            <a:avLst/>
          </a:prstGeom>
        </p:spPr>
        <p:txBody>
          <a:bodyPr lIns="0" tIns="0" rIns="0" bIns="0" rtlCol="0" anchor="t">
            <a:spAutoFit/>
          </a:bodyPr>
          <a:lstStyle/>
          <a:p>
            <a:pPr algn="ctr">
              <a:lnSpc>
                <a:spcPts val="4800"/>
              </a:lnSpc>
            </a:pPr>
            <a:r>
              <a:rPr lang="en-US" sz="4000" err="1">
                <a:solidFill>
                  <a:srgbClr val="173359"/>
                </a:solidFill>
                <a:latin typeface="Bobby Jones Soft"/>
                <a:ea typeface="Bobby Jones Soft"/>
                <a:cs typeface="Bobby Jones Soft"/>
                <a:sym typeface="Bobby Jones Soft"/>
              </a:rPr>
              <a:t>individuel</a:t>
            </a:r>
            <a:endParaRPr lang="en-US" sz="4000">
              <a:solidFill>
                <a:srgbClr val="173359"/>
              </a:solidFill>
              <a:latin typeface="Bobby Jones Soft"/>
              <a:ea typeface="Bobby Jones Soft"/>
              <a:cs typeface="Bobby Jones Soft"/>
              <a:sym typeface="Bobby Jones Soft"/>
            </a:endParaRPr>
          </a:p>
        </p:txBody>
      </p:sp>
      <p:sp>
        <p:nvSpPr>
          <p:cNvPr id="35" name="TextBox 35"/>
          <p:cNvSpPr txBox="1"/>
          <p:nvPr>
            <p:custDataLst>
              <p:tags r:id="rId14"/>
            </p:custDataLst>
          </p:nvPr>
        </p:nvSpPr>
        <p:spPr>
          <a:xfrm>
            <a:off x="10942437" y="7204081"/>
            <a:ext cx="4399321" cy="615553"/>
          </a:xfrm>
          <a:prstGeom prst="rect">
            <a:avLst/>
          </a:prstGeom>
        </p:spPr>
        <p:txBody>
          <a:bodyPr wrap="square" lIns="0" tIns="0" rIns="0" bIns="0" rtlCol="0" anchor="t">
            <a:spAutoFit/>
          </a:bodyPr>
          <a:lstStyle/>
          <a:p>
            <a:pPr algn="ctr">
              <a:lnSpc>
                <a:spcPts val="4800"/>
              </a:lnSpc>
            </a:pPr>
            <a:r>
              <a:rPr lang="en-US" sz="4000" err="1">
                <a:solidFill>
                  <a:srgbClr val="173359"/>
                </a:solidFill>
                <a:latin typeface="Bobby Jones Soft"/>
                <a:ea typeface="Bobby Jones Soft"/>
                <a:cs typeface="Bobby Jones Soft"/>
                <a:sym typeface="Bobby Jones Soft"/>
              </a:rPr>
              <a:t>inscrire</a:t>
            </a:r>
            <a:r>
              <a:rPr lang="en-US" sz="4000">
                <a:solidFill>
                  <a:srgbClr val="173359"/>
                </a:solidFill>
                <a:latin typeface="Bobby Jones Soft"/>
                <a:ea typeface="Bobby Jones Soft"/>
                <a:cs typeface="Bobby Jones Soft"/>
                <a:sym typeface="Bobby Jones Soft"/>
              </a:rPr>
              <a:t> 2 </a:t>
            </a:r>
            <a:r>
              <a:rPr lang="en-US" sz="4000" err="1">
                <a:solidFill>
                  <a:srgbClr val="173359"/>
                </a:solidFill>
                <a:latin typeface="Bobby Jones Soft"/>
                <a:ea typeface="Bobby Jones Soft"/>
                <a:cs typeface="Bobby Jones Soft"/>
                <a:sym typeface="Bobby Jones Soft"/>
              </a:rPr>
              <a:t>préjugés</a:t>
            </a:r>
            <a:endParaRPr lang="en-US" sz="4000">
              <a:solidFill>
                <a:srgbClr val="173359"/>
              </a:solidFill>
              <a:latin typeface="Bobby Jones Soft"/>
              <a:ea typeface="Bobby Jones Soft"/>
              <a:cs typeface="Bobby Jones Soft"/>
              <a:sym typeface="Bobby Jones Sof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7DE"/>
        </a:solidFill>
        <a:effectLst/>
      </p:bgPr>
    </p:bg>
    <p:spTree>
      <p:nvGrpSpPr>
        <p:cNvPr id="1" name=""/>
        <p:cNvGrpSpPr/>
        <p:nvPr/>
      </p:nvGrpSpPr>
      <p:grpSpPr>
        <a:xfrm>
          <a:off x="0" y="0"/>
          <a:ext cx="0" cy="0"/>
          <a:chOff x="0" y="0"/>
          <a:chExt cx="0" cy="0"/>
        </a:xfrm>
      </p:grpSpPr>
      <p:sp>
        <p:nvSpPr>
          <p:cNvPr id="11" name="Freeform 2">
            <a:extLst>
              <a:ext uri="{FF2B5EF4-FFF2-40B4-BE49-F238E27FC236}">
                <a16:creationId xmlns:a16="http://schemas.microsoft.com/office/drawing/2014/main" id="{A4A37E8B-2481-0B13-1B22-5FD833B78115}"/>
              </a:ext>
            </a:extLst>
          </p:cNvPr>
          <p:cNvSpPr/>
          <p:nvPr>
            <p:custDataLst>
              <p:tags r:id="rId1"/>
            </p:custDataLst>
          </p:nvPr>
        </p:nvSpPr>
        <p:spPr>
          <a:xfrm>
            <a:off x="1807108" y="2056658"/>
            <a:ext cx="14956892" cy="6017502"/>
          </a:xfrm>
          <a:custGeom>
            <a:avLst/>
            <a:gdLst/>
            <a:ahLst/>
            <a:cxnLst/>
            <a:rect l="l" t="t" r="r" b="b"/>
            <a:pathLst>
              <a:path w="7033846" h="4114800">
                <a:moveTo>
                  <a:pt x="0" y="0"/>
                </a:moveTo>
                <a:lnTo>
                  <a:pt x="7033846" y="0"/>
                </a:lnTo>
                <a:lnTo>
                  <a:pt x="703384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CA"/>
          </a:p>
        </p:txBody>
      </p:sp>
      <p:sp>
        <p:nvSpPr>
          <p:cNvPr id="2" name="Freeform 2">
            <a:extLst>
              <a:ext uri="{FF2B5EF4-FFF2-40B4-BE49-F238E27FC236}">
                <a16:creationId xmlns:a16="http://schemas.microsoft.com/office/drawing/2014/main" id="{2B7B56B7-0333-C0AA-671D-5F499C0BD7CD}"/>
              </a:ext>
            </a:extLst>
          </p:cNvPr>
          <p:cNvSpPr/>
          <p:nvPr>
            <p:custDataLst>
              <p:tags r:id="rId2"/>
            </p:custDataLst>
          </p:nvPr>
        </p:nvSpPr>
        <p:spPr>
          <a:xfrm rot="-6776476">
            <a:off x="-1215639" y="-918746"/>
            <a:ext cx="4488679" cy="4833032"/>
          </a:xfrm>
          <a:custGeom>
            <a:avLst/>
            <a:gdLst/>
            <a:ahLst/>
            <a:cxnLst/>
            <a:rect l="l" t="t" r="r" b="b"/>
            <a:pathLst>
              <a:path w="4488679" h="4833032">
                <a:moveTo>
                  <a:pt x="0" y="0"/>
                </a:moveTo>
                <a:lnTo>
                  <a:pt x="4488678" y="0"/>
                </a:lnTo>
                <a:lnTo>
                  <a:pt x="4488678" y="4833032"/>
                </a:lnTo>
                <a:lnTo>
                  <a:pt x="0" y="48330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CA"/>
          </a:p>
        </p:txBody>
      </p:sp>
      <p:sp>
        <p:nvSpPr>
          <p:cNvPr id="7" name="TextBox 7">
            <a:extLst>
              <a:ext uri="{FF2B5EF4-FFF2-40B4-BE49-F238E27FC236}">
                <a16:creationId xmlns:a16="http://schemas.microsoft.com/office/drawing/2014/main" id="{7EB5EE88-B127-76A2-0CE9-E89E98DF5F2A}"/>
              </a:ext>
            </a:extLst>
          </p:cNvPr>
          <p:cNvSpPr txBox="1"/>
          <p:nvPr>
            <p:custDataLst>
              <p:tags r:id="rId3"/>
            </p:custDataLst>
          </p:nvPr>
        </p:nvSpPr>
        <p:spPr>
          <a:xfrm>
            <a:off x="1028700" y="3773032"/>
            <a:ext cx="16230600" cy="3079689"/>
          </a:xfrm>
          <a:prstGeom prst="rect">
            <a:avLst/>
          </a:prstGeom>
        </p:spPr>
        <p:txBody>
          <a:bodyPr lIns="0" tIns="0" rIns="0" bIns="0" rtlCol="0" anchor="t">
            <a:spAutoFit/>
          </a:bodyPr>
          <a:lstStyle/>
          <a:p>
            <a:pPr algn="ctr">
              <a:lnSpc>
                <a:spcPts val="23000"/>
              </a:lnSpc>
            </a:pPr>
            <a:r>
              <a:rPr lang="en-US" sz="23000" spc="-460" err="1">
                <a:solidFill>
                  <a:schemeClr val="bg1"/>
                </a:solidFill>
                <a:latin typeface="Bobby Jones Soft"/>
                <a:ea typeface="Bobby Jones Soft"/>
                <a:cs typeface="Bobby Jones Soft"/>
                <a:sym typeface="Bobby Jones Soft"/>
              </a:rPr>
              <a:t>C’est</a:t>
            </a:r>
            <a:r>
              <a:rPr lang="en-US" sz="23000" spc="-460">
                <a:solidFill>
                  <a:schemeClr val="bg1"/>
                </a:solidFill>
                <a:latin typeface="Bobby Jones Soft"/>
                <a:ea typeface="Bobby Jones Soft"/>
                <a:cs typeface="Bobby Jones Soft"/>
                <a:sym typeface="Bobby Jones Soft"/>
              </a:rPr>
              <a:t> parti !</a:t>
            </a:r>
          </a:p>
        </p:txBody>
      </p:sp>
      <p:sp>
        <p:nvSpPr>
          <p:cNvPr id="8" name="Freeform 8">
            <a:extLst>
              <a:ext uri="{FF2B5EF4-FFF2-40B4-BE49-F238E27FC236}">
                <a16:creationId xmlns:a16="http://schemas.microsoft.com/office/drawing/2014/main" id="{4BBDA941-CB27-3503-DF24-F7C464FF3448}"/>
              </a:ext>
            </a:extLst>
          </p:cNvPr>
          <p:cNvSpPr/>
          <p:nvPr>
            <p:custDataLst>
              <p:tags r:id="rId4"/>
            </p:custDataLst>
          </p:nvPr>
        </p:nvSpPr>
        <p:spPr>
          <a:xfrm rot="4330931">
            <a:off x="15521246" y="7164672"/>
            <a:ext cx="3476108" cy="3869508"/>
          </a:xfrm>
          <a:custGeom>
            <a:avLst/>
            <a:gdLst/>
            <a:ahLst/>
            <a:cxnLst/>
            <a:rect l="l" t="t" r="r" b="b"/>
            <a:pathLst>
              <a:path w="3476108" h="3869508">
                <a:moveTo>
                  <a:pt x="0" y="0"/>
                </a:moveTo>
                <a:lnTo>
                  <a:pt x="3476109" y="0"/>
                </a:lnTo>
                <a:lnTo>
                  <a:pt x="3476109" y="3869508"/>
                </a:lnTo>
                <a:lnTo>
                  <a:pt x="0" y="38695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10" name="Freeform 10">
            <a:extLst>
              <a:ext uri="{FF2B5EF4-FFF2-40B4-BE49-F238E27FC236}">
                <a16:creationId xmlns:a16="http://schemas.microsoft.com/office/drawing/2014/main" id="{508BE286-8185-8AA6-C73E-FB1C681B227B}"/>
              </a:ext>
            </a:extLst>
          </p:cNvPr>
          <p:cNvSpPr/>
          <p:nvPr>
            <p:custDataLst>
              <p:tags r:id="rId5"/>
            </p:custDataLst>
          </p:nvPr>
        </p:nvSpPr>
        <p:spPr>
          <a:xfrm rot="1022276">
            <a:off x="9233116" y="6017662"/>
            <a:ext cx="3616398" cy="1670118"/>
          </a:xfrm>
          <a:custGeom>
            <a:avLst/>
            <a:gdLst/>
            <a:ahLst/>
            <a:cxnLst/>
            <a:rect l="l" t="t" r="r" b="b"/>
            <a:pathLst>
              <a:path w="3616398" h="1670118">
                <a:moveTo>
                  <a:pt x="0" y="0"/>
                </a:moveTo>
                <a:lnTo>
                  <a:pt x="3616398" y="0"/>
                </a:lnTo>
                <a:lnTo>
                  <a:pt x="3616398" y="1670118"/>
                </a:lnTo>
                <a:lnTo>
                  <a:pt x="0" y="167011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Tree>
    <p:extLst>
      <p:ext uri="{BB962C8B-B14F-4D97-AF65-F5344CB8AC3E}">
        <p14:creationId xmlns:p14="http://schemas.microsoft.com/office/powerpoint/2010/main" val="653109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4D162"/>
        </a:solidFill>
        <a:effectLst/>
      </p:bgPr>
    </p:bg>
    <p:spTree>
      <p:nvGrpSpPr>
        <p:cNvPr id="1" name=""/>
        <p:cNvGrpSpPr/>
        <p:nvPr/>
      </p:nvGrpSpPr>
      <p:grpSpPr>
        <a:xfrm>
          <a:off x="0" y="0"/>
          <a:ext cx="0" cy="0"/>
          <a:chOff x="0" y="0"/>
          <a:chExt cx="0" cy="0"/>
        </a:xfrm>
      </p:grpSpPr>
      <p:sp>
        <p:nvSpPr>
          <p:cNvPr id="2" name="Freeform 2"/>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p:cNvSpPr txBox="1"/>
          <p:nvPr>
            <p:custDataLst>
              <p:tags r:id="rId3"/>
            </p:custDataLst>
          </p:nvPr>
        </p:nvSpPr>
        <p:spPr>
          <a:xfrm>
            <a:off x="2328449" y="3695677"/>
            <a:ext cx="13631102" cy="4185954"/>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“Pas besoin de diplôme, on peut apprendre sur le tas” </a:t>
            </a:r>
          </a:p>
        </p:txBody>
      </p:sp>
      <p:grpSp>
        <p:nvGrpSpPr>
          <p:cNvPr id="7" name="Group 7"/>
          <p:cNvGrpSpPr/>
          <p:nvPr>
            <p:custDataLst>
              <p:tags r:id="rId4"/>
            </p:custDataLst>
          </p:nvPr>
        </p:nvGrpSpPr>
        <p:grpSpPr>
          <a:xfrm>
            <a:off x="8305801" y="1714500"/>
            <a:ext cx="1676400" cy="880426"/>
            <a:chOff x="0" y="0"/>
            <a:chExt cx="1466402" cy="231882"/>
          </a:xfrm>
        </p:grpSpPr>
        <p:sp>
          <p:nvSpPr>
            <p:cNvPr id="8" name="Freeform 8"/>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01</a:t>
            </a:r>
          </a:p>
        </p:txBody>
      </p:sp>
      <p:sp>
        <p:nvSpPr>
          <p:cNvPr id="16" name="Freeform 16"/>
          <p:cNvSpPr/>
          <p:nvPr>
            <p:custDataLst>
              <p:tags r:id="rId7"/>
            </p:custDataLst>
          </p:nvPr>
        </p:nvSpPr>
        <p:spPr>
          <a:xfrm rot="-2456080">
            <a:off x="6396941" y="8701906"/>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7" name="Freeform 4">
            <a:extLst>
              <a:ext uri="{FF2B5EF4-FFF2-40B4-BE49-F238E27FC236}">
                <a16:creationId xmlns:a16="http://schemas.microsoft.com/office/drawing/2014/main" id="{29DDF4D1-2316-169A-1116-0E5EFB7B3A9D}"/>
              </a:ext>
            </a:extLst>
          </p:cNvPr>
          <p:cNvSpPr/>
          <p:nvPr>
            <p:custDataLst>
              <p:tags r:id="rId8"/>
            </p:custDataLst>
          </p:nvPr>
        </p:nvSpPr>
        <p:spPr>
          <a:xfrm>
            <a:off x="12188026" y="6642938"/>
            <a:ext cx="4119489" cy="3385471"/>
          </a:xfrm>
          <a:custGeom>
            <a:avLst/>
            <a:gdLst/>
            <a:ahLst/>
            <a:cxnLst/>
            <a:rect l="l" t="t" r="r" b="b"/>
            <a:pathLst>
              <a:path w="5006947" h="4114800">
                <a:moveTo>
                  <a:pt x="0" y="0"/>
                </a:moveTo>
                <a:lnTo>
                  <a:pt x="5006947" y="0"/>
                </a:lnTo>
                <a:lnTo>
                  <a:pt x="5006947"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0054F514-0167-759D-8D50-B934E4748B98}"/>
              </a:ext>
            </a:extLst>
          </p:cNvPr>
          <p:cNvSpPr/>
          <p:nvPr>
            <p:custDataLst>
              <p:tags r:id="rId9"/>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816A"/>
        </a:solidFill>
        <a:effectLst/>
      </p:bgPr>
    </p:bg>
    <p:spTree>
      <p:nvGrpSpPr>
        <p:cNvPr id="1" name=""/>
        <p:cNvGrpSpPr/>
        <p:nvPr/>
      </p:nvGrpSpPr>
      <p:grpSpPr>
        <a:xfrm>
          <a:off x="0" y="0"/>
          <a:ext cx="0" cy="0"/>
          <a:chOff x="0" y="0"/>
          <a:chExt cx="0" cy="0"/>
        </a:xfrm>
      </p:grpSpPr>
      <p:sp>
        <p:nvSpPr>
          <p:cNvPr id="3" name="TextBox 6">
            <a:extLst>
              <a:ext uri="{FF2B5EF4-FFF2-40B4-BE49-F238E27FC236}">
                <a16:creationId xmlns:a16="http://schemas.microsoft.com/office/drawing/2014/main" id="{BCDC9828-5F13-EE71-CCF8-3FCB19E27E88}"/>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F720A649-101A-EEE5-06B8-A1DB66D0CED1}"/>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15B17C65-EB9E-6816-C698-11F3215B8A11}"/>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3E1BA230-289B-1932-2A50-CBFD4C87CB75}"/>
              </a:ext>
            </a:extLst>
          </p:cNvPr>
          <p:cNvSpPr txBox="1"/>
          <p:nvPr>
            <p:custDataLst>
              <p:tags r:id="rId4"/>
            </p:custDataLst>
          </p:nvPr>
        </p:nvSpPr>
        <p:spPr>
          <a:xfrm>
            <a:off x="2590800" y="6286500"/>
            <a:ext cx="13335000" cy="2756845"/>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Au contraire, obtenir un DEP est essentiel, car il donne une formation complète, reconnue, recherchée, avec des avantages indéniables que l’apprentissage sur le tas ne peut pas offrir. </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Une étude récente de l'Institut de la statistique du Québec montre que les personnes sans diplôme ont un taux de chômage deux fois plus élevé que celles ayant complété une formation qualifiante comme un DEP et que ces derniers ont un taux de placement de 86%, un chiffre de très loin supérieur à celui des non-diplômés. </a:t>
            </a:r>
          </a:p>
        </p:txBody>
      </p:sp>
    </p:spTree>
    <p:extLst>
      <p:ext uri="{BB962C8B-B14F-4D97-AF65-F5344CB8AC3E}">
        <p14:creationId xmlns:p14="http://schemas.microsoft.com/office/powerpoint/2010/main" val="3032686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DDCA"/>
        </a:solidFill>
        <a:effectLst/>
      </p:bgPr>
    </p:bg>
    <p:spTree>
      <p:nvGrpSpPr>
        <p:cNvPr id="1" name="">
          <a:extLst>
            <a:ext uri="{FF2B5EF4-FFF2-40B4-BE49-F238E27FC236}">
              <a16:creationId xmlns:a16="http://schemas.microsoft.com/office/drawing/2014/main" id="{39A7AFAE-9E4A-C7CD-C162-23A1902B34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3287608-2E7B-EE80-3BEA-7CFFB3C5A331}"/>
              </a:ext>
            </a:extLst>
          </p:cNvPr>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15921BAC-392B-25F1-9BE7-767C1B33163B}"/>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F27B960F-52BD-D50F-8380-0ED65558E137}"/>
              </a:ext>
            </a:extLst>
          </p:cNvPr>
          <p:cNvSpPr txBox="1"/>
          <p:nvPr>
            <p:custDataLst>
              <p:tags r:id="rId3"/>
            </p:custDataLst>
          </p:nvPr>
        </p:nvSpPr>
        <p:spPr>
          <a:xfrm>
            <a:off x="2328449" y="3695677"/>
            <a:ext cx="13631102" cy="4185954"/>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“La FP c’est pour ceux qui ont échoué </a:t>
            </a:r>
          </a:p>
          <a:p>
            <a:pPr algn="ctr">
              <a:lnSpc>
                <a:spcPts val="10800"/>
              </a:lnSpc>
            </a:pPr>
            <a:r>
              <a:rPr lang="fr-CA" sz="10000">
                <a:solidFill>
                  <a:srgbClr val="173359"/>
                </a:solidFill>
                <a:latin typeface="Bobby Jones Soft"/>
                <a:ea typeface="Bobby Jones Soft"/>
                <a:cs typeface="Bobby Jones Soft"/>
                <a:sym typeface="Bobby Jones Soft"/>
              </a:rPr>
              <a:t>à l’école” </a:t>
            </a:r>
          </a:p>
        </p:txBody>
      </p:sp>
      <p:grpSp>
        <p:nvGrpSpPr>
          <p:cNvPr id="7" name="Group 7">
            <a:extLst>
              <a:ext uri="{FF2B5EF4-FFF2-40B4-BE49-F238E27FC236}">
                <a16:creationId xmlns:a16="http://schemas.microsoft.com/office/drawing/2014/main" id="{94E1193C-48BF-F978-EC8E-0281B4337AEC}"/>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CBF6810C-6077-D3C2-2AD4-A4EE08B9392F}"/>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8A781367-3F89-620A-4145-F65F702ECE74}"/>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D1CF76A8-C70D-201B-0793-558D659D2624}"/>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0195B299-A336-6C7D-B234-3AE6E5D8A604}"/>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02</a:t>
            </a:r>
          </a:p>
        </p:txBody>
      </p:sp>
      <p:sp>
        <p:nvSpPr>
          <p:cNvPr id="16" name="Freeform 16">
            <a:extLst>
              <a:ext uri="{FF2B5EF4-FFF2-40B4-BE49-F238E27FC236}">
                <a16:creationId xmlns:a16="http://schemas.microsoft.com/office/drawing/2014/main" id="{45B85BB7-2422-2FFC-D63B-B6CBBFBF3814}"/>
              </a:ext>
            </a:extLst>
          </p:cNvPr>
          <p:cNvSpPr/>
          <p:nvPr>
            <p:custDataLst>
              <p:tags r:id="rId7"/>
            </p:custDataLst>
          </p:nvPr>
        </p:nvSpPr>
        <p:spPr>
          <a:xfrm rot="-2456080">
            <a:off x="6674667" y="8359573"/>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02A63974-576D-7D30-61B0-4A4140836AFA}"/>
              </a:ext>
            </a:extLst>
          </p:cNvPr>
          <p:cNvSpPr/>
          <p:nvPr>
            <p:custDataLst>
              <p:tags r:id="rId8"/>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0" name="Freeform 2">
            <a:extLst>
              <a:ext uri="{FF2B5EF4-FFF2-40B4-BE49-F238E27FC236}">
                <a16:creationId xmlns:a16="http://schemas.microsoft.com/office/drawing/2014/main" id="{5E7A3770-B594-8E00-9CE8-623624D2CFF9}"/>
              </a:ext>
            </a:extLst>
          </p:cNvPr>
          <p:cNvSpPr/>
          <p:nvPr>
            <p:custDataLst>
              <p:tags r:id="rId9"/>
            </p:custDataLst>
          </p:nvPr>
        </p:nvSpPr>
        <p:spPr>
          <a:xfrm>
            <a:off x="13187719" y="5849264"/>
            <a:ext cx="4483611" cy="4185953"/>
          </a:xfrm>
          <a:custGeom>
            <a:avLst/>
            <a:gdLst/>
            <a:ahLst/>
            <a:cxnLst/>
            <a:rect l="l" t="t" r="r" b="b"/>
            <a:pathLst>
              <a:path w="3024000" h="2759400">
                <a:moveTo>
                  <a:pt x="0" y="0"/>
                </a:moveTo>
                <a:lnTo>
                  <a:pt x="3024000" y="0"/>
                </a:lnTo>
                <a:lnTo>
                  <a:pt x="3024000" y="2759400"/>
                </a:lnTo>
                <a:lnTo>
                  <a:pt x="0" y="27594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Tree>
    <p:extLst>
      <p:ext uri="{BB962C8B-B14F-4D97-AF65-F5344CB8AC3E}">
        <p14:creationId xmlns:p14="http://schemas.microsoft.com/office/powerpoint/2010/main" val="418778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391F"/>
        </a:solidFill>
        <a:effectLst/>
      </p:bgPr>
    </p:bg>
    <p:spTree>
      <p:nvGrpSpPr>
        <p:cNvPr id="1" name="">
          <a:extLst>
            <a:ext uri="{FF2B5EF4-FFF2-40B4-BE49-F238E27FC236}">
              <a16:creationId xmlns:a16="http://schemas.microsoft.com/office/drawing/2014/main" id="{A61D4829-D7C7-3DD2-BB9A-7CFFA4B669CC}"/>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C82BA779-0AFC-5CC1-319D-8C862BDCFFC8}"/>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DD4C49F0-1B9D-3871-6832-4F0B9819DE6E}"/>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88FDFD0C-8071-9483-4399-BD40570EF522}"/>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315BD1DB-4701-AE89-11E8-48C7086E59C5}"/>
              </a:ext>
            </a:extLst>
          </p:cNvPr>
          <p:cNvSpPr txBox="1"/>
          <p:nvPr>
            <p:custDataLst>
              <p:tags r:id="rId4"/>
            </p:custDataLst>
          </p:nvPr>
        </p:nvSpPr>
        <p:spPr>
          <a:xfrm>
            <a:off x="2590800" y="6286500"/>
            <a:ext cx="13335000" cy="1900585"/>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On imagine souvent que la FP est une solution de dernier recours pour les élèves en échec dans les parcours académiques traditionnels</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Cette perception est erronée, car pour acquérir les connaissances et le savoir-faire nécessaires à l’exercice d’un métier, les élèves doivent maîtriser de nombreuses compétences tout en faisant appel à leurs meilleures aptitudes. </a:t>
            </a:r>
          </a:p>
        </p:txBody>
      </p:sp>
    </p:spTree>
    <p:extLst>
      <p:ext uri="{BB962C8B-B14F-4D97-AF65-F5344CB8AC3E}">
        <p14:creationId xmlns:p14="http://schemas.microsoft.com/office/powerpoint/2010/main" val="3064927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4D162"/>
        </a:solidFill>
        <a:effectLst/>
      </p:bgPr>
    </p:bg>
    <p:spTree>
      <p:nvGrpSpPr>
        <p:cNvPr id="1" name="">
          <a:extLst>
            <a:ext uri="{FF2B5EF4-FFF2-40B4-BE49-F238E27FC236}">
              <a16:creationId xmlns:a16="http://schemas.microsoft.com/office/drawing/2014/main" id="{8C2A98DC-C741-EB90-386F-39763B85C7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2A92277-88A2-7974-C00B-F16A930DEE78}"/>
              </a:ext>
            </a:extLst>
          </p:cNvPr>
          <p:cNvSpPr/>
          <p:nvPr>
            <p:custDataLst>
              <p:tags r:id="rId1"/>
            </p:custDataLst>
          </p:nvPr>
        </p:nvSpPr>
        <p:spPr>
          <a:xfrm rot="-6616908">
            <a:off x="14195666" y="-702016"/>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DFD50BAD-7EAC-9002-7491-58C1D7B35DF2}"/>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DD92F397-8EAA-B2D1-8D77-5AB3D582E15A}"/>
              </a:ext>
            </a:extLst>
          </p:cNvPr>
          <p:cNvSpPr txBox="1"/>
          <p:nvPr>
            <p:custDataLst>
              <p:tags r:id="rId3"/>
            </p:custDataLst>
          </p:nvPr>
        </p:nvSpPr>
        <p:spPr>
          <a:xfrm>
            <a:off x="6021715" y="3531199"/>
            <a:ext cx="9372003" cy="4185954"/>
          </a:xfrm>
          <a:prstGeom prst="rect">
            <a:avLst/>
          </a:prstGeom>
        </p:spPr>
        <p:txBody>
          <a:bodyPr wrap="square"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“Ça prend un DES pour accéder à la FP” </a:t>
            </a:r>
          </a:p>
        </p:txBody>
      </p:sp>
      <p:grpSp>
        <p:nvGrpSpPr>
          <p:cNvPr id="7" name="Group 7">
            <a:extLst>
              <a:ext uri="{FF2B5EF4-FFF2-40B4-BE49-F238E27FC236}">
                <a16:creationId xmlns:a16="http://schemas.microsoft.com/office/drawing/2014/main" id="{1EF37F82-2AC3-6A7D-4DC5-F624662A8170}"/>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F717079F-746F-7085-B04D-CB15B7636082}"/>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017779BF-355E-28B4-B29E-5D9094A860C5}"/>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E8ABB096-FC5B-4060-24B0-51F8B35D0536}"/>
              </a:ext>
            </a:extLst>
          </p:cNvPr>
          <p:cNvSpPr/>
          <p:nvPr>
            <p:custDataLst>
              <p:tags r:id="rId5"/>
            </p:custDataLst>
          </p:nvPr>
        </p:nvSpPr>
        <p:spPr>
          <a:xfrm rot="5745088" flipV="1">
            <a:off x="715344" y="311825"/>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48F5584A-6405-DF87-E4EC-C2A53E6E2B4A}"/>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03</a:t>
            </a:r>
          </a:p>
        </p:txBody>
      </p:sp>
      <p:sp>
        <p:nvSpPr>
          <p:cNvPr id="16" name="Freeform 16">
            <a:extLst>
              <a:ext uri="{FF2B5EF4-FFF2-40B4-BE49-F238E27FC236}">
                <a16:creationId xmlns:a16="http://schemas.microsoft.com/office/drawing/2014/main" id="{D542E2FA-B75B-C433-76C2-64C07481E52D}"/>
              </a:ext>
            </a:extLst>
          </p:cNvPr>
          <p:cNvSpPr/>
          <p:nvPr>
            <p:custDataLst>
              <p:tags r:id="rId7"/>
            </p:custDataLst>
          </p:nvPr>
        </p:nvSpPr>
        <p:spPr>
          <a:xfrm rot="-2456080">
            <a:off x="6396941" y="8701906"/>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467AAB64-88A3-C081-778A-67E52EF0BC99}"/>
              </a:ext>
            </a:extLst>
          </p:cNvPr>
          <p:cNvSpPr/>
          <p:nvPr>
            <p:custDataLst>
              <p:tags r:id="rId8"/>
            </p:custDataLst>
          </p:nvPr>
        </p:nvSpPr>
        <p:spPr>
          <a:xfrm rot="15574427" flipV="1">
            <a:off x="14950281" y="655678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4" name="Freeform 3">
            <a:extLst>
              <a:ext uri="{FF2B5EF4-FFF2-40B4-BE49-F238E27FC236}">
                <a16:creationId xmlns:a16="http://schemas.microsoft.com/office/drawing/2014/main" id="{79C3CA1C-8359-68E3-C0D0-DDDAAC09DA67}"/>
              </a:ext>
            </a:extLst>
          </p:cNvPr>
          <p:cNvSpPr/>
          <p:nvPr>
            <p:custDataLst>
              <p:tags r:id="rId9"/>
            </p:custDataLst>
          </p:nvPr>
        </p:nvSpPr>
        <p:spPr>
          <a:xfrm>
            <a:off x="908816" y="4101285"/>
            <a:ext cx="4927633" cy="4656613"/>
          </a:xfrm>
          <a:custGeom>
            <a:avLst/>
            <a:gdLst/>
            <a:ahLst/>
            <a:cxnLst/>
            <a:rect l="l" t="t" r="r" b="b"/>
            <a:pathLst>
              <a:path w="3024000" h="2857680">
                <a:moveTo>
                  <a:pt x="0" y="0"/>
                </a:moveTo>
                <a:lnTo>
                  <a:pt x="3024000" y="0"/>
                </a:lnTo>
                <a:lnTo>
                  <a:pt x="3024000" y="2857680"/>
                </a:lnTo>
                <a:lnTo>
                  <a:pt x="0" y="285768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Tree>
    <p:extLst>
      <p:ext uri="{BB962C8B-B14F-4D97-AF65-F5344CB8AC3E}">
        <p14:creationId xmlns:p14="http://schemas.microsoft.com/office/powerpoint/2010/main" val="3298647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16A"/>
        </a:solidFill>
        <a:effectLst/>
      </p:bgPr>
    </p:bg>
    <p:spTree>
      <p:nvGrpSpPr>
        <p:cNvPr id="1" name="">
          <a:extLst>
            <a:ext uri="{FF2B5EF4-FFF2-40B4-BE49-F238E27FC236}">
              <a16:creationId xmlns:a16="http://schemas.microsoft.com/office/drawing/2014/main" id="{DEC28972-0A60-E5C7-CF35-DAF3E78C5676}"/>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2D60C6CF-1EB3-0A4D-50B9-1848A78BC48D}"/>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B00F959E-B3B0-5303-7B2A-7D8BCFFF32C0}"/>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23D2BFEC-6266-7D4E-55AD-C913402A0975}"/>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858A0F7B-D942-03F5-4437-47EB4F8A2F01}"/>
              </a:ext>
            </a:extLst>
          </p:cNvPr>
          <p:cNvSpPr txBox="1"/>
          <p:nvPr>
            <p:custDataLst>
              <p:tags r:id="rId4"/>
            </p:custDataLst>
          </p:nvPr>
        </p:nvSpPr>
        <p:spPr>
          <a:xfrm>
            <a:off x="2590800" y="6286500"/>
            <a:ext cx="13335000" cy="1900585"/>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On pense souvent que seuls les diplômés du secondaire peuvent accéder à la formation professionnelle.</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Aucun programme de la FP n’exige le diplôme d’études secondaires (DES) pour être admis. Dans un établissement de formation professionnelle, les conditions d’admission varient selon le type de diplôme souhaité. </a:t>
            </a:r>
          </a:p>
        </p:txBody>
      </p:sp>
    </p:spTree>
    <p:extLst>
      <p:ext uri="{BB962C8B-B14F-4D97-AF65-F5344CB8AC3E}">
        <p14:creationId xmlns:p14="http://schemas.microsoft.com/office/powerpoint/2010/main" val="1656039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05FAB07F-EB2C-C512-EAD4-084CE68F05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0B6E5AB-E66E-2776-10A4-97D07C70989F}"/>
              </a:ext>
            </a:extLst>
          </p:cNvPr>
          <p:cNvSpPr/>
          <p:nvPr>
            <p:custDataLst>
              <p:tags r:id="rId1"/>
            </p:custDataLst>
          </p:nvPr>
        </p:nvSpPr>
        <p:spPr>
          <a:xfrm rot="-6616908">
            <a:off x="14479740" y="6555039"/>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1E9CBB30-587A-D22F-9948-E30022E18CAB}"/>
              </a:ext>
            </a:extLst>
          </p:cNvPr>
          <p:cNvSpPr/>
          <p:nvPr>
            <p:custDataLst>
              <p:tags r:id="rId2"/>
            </p:custDataLst>
          </p:nvPr>
        </p:nvSpPr>
        <p:spPr>
          <a:xfrm flipH="1" flipV="1">
            <a:off x="1824111" y="1915850"/>
            <a:ext cx="14639778" cy="7953146"/>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695846C8-5156-635B-9955-819DE9D11617}"/>
              </a:ext>
            </a:extLst>
          </p:cNvPr>
          <p:cNvSpPr txBox="1"/>
          <p:nvPr>
            <p:custDataLst>
              <p:tags r:id="rId3"/>
            </p:custDataLst>
          </p:nvPr>
        </p:nvSpPr>
        <p:spPr>
          <a:xfrm>
            <a:off x="2312407" y="2913054"/>
            <a:ext cx="13631102" cy="6955943"/>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“La formation professionnelle, c’est uniquement pour ceux qui aiment le travail manuel” </a:t>
            </a:r>
          </a:p>
        </p:txBody>
      </p:sp>
      <p:grpSp>
        <p:nvGrpSpPr>
          <p:cNvPr id="7" name="Group 7">
            <a:extLst>
              <a:ext uri="{FF2B5EF4-FFF2-40B4-BE49-F238E27FC236}">
                <a16:creationId xmlns:a16="http://schemas.microsoft.com/office/drawing/2014/main" id="{323A9C8C-3A76-0ECE-52EC-2E1CD457D2D3}"/>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93334AD3-0E35-C5A0-4631-63CCBECF4C60}"/>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6617BECA-B945-7D20-D0AB-424BFD56F5F1}"/>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5E38C664-9534-9E02-073D-8C9C3AAF8A23}"/>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256FB1AE-4B28-6BCE-BAF8-2AB264ABF7DC}"/>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04</a:t>
            </a:r>
          </a:p>
        </p:txBody>
      </p:sp>
      <p:sp>
        <p:nvSpPr>
          <p:cNvPr id="16" name="Freeform 16">
            <a:extLst>
              <a:ext uri="{FF2B5EF4-FFF2-40B4-BE49-F238E27FC236}">
                <a16:creationId xmlns:a16="http://schemas.microsoft.com/office/drawing/2014/main" id="{C69200AF-6695-D238-5C7D-64F04DEBA4A0}"/>
              </a:ext>
            </a:extLst>
          </p:cNvPr>
          <p:cNvSpPr/>
          <p:nvPr>
            <p:custDataLst>
              <p:tags r:id="rId7"/>
            </p:custDataLst>
          </p:nvPr>
        </p:nvSpPr>
        <p:spPr>
          <a:xfrm rot="-2456080">
            <a:off x="-200723" y="-257429"/>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6A9953FF-628D-9504-E78B-92DA5E4264D3}"/>
              </a:ext>
            </a:extLst>
          </p:cNvPr>
          <p:cNvSpPr/>
          <p:nvPr>
            <p:custDataLst>
              <p:tags r:id="rId8"/>
            </p:custDataLst>
          </p:nvPr>
        </p:nvSpPr>
        <p:spPr>
          <a:xfrm rot="6025573" flipH="1" flipV="1">
            <a:off x="-65042" y="673991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Tree>
    <p:extLst>
      <p:ext uri="{BB962C8B-B14F-4D97-AF65-F5344CB8AC3E}">
        <p14:creationId xmlns:p14="http://schemas.microsoft.com/office/powerpoint/2010/main" val="2830620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391F"/>
        </a:solidFill>
        <a:effectLst/>
      </p:bgPr>
    </p:bg>
    <p:spTree>
      <p:nvGrpSpPr>
        <p:cNvPr id="1" name="">
          <a:extLst>
            <a:ext uri="{FF2B5EF4-FFF2-40B4-BE49-F238E27FC236}">
              <a16:creationId xmlns:a16="http://schemas.microsoft.com/office/drawing/2014/main" id="{2B316A28-CCE6-ABDB-DA64-810ED0161448}"/>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52F202E2-4C79-4AFE-8939-0FCD4828254A}"/>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7C1F41B5-A206-92C6-F081-B42C6BE077CE}"/>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9CA3CE44-CB4B-898F-CBBF-95C8298C4D53}"/>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BACE4050-11D9-A343-3B67-780A80947FB7}"/>
              </a:ext>
            </a:extLst>
          </p:cNvPr>
          <p:cNvSpPr txBox="1"/>
          <p:nvPr>
            <p:custDataLst>
              <p:tags r:id="rId4"/>
            </p:custDataLst>
          </p:nvPr>
        </p:nvSpPr>
        <p:spPr>
          <a:xfrm>
            <a:off x="2590800" y="6286500"/>
            <a:ext cx="13335000" cy="2229906"/>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Une fausse idée associe la FP uniquement à des métiers physiques ou techniques</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La FP répond à divers intérêts : création, résolution de problèmes, gestion, travail auprès des gens ou encore manipulation de données. De fait, 25 % des diplômés en FP au Québec travaillent dans des secteurs qui tout en étant des métiers concrets, mais non directement associés aux métiers manuels, comme la bureautique, les arts ou la gestion. </a:t>
            </a:r>
          </a:p>
        </p:txBody>
      </p:sp>
    </p:spTree>
    <p:extLst>
      <p:ext uri="{BB962C8B-B14F-4D97-AF65-F5344CB8AC3E}">
        <p14:creationId xmlns:p14="http://schemas.microsoft.com/office/powerpoint/2010/main" val="480876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6E16"/>
        </a:solidFill>
        <a:effectLst/>
      </p:bgPr>
    </p:bg>
    <p:spTree>
      <p:nvGrpSpPr>
        <p:cNvPr id="1" name="">
          <a:extLst>
            <a:ext uri="{FF2B5EF4-FFF2-40B4-BE49-F238E27FC236}">
              <a16:creationId xmlns:a16="http://schemas.microsoft.com/office/drawing/2014/main" id="{C0BD5A75-DBD4-4D29-D023-437E1D60B9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1DBE4B-45B9-C9C8-84A9-3522B1E3915C}"/>
              </a:ext>
            </a:extLst>
          </p:cNvPr>
          <p:cNvSpPr/>
          <p:nvPr>
            <p:custDataLst>
              <p:tags r:id="rId1"/>
            </p:custDataLst>
          </p:nvPr>
        </p:nvSpPr>
        <p:spPr>
          <a:xfrm rot="-6616908">
            <a:off x="14479740" y="6555039"/>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3AD1A457-D65E-07C4-675F-2E3007B324E5}"/>
              </a:ext>
            </a:extLst>
          </p:cNvPr>
          <p:cNvSpPr/>
          <p:nvPr>
            <p:custDataLst>
              <p:tags r:id="rId2"/>
            </p:custDataLst>
          </p:nvPr>
        </p:nvSpPr>
        <p:spPr>
          <a:xfrm flipH="1" flipV="1">
            <a:off x="1824111" y="1915850"/>
            <a:ext cx="14639778" cy="642805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9A15BE1F-BEAE-2CDE-4ADC-A7D5897DB063}"/>
              </a:ext>
            </a:extLst>
          </p:cNvPr>
          <p:cNvSpPr txBox="1"/>
          <p:nvPr>
            <p:custDataLst>
              <p:tags r:id="rId3"/>
            </p:custDataLst>
          </p:nvPr>
        </p:nvSpPr>
        <p:spPr>
          <a:xfrm>
            <a:off x="2328449" y="4196044"/>
            <a:ext cx="13631102" cy="2800960"/>
          </a:xfrm>
          <a:prstGeom prst="rect">
            <a:avLst/>
          </a:prstGeom>
        </p:spPr>
        <p:txBody>
          <a:bodyPr lIns="0" tIns="0" rIns="0" bIns="0" rtlCol="0" anchor="t">
            <a:spAutoFit/>
          </a:bodyPr>
          <a:lstStyle/>
          <a:p>
            <a:pPr algn="ctr">
              <a:lnSpc>
                <a:spcPts val="10800"/>
              </a:lnSpc>
            </a:pPr>
            <a:r>
              <a:rPr lang="fr-CA" sz="10000" dirty="0">
                <a:solidFill>
                  <a:srgbClr val="173359"/>
                </a:solidFill>
                <a:latin typeface="Bobby Jones Soft"/>
                <a:ea typeface="Bobby Jones Soft"/>
                <a:cs typeface="Bobby Jones Soft"/>
                <a:sym typeface="Bobby Jones Soft"/>
              </a:rPr>
              <a:t>“La FP est réservée aux jeunes et aux gars” </a:t>
            </a:r>
          </a:p>
        </p:txBody>
      </p:sp>
      <p:grpSp>
        <p:nvGrpSpPr>
          <p:cNvPr id="7" name="Group 7">
            <a:extLst>
              <a:ext uri="{FF2B5EF4-FFF2-40B4-BE49-F238E27FC236}">
                <a16:creationId xmlns:a16="http://schemas.microsoft.com/office/drawing/2014/main" id="{809B5437-CF8E-5439-523C-89EB4865A740}"/>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AFAB234F-8E09-A01C-7671-8338013C4CCA}"/>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FFF32B0D-8B09-0AAD-9AEB-242F3E1C4AFA}"/>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43265C86-4A06-0239-990C-E02AFEBE1FCE}"/>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DF81F7D1-21BA-D74E-4127-BE835C852555}"/>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05</a:t>
            </a:r>
          </a:p>
        </p:txBody>
      </p:sp>
      <p:sp>
        <p:nvSpPr>
          <p:cNvPr id="16" name="Freeform 16">
            <a:extLst>
              <a:ext uri="{FF2B5EF4-FFF2-40B4-BE49-F238E27FC236}">
                <a16:creationId xmlns:a16="http://schemas.microsoft.com/office/drawing/2014/main" id="{37F3CCC1-1A46-DB19-FB6F-77E789269ADF}"/>
              </a:ext>
            </a:extLst>
          </p:cNvPr>
          <p:cNvSpPr/>
          <p:nvPr>
            <p:custDataLst>
              <p:tags r:id="rId7"/>
            </p:custDataLst>
          </p:nvPr>
        </p:nvSpPr>
        <p:spPr>
          <a:xfrm rot="-2456080">
            <a:off x="-200723" y="-257429"/>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4BDDA523-640E-C47D-9DBC-435BC26C31AD}"/>
              </a:ext>
            </a:extLst>
          </p:cNvPr>
          <p:cNvSpPr/>
          <p:nvPr>
            <p:custDataLst>
              <p:tags r:id="rId8"/>
            </p:custDataLst>
          </p:nvPr>
        </p:nvSpPr>
        <p:spPr>
          <a:xfrm rot="6025573" flipH="1" flipV="1">
            <a:off x="-65042" y="673991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4" name="Freeform 5">
            <a:extLst>
              <a:ext uri="{FF2B5EF4-FFF2-40B4-BE49-F238E27FC236}">
                <a16:creationId xmlns:a16="http://schemas.microsoft.com/office/drawing/2014/main" id="{0E31D9D6-34C9-0580-289E-6A904CC3FE1C}"/>
              </a:ext>
            </a:extLst>
          </p:cNvPr>
          <p:cNvSpPr/>
          <p:nvPr>
            <p:custDataLst>
              <p:tags r:id="rId9"/>
            </p:custDataLst>
          </p:nvPr>
        </p:nvSpPr>
        <p:spPr>
          <a:xfrm>
            <a:off x="4126523" y="6996154"/>
            <a:ext cx="3024000" cy="3441252"/>
          </a:xfrm>
          <a:custGeom>
            <a:avLst/>
            <a:gdLst/>
            <a:ahLst/>
            <a:cxnLst/>
            <a:rect l="l" t="t" r="r" b="b"/>
            <a:pathLst>
              <a:path w="3024000" h="3441252">
                <a:moveTo>
                  <a:pt x="0" y="0"/>
                </a:moveTo>
                <a:lnTo>
                  <a:pt x="3024000" y="0"/>
                </a:lnTo>
                <a:lnTo>
                  <a:pt x="3024000" y="3441252"/>
                </a:lnTo>
                <a:lnTo>
                  <a:pt x="0" y="34412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Tree>
    <p:extLst>
      <p:ext uri="{BB962C8B-B14F-4D97-AF65-F5344CB8AC3E}">
        <p14:creationId xmlns:p14="http://schemas.microsoft.com/office/powerpoint/2010/main" val="3006447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391F"/>
        </a:solidFill>
        <a:effectLst/>
      </p:bgPr>
    </p:bg>
    <p:spTree>
      <p:nvGrpSpPr>
        <p:cNvPr id="1" name="">
          <a:extLst>
            <a:ext uri="{FF2B5EF4-FFF2-40B4-BE49-F238E27FC236}">
              <a16:creationId xmlns:a16="http://schemas.microsoft.com/office/drawing/2014/main" id="{74D57491-6591-DF81-94A7-50552D4009A8}"/>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73267BD2-1485-EFA9-8D9A-9460C4BFAB6A}"/>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569C4040-826F-7EB1-D940-421344AFF715}"/>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58052FB1-8F26-EBF4-6BBB-1F5835E084C1}"/>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F3A8B623-244A-F88B-6565-D705C6AFF839}"/>
              </a:ext>
            </a:extLst>
          </p:cNvPr>
          <p:cNvSpPr txBox="1"/>
          <p:nvPr>
            <p:custDataLst>
              <p:tags r:id="rId4"/>
            </p:custDataLst>
          </p:nvPr>
        </p:nvSpPr>
        <p:spPr>
          <a:xfrm>
            <a:off x="2590800" y="6286500"/>
            <a:ext cx="13335000" cy="1900585"/>
          </a:xfrm>
          <a:prstGeom prst="rect">
            <a:avLst/>
          </a:prstGeom>
          <a:noFill/>
        </p:spPr>
        <p:txBody>
          <a:bodyPr wrap="square">
            <a:spAutoFit/>
          </a:bodyPr>
          <a:lstStyle/>
          <a:p>
            <a:pPr algn="ctr">
              <a:lnSpc>
                <a:spcPct val="107000"/>
              </a:lnSpc>
              <a:spcAft>
                <a:spcPts val="800"/>
              </a:spcAft>
            </a:pPr>
            <a:r>
              <a:rPr lang="fr-CA" sz="3200" kern="100" dirty="0">
                <a:effectLst/>
                <a:latin typeface="Bobby Jones Soft" panose="020B0604020202020204" charset="0"/>
                <a:ea typeface="Aptos" panose="020B0004020202020204" pitchFamily="34" charset="0"/>
                <a:cs typeface="Times New Roman" panose="02020603050405020304" pitchFamily="18" charset="0"/>
              </a:rPr>
              <a:t>Une perception biaisée associe la FP à des jeunes hommes qui sortent du secondaire.</a:t>
            </a:r>
          </a:p>
          <a:p>
            <a:pPr algn="ctr">
              <a:lnSpc>
                <a:spcPct val="107000"/>
              </a:lnSpc>
              <a:spcAft>
                <a:spcPts val="800"/>
              </a:spcAft>
            </a:pPr>
            <a:r>
              <a:rPr lang="fr-CA" sz="2000" kern="100" dirty="0">
                <a:effectLst/>
                <a:latin typeface="Bobby Jones Soft" panose="020B0604020202020204" charset="0"/>
                <a:ea typeface="Aptos" panose="020B0004020202020204" pitchFamily="34" charset="0"/>
                <a:cs typeface="Times New Roman" panose="02020603050405020304" pitchFamily="18" charset="0"/>
              </a:rPr>
              <a:t>la FP est ouverte à tous, quel que soit l’âge, le sexe, et de nombreux adultes en reconversion y trouvent une seconde carrière épanouissante. </a:t>
            </a:r>
          </a:p>
        </p:txBody>
      </p:sp>
    </p:spTree>
    <p:extLst>
      <p:ext uri="{BB962C8B-B14F-4D97-AF65-F5344CB8AC3E}">
        <p14:creationId xmlns:p14="http://schemas.microsoft.com/office/powerpoint/2010/main" val="2832097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9A03B84D-9477-E251-C9E9-ADD8DE9342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029FCF-2DE6-4141-3FA4-713CEAA9A50E}"/>
              </a:ext>
            </a:extLst>
          </p:cNvPr>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A66A7C04-F244-F91A-26E8-05E244E76036}"/>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E314AE98-E9D7-7362-AAE8-286DD25E9CCD}"/>
              </a:ext>
            </a:extLst>
          </p:cNvPr>
          <p:cNvSpPr txBox="1"/>
          <p:nvPr>
            <p:custDataLst>
              <p:tags r:id="rId3"/>
            </p:custDataLst>
          </p:nvPr>
        </p:nvSpPr>
        <p:spPr>
          <a:xfrm>
            <a:off x="2328449" y="3695677"/>
            <a:ext cx="13631102" cy="4185954"/>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“Peu de débouchés et des salaires faibles après la FP !” </a:t>
            </a:r>
          </a:p>
        </p:txBody>
      </p:sp>
      <p:grpSp>
        <p:nvGrpSpPr>
          <p:cNvPr id="7" name="Group 7">
            <a:extLst>
              <a:ext uri="{FF2B5EF4-FFF2-40B4-BE49-F238E27FC236}">
                <a16:creationId xmlns:a16="http://schemas.microsoft.com/office/drawing/2014/main" id="{0438C4A5-B76B-AE51-C7C0-A8FF4AC51AF3}"/>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5963212B-7629-AADC-7DF1-FB0F8454C146}"/>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B07F77E3-7724-E6A5-AD4A-F101E78A77DD}"/>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2A4F74BD-FD4C-7D5C-D9AF-756FCEF4076A}"/>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97D22900-9ACD-3CD3-17D3-DBA41E4A343B}"/>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06</a:t>
            </a:r>
          </a:p>
        </p:txBody>
      </p:sp>
      <p:sp>
        <p:nvSpPr>
          <p:cNvPr id="16" name="Freeform 16">
            <a:extLst>
              <a:ext uri="{FF2B5EF4-FFF2-40B4-BE49-F238E27FC236}">
                <a16:creationId xmlns:a16="http://schemas.microsoft.com/office/drawing/2014/main" id="{E17249AA-D5FF-0AB9-20CF-FC248876B9BC}"/>
              </a:ext>
            </a:extLst>
          </p:cNvPr>
          <p:cNvSpPr/>
          <p:nvPr>
            <p:custDataLst>
              <p:tags r:id="rId7"/>
            </p:custDataLst>
          </p:nvPr>
        </p:nvSpPr>
        <p:spPr>
          <a:xfrm rot="-2456080">
            <a:off x="12216425" y="5674676"/>
            <a:ext cx="7147357" cy="4644820"/>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900E9745-2748-3FBE-7A68-9A36B024866A}"/>
              </a:ext>
            </a:extLst>
          </p:cNvPr>
          <p:cNvSpPr/>
          <p:nvPr>
            <p:custDataLst>
              <p:tags r:id="rId8"/>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Tree>
    <p:extLst>
      <p:ext uri="{BB962C8B-B14F-4D97-AF65-F5344CB8AC3E}">
        <p14:creationId xmlns:p14="http://schemas.microsoft.com/office/powerpoint/2010/main" val="47867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816A"/>
        </a:solidFill>
        <a:effectLst/>
      </p:bgPr>
    </p:bg>
    <p:spTree>
      <p:nvGrpSpPr>
        <p:cNvPr id="1" name="">
          <a:extLst>
            <a:ext uri="{FF2B5EF4-FFF2-40B4-BE49-F238E27FC236}">
              <a16:creationId xmlns:a16="http://schemas.microsoft.com/office/drawing/2014/main" id="{7959BD43-F8D2-7364-A56A-1259D43AC059}"/>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878D98CC-C83C-B36E-5A24-4B6E124A4390}"/>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6A3B9A5E-63FB-55CD-FE8B-05427F2AC873}"/>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03E2A3B3-79BD-4510-1B7C-0578BA21370E}"/>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6DAAABFE-25F2-F6E6-D826-B9BF78029A64}"/>
              </a:ext>
            </a:extLst>
          </p:cNvPr>
          <p:cNvSpPr txBox="1"/>
          <p:nvPr>
            <p:custDataLst>
              <p:tags r:id="rId4"/>
            </p:custDataLst>
          </p:nvPr>
        </p:nvSpPr>
        <p:spPr>
          <a:xfrm>
            <a:off x="2590800" y="6286500"/>
            <a:ext cx="13335000" cy="2756845"/>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On entend souvent dire que les métiers issus de la FP sont moins valorisés et offrent peu de perspectives, comparé à ceux nécessitant un diplôme universitaire.</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En fait, les métiers techniques et manuels sont tout aussi essentiels et souvent mieux rémunérés que des postes nécessitant un diplôme universitaire. Ils connaissent souvent un taux d’embauche supérieur, avec des compétences pratiques immédiatement valorisables sur le marché de l’emploi..</a:t>
            </a:r>
          </a:p>
        </p:txBody>
      </p:sp>
    </p:spTree>
    <p:extLst>
      <p:ext uri="{BB962C8B-B14F-4D97-AF65-F5344CB8AC3E}">
        <p14:creationId xmlns:p14="http://schemas.microsoft.com/office/powerpoint/2010/main" val="891184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08116BAB-55DC-092C-7A74-380425E9BF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04CB9A-A709-E63C-5539-638D487CAC9F}"/>
              </a:ext>
            </a:extLst>
          </p:cNvPr>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C97ACD06-C9BE-EC82-484B-F4C790ACF51D}"/>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C7C488C3-EE76-3B2F-C61A-E59024972693}"/>
              </a:ext>
            </a:extLst>
          </p:cNvPr>
          <p:cNvSpPr txBox="1"/>
          <p:nvPr>
            <p:custDataLst>
              <p:tags r:id="rId3"/>
            </p:custDataLst>
          </p:nvPr>
        </p:nvSpPr>
        <p:spPr>
          <a:xfrm>
            <a:off x="2414055" y="3416761"/>
            <a:ext cx="13631102" cy="4170822"/>
          </a:xfrm>
          <a:prstGeom prst="rect">
            <a:avLst/>
          </a:prstGeom>
        </p:spPr>
        <p:txBody>
          <a:bodyPr lIns="0" tIns="0" rIns="0" bIns="0" rtlCol="0" anchor="t">
            <a:spAutoFit/>
          </a:bodyPr>
          <a:lstStyle/>
          <a:p>
            <a:pPr algn="ctr">
              <a:lnSpc>
                <a:spcPts val="10800"/>
              </a:lnSpc>
            </a:pPr>
            <a:r>
              <a:rPr lang="fr-CA" sz="9600">
                <a:solidFill>
                  <a:srgbClr val="173359"/>
                </a:solidFill>
                <a:latin typeface="Bobby Jones Soft"/>
                <a:ea typeface="Bobby Jones Soft"/>
                <a:cs typeface="Bobby Jones Soft"/>
                <a:sym typeface="Bobby Jones Soft"/>
              </a:rPr>
              <a:t>“Un diplôme en FP peut te permettre d’aller au cégep” </a:t>
            </a:r>
            <a:endParaRPr lang="fr-CA" sz="7200">
              <a:solidFill>
                <a:srgbClr val="173359"/>
              </a:solidFill>
              <a:latin typeface="Bobby Jones Soft"/>
              <a:ea typeface="Bobby Jones Soft"/>
              <a:cs typeface="Bobby Jones Soft"/>
              <a:sym typeface="Bobby Jones Soft"/>
            </a:endParaRPr>
          </a:p>
        </p:txBody>
      </p:sp>
      <p:grpSp>
        <p:nvGrpSpPr>
          <p:cNvPr id="4" name="Group 25">
            <a:extLst>
              <a:ext uri="{FF2B5EF4-FFF2-40B4-BE49-F238E27FC236}">
                <a16:creationId xmlns:a16="http://schemas.microsoft.com/office/drawing/2014/main" id="{5753AB4A-4C4C-6EEC-CB45-170EB62599F3}"/>
              </a:ext>
            </a:extLst>
          </p:cNvPr>
          <p:cNvGrpSpPr/>
          <p:nvPr>
            <p:custDataLst>
              <p:tags r:id="rId4"/>
            </p:custDataLst>
          </p:nvPr>
        </p:nvGrpSpPr>
        <p:grpSpPr>
          <a:xfrm>
            <a:off x="8153400" y="1891628"/>
            <a:ext cx="1905000" cy="909822"/>
            <a:chOff x="0" y="0"/>
            <a:chExt cx="1524632" cy="239624"/>
          </a:xfrm>
        </p:grpSpPr>
        <p:sp>
          <p:nvSpPr>
            <p:cNvPr id="5" name="Freeform 26">
              <a:extLst>
                <a:ext uri="{FF2B5EF4-FFF2-40B4-BE49-F238E27FC236}">
                  <a16:creationId xmlns:a16="http://schemas.microsoft.com/office/drawing/2014/main" id="{7DB125A7-7297-0B14-136D-3C5763D380BA}"/>
                </a:ext>
              </a:extLst>
            </p:cNvPr>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FF816A"/>
            </a:solidFill>
            <a:ln cap="rnd">
              <a:noFill/>
              <a:prstDash val="solid"/>
              <a:round/>
            </a:ln>
          </p:spPr>
          <p:txBody>
            <a:bodyPr/>
            <a:lstStyle/>
            <a:p>
              <a:endParaRPr lang="fr-CA"/>
            </a:p>
          </p:txBody>
        </p:sp>
        <p:sp>
          <p:nvSpPr>
            <p:cNvPr id="10" name="TextBox 27">
              <a:extLst>
                <a:ext uri="{FF2B5EF4-FFF2-40B4-BE49-F238E27FC236}">
                  <a16:creationId xmlns:a16="http://schemas.microsoft.com/office/drawing/2014/main" id="{C542FDA9-962E-7AF7-2884-06988A7C7E69}"/>
                </a:ext>
              </a:extLst>
            </p:cNvPr>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E04AE69B-944A-CB30-CBC6-7BB516559867}"/>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CDDB43A6-3243-05F8-01A0-5FBBA293ABE0}"/>
              </a:ext>
            </a:extLst>
          </p:cNvPr>
          <p:cNvSpPr txBox="1"/>
          <p:nvPr>
            <p:custDataLst>
              <p:tags r:id="rId6"/>
            </p:custDataLst>
          </p:nvPr>
        </p:nvSpPr>
        <p:spPr>
          <a:xfrm>
            <a:off x="6553200" y="2259875"/>
            <a:ext cx="5112904" cy="521425"/>
          </a:xfrm>
          <a:prstGeom prst="rect">
            <a:avLst/>
          </a:prstGeom>
        </p:spPr>
        <p:txBody>
          <a:bodyPr lIns="0" tIns="0" rIns="0" bIns="0" rtlCol="0" anchor="t">
            <a:spAutoFit/>
          </a:bodyPr>
          <a:lstStyle/>
          <a:p>
            <a:pPr algn="ctr">
              <a:lnSpc>
                <a:spcPts val="3600"/>
              </a:lnSpc>
            </a:pPr>
            <a:r>
              <a:rPr lang="en-US" sz="6000" b="1">
                <a:solidFill>
                  <a:srgbClr val="173359"/>
                </a:solidFill>
                <a:latin typeface="Arimo Bold"/>
                <a:ea typeface="Arimo Bold"/>
                <a:cs typeface="Arimo Bold"/>
                <a:sym typeface="Arimo Bold"/>
              </a:rPr>
              <a:t>07</a:t>
            </a:r>
          </a:p>
        </p:txBody>
      </p:sp>
      <p:sp>
        <p:nvSpPr>
          <p:cNvPr id="16" name="Freeform 16">
            <a:extLst>
              <a:ext uri="{FF2B5EF4-FFF2-40B4-BE49-F238E27FC236}">
                <a16:creationId xmlns:a16="http://schemas.microsoft.com/office/drawing/2014/main" id="{2766C1BD-B9CD-797A-4BAA-3132D5ED9A17}"/>
              </a:ext>
            </a:extLst>
          </p:cNvPr>
          <p:cNvSpPr/>
          <p:nvPr>
            <p:custDataLst>
              <p:tags r:id="rId7"/>
            </p:custDataLst>
          </p:nvPr>
        </p:nvSpPr>
        <p:spPr>
          <a:xfrm rot="-2456080">
            <a:off x="6396941" y="8701906"/>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480C9A59-722E-1030-6CB8-E71F7D4DC62E}"/>
              </a:ext>
            </a:extLst>
          </p:cNvPr>
          <p:cNvSpPr/>
          <p:nvPr>
            <p:custDataLst>
              <p:tags r:id="rId8"/>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7" name="Freeform 6">
            <a:extLst>
              <a:ext uri="{FF2B5EF4-FFF2-40B4-BE49-F238E27FC236}">
                <a16:creationId xmlns:a16="http://schemas.microsoft.com/office/drawing/2014/main" id="{F08D66D9-A6D4-2A3D-C593-933CE60E7AA2}"/>
              </a:ext>
            </a:extLst>
          </p:cNvPr>
          <p:cNvSpPr/>
          <p:nvPr>
            <p:custDataLst>
              <p:tags r:id="rId9"/>
            </p:custDataLst>
          </p:nvPr>
        </p:nvSpPr>
        <p:spPr>
          <a:xfrm>
            <a:off x="12152539" y="6389679"/>
            <a:ext cx="3721405" cy="3516256"/>
          </a:xfrm>
          <a:custGeom>
            <a:avLst/>
            <a:gdLst/>
            <a:ahLst/>
            <a:cxnLst/>
            <a:rect l="l" t="t" r="r" b="b"/>
            <a:pathLst>
              <a:path w="3024000" h="2986200">
                <a:moveTo>
                  <a:pt x="0" y="0"/>
                </a:moveTo>
                <a:lnTo>
                  <a:pt x="3024000" y="0"/>
                </a:lnTo>
                <a:lnTo>
                  <a:pt x="3024000" y="2986200"/>
                </a:lnTo>
                <a:lnTo>
                  <a:pt x="0" y="29862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Tree>
    <p:extLst>
      <p:ext uri="{BB962C8B-B14F-4D97-AF65-F5344CB8AC3E}">
        <p14:creationId xmlns:p14="http://schemas.microsoft.com/office/powerpoint/2010/main" val="1269171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0B2E3760-E865-9F66-AD20-3074E0BE3624}"/>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C698DF04-324D-68FD-AFF2-819B5E1BC6B2}"/>
              </a:ext>
            </a:extLst>
          </p:cNvPr>
          <p:cNvSpPr txBox="1">
            <a:spLocks noGrp="1" noRot="1" noMove="1" noResize="1" noEditPoints="1" noAdjustHandles="1" noChangeArrowheads="1" noChangeShapeType="1"/>
          </p:cNvSpPr>
          <p:nvPr>
            <p:custDataLst>
              <p:tags r:id="rId1"/>
            </p:custDataLst>
          </p:nvPr>
        </p:nvSpPr>
        <p:spPr>
          <a:xfrm>
            <a:off x="-838200" y="4381500"/>
            <a:ext cx="20269200" cy="2924711"/>
          </a:xfrm>
          <a:prstGeom prst="rect">
            <a:avLst/>
          </a:prstGeom>
        </p:spPr>
        <p:txBody>
          <a:bodyPr wrap="square" lIns="0" tIns="0" rIns="0" bIns="0" rtlCol="0" anchor="t">
            <a:spAutoFit/>
          </a:bodyPr>
          <a:lstStyle/>
          <a:p>
            <a:pPr algn="ctr">
              <a:lnSpc>
                <a:spcPts val="10800"/>
              </a:lnSpc>
            </a:pPr>
            <a:r>
              <a:rPr lang="fr-CA" sz="50000">
                <a:solidFill>
                  <a:srgbClr val="76B531"/>
                </a:solidFill>
                <a:latin typeface="Bobby Jones Soft"/>
                <a:ea typeface="Bobby Jones Soft"/>
                <a:cs typeface="Bobby Jones Soft"/>
                <a:sym typeface="Bobby Jones Soft"/>
              </a:rPr>
              <a:t>réalité</a:t>
            </a:r>
          </a:p>
        </p:txBody>
      </p:sp>
      <p:sp>
        <p:nvSpPr>
          <p:cNvPr id="8" name="Freeform 3">
            <a:extLst>
              <a:ext uri="{FF2B5EF4-FFF2-40B4-BE49-F238E27FC236}">
                <a16:creationId xmlns:a16="http://schemas.microsoft.com/office/drawing/2014/main" id="{10F03711-EA65-32F7-FD8A-97FE15184740}"/>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2695EB93-9F02-CDC5-1DF0-7F0748B7C753}"/>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3E1461EC-AB9E-4B19-D52C-BDCFA3AF6579}"/>
              </a:ext>
            </a:extLst>
          </p:cNvPr>
          <p:cNvSpPr txBox="1"/>
          <p:nvPr>
            <p:custDataLst>
              <p:tags r:id="rId4"/>
            </p:custDataLst>
          </p:nvPr>
        </p:nvSpPr>
        <p:spPr>
          <a:xfrm>
            <a:off x="2590800" y="6286500"/>
            <a:ext cx="13335000" cy="2229906"/>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La FP est vue comme une impasse pour ceux qui voudraient aller au cégep ou à l’université.</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Les DEP, combinés à un DES, donnent accès à des études collégiales ou universitaires. La formation professionnelle offre plusieurs passerelles vers des études supérieures, avec des mécanismes spécifiques permettant aux diplômés de FP de poursuivre leur parcours éducatif. </a:t>
            </a:r>
          </a:p>
        </p:txBody>
      </p:sp>
    </p:spTree>
    <p:extLst>
      <p:ext uri="{BB962C8B-B14F-4D97-AF65-F5344CB8AC3E}">
        <p14:creationId xmlns:p14="http://schemas.microsoft.com/office/powerpoint/2010/main" val="2126307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156807E8-EC4D-3A94-93F1-DE4224EE4F2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E1C341-9347-B814-8513-5206472C6D74}"/>
              </a:ext>
            </a:extLst>
          </p:cNvPr>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2633F8D2-D6B5-BFE3-283A-CA640EC4AC63}"/>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BF2DB1E5-1D22-9956-3A67-7AD90070AE28}"/>
              </a:ext>
            </a:extLst>
          </p:cNvPr>
          <p:cNvSpPr txBox="1"/>
          <p:nvPr>
            <p:custDataLst>
              <p:tags r:id="rId3"/>
            </p:custDataLst>
          </p:nvPr>
        </p:nvSpPr>
        <p:spPr>
          <a:xfrm>
            <a:off x="2328449" y="3695677"/>
            <a:ext cx="13631102" cy="4185954"/>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“Si je vis des difficultés, personne ne pourra m’aider” </a:t>
            </a:r>
          </a:p>
        </p:txBody>
      </p:sp>
      <p:grpSp>
        <p:nvGrpSpPr>
          <p:cNvPr id="7" name="Group 7">
            <a:extLst>
              <a:ext uri="{FF2B5EF4-FFF2-40B4-BE49-F238E27FC236}">
                <a16:creationId xmlns:a16="http://schemas.microsoft.com/office/drawing/2014/main" id="{E7C984F6-394F-B9CD-C230-5E6E5302E98E}"/>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D3B54B19-EB37-3B1B-8CDD-4686A0CA920F}"/>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53F8E2FC-DC41-1D98-87FE-9EDB2606498A}"/>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A1C3A01E-DA6E-20AA-ABCC-0E94478B0A4A}"/>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1BC33E6E-2066-C922-6838-E85EC03F5E49}"/>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08</a:t>
            </a:r>
          </a:p>
        </p:txBody>
      </p:sp>
      <p:sp>
        <p:nvSpPr>
          <p:cNvPr id="16" name="Freeform 16">
            <a:extLst>
              <a:ext uri="{FF2B5EF4-FFF2-40B4-BE49-F238E27FC236}">
                <a16:creationId xmlns:a16="http://schemas.microsoft.com/office/drawing/2014/main" id="{5AB2E325-C2AE-6310-B7D7-A22886F00BC2}"/>
              </a:ext>
            </a:extLst>
          </p:cNvPr>
          <p:cNvSpPr/>
          <p:nvPr>
            <p:custDataLst>
              <p:tags r:id="rId7"/>
            </p:custDataLst>
          </p:nvPr>
        </p:nvSpPr>
        <p:spPr>
          <a:xfrm rot="-2456080">
            <a:off x="12216425" y="5674676"/>
            <a:ext cx="7147357" cy="4644820"/>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42AD36E3-A35F-96B5-F1E1-193013DB3FE1}"/>
              </a:ext>
            </a:extLst>
          </p:cNvPr>
          <p:cNvSpPr/>
          <p:nvPr>
            <p:custDataLst>
              <p:tags r:id="rId8"/>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Tree>
    <p:extLst>
      <p:ext uri="{BB962C8B-B14F-4D97-AF65-F5344CB8AC3E}">
        <p14:creationId xmlns:p14="http://schemas.microsoft.com/office/powerpoint/2010/main" val="1575555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816A"/>
        </a:solidFill>
        <a:effectLst/>
      </p:bgPr>
    </p:bg>
    <p:spTree>
      <p:nvGrpSpPr>
        <p:cNvPr id="1" name="">
          <a:extLst>
            <a:ext uri="{FF2B5EF4-FFF2-40B4-BE49-F238E27FC236}">
              <a16:creationId xmlns:a16="http://schemas.microsoft.com/office/drawing/2014/main" id="{2F9559D6-950C-C396-F89B-3B744D27F763}"/>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5CB80243-30E1-6966-61BF-8463D0869B8D}"/>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74A23F2E-032D-9733-AEE8-C334802D7D3B}"/>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3395A4AC-737E-4448-0A60-EDFE67AE46BE}"/>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9DB9451A-00BE-5DD1-83E5-AE3AAF4DBB84}"/>
              </a:ext>
            </a:extLst>
          </p:cNvPr>
          <p:cNvSpPr txBox="1"/>
          <p:nvPr>
            <p:custDataLst>
              <p:tags r:id="rId4"/>
            </p:custDataLst>
          </p:nvPr>
        </p:nvSpPr>
        <p:spPr>
          <a:xfrm>
            <a:off x="2590800" y="6286500"/>
            <a:ext cx="13335000" cy="2756845"/>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Une idée préconçue laisse entendre que les élèves en formation professionnelle sont livrés à eux-mêmes face à leurs défis personnels, scolaires ou professionnels.</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C’est non seulement inexact, mais bien éloigné de la réalité. Les élèves en FP ont accès à un large éventail de ressources pour les accompagner et les soutenir tout au long de leur parcours, tant sur le plan scolaire que personnel. </a:t>
            </a:r>
          </a:p>
        </p:txBody>
      </p:sp>
    </p:spTree>
    <p:extLst>
      <p:ext uri="{BB962C8B-B14F-4D97-AF65-F5344CB8AC3E}">
        <p14:creationId xmlns:p14="http://schemas.microsoft.com/office/powerpoint/2010/main" val="80224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A1B1A2D6-37BB-247C-6529-909859BF2E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F1F203-1794-C7B4-0EDA-E5A9E01D03BD}"/>
              </a:ext>
            </a:extLst>
          </p:cNvPr>
          <p:cNvSpPr/>
          <p:nvPr>
            <p:custDataLst>
              <p:tags r:id="rId1"/>
            </p:custDataLst>
          </p:nvPr>
        </p:nvSpPr>
        <p:spPr>
          <a:xfrm rot="20160906">
            <a:off x="-150368" y="-702016"/>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7EB5EB83-1A22-47F3-AE2F-8DE2932E3639}"/>
              </a:ext>
            </a:extLst>
          </p:cNvPr>
          <p:cNvSpPr/>
          <p:nvPr>
            <p:custDataLst>
              <p:tags r:id="rId2"/>
            </p:custDataLst>
          </p:nvPr>
        </p:nvSpPr>
        <p:spPr>
          <a:xfrm flipH="1" flipV="1">
            <a:off x="1824111" y="1915850"/>
            <a:ext cx="14639778" cy="7953146"/>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01A333DF-B55E-4437-C6BA-7ECE8E55FB62}"/>
              </a:ext>
            </a:extLst>
          </p:cNvPr>
          <p:cNvSpPr txBox="1"/>
          <p:nvPr>
            <p:custDataLst>
              <p:tags r:id="rId3"/>
            </p:custDataLst>
          </p:nvPr>
        </p:nvSpPr>
        <p:spPr>
          <a:xfrm>
            <a:off x="2336470" y="3487327"/>
            <a:ext cx="13631102" cy="5570949"/>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“Plusieurs métiers de la FP seront bientôt remplacés par des robots ou l’IA.” </a:t>
            </a:r>
          </a:p>
        </p:txBody>
      </p:sp>
      <p:grpSp>
        <p:nvGrpSpPr>
          <p:cNvPr id="7" name="Group 7">
            <a:extLst>
              <a:ext uri="{FF2B5EF4-FFF2-40B4-BE49-F238E27FC236}">
                <a16:creationId xmlns:a16="http://schemas.microsoft.com/office/drawing/2014/main" id="{9E286AA6-5F0D-F9BB-689C-2AFDD835B6EE}"/>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C7135F41-C1EB-E548-FF11-4F13034FC152}"/>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9B892794-B884-B0E9-AD83-C184FB3BDEA6}"/>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9B2DCA61-8ED2-3273-8C9A-B46BEB8EB711}"/>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D5A88B8A-9405-5EFD-12B6-2F8016761147}"/>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09</a:t>
            </a:r>
          </a:p>
        </p:txBody>
      </p:sp>
      <p:sp>
        <p:nvSpPr>
          <p:cNvPr id="16" name="Freeform 16">
            <a:extLst>
              <a:ext uri="{FF2B5EF4-FFF2-40B4-BE49-F238E27FC236}">
                <a16:creationId xmlns:a16="http://schemas.microsoft.com/office/drawing/2014/main" id="{6939EFB6-D1DD-4CB7-14F4-EDDF77A1DC2F}"/>
              </a:ext>
            </a:extLst>
          </p:cNvPr>
          <p:cNvSpPr/>
          <p:nvPr>
            <p:custDataLst>
              <p:tags r:id="rId7"/>
            </p:custDataLst>
          </p:nvPr>
        </p:nvSpPr>
        <p:spPr>
          <a:xfrm rot="-2456080">
            <a:off x="9304064" y="8647347"/>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0D233D28-6ACC-F5F8-1DD2-1A99AC2CB334}"/>
              </a:ext>
            </a:extLst>
          </p:cNvPr>
          <p:cNvSpPr/>
          <p:nvPr>
            <p:custDataLst>
              <p:tags r:id="rId8"/>
            </p:custDataLst>
          </p:nvPr>
        </p:nvSpPr>
        <p:spPr>
          <a:xfrm rot="6025573" flipH="1" flipV="1">
            <a:off x="-65042" y="673991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4" name="Freeform 7">
            <a:extLst>
              <a:ext uri="{FF2B5EF4-FFF2-40B4-BE49-F238E27FC236}">
                <a16:creationId xmlns:a16="http://schemas.microsoft.com/office/drawing/2014/main" id="{66EBF045-AF81-9244-9D63-57A1C97692E6}"/>
              </a:ext>
            </a:extLst>
          </p:cNvPr>
          <p:cNvSpPr/>
          <p:nvPr>
            <p:custDataLst>
              <p:tags r:id="rId9"/>
            </p:custDataLst>
          </p:nvPr>
        </p:nvSpPr>
        <p:spPr>
          <a:xfrm>
            <a:off x="14577485" y="6551261"/>
            <a:ext cx="3024000" cy="3183158"/>
          </a:xfrm>
          <a:custGeom>
            <a:avLst/>
            <a:gdLst/>
            <a:ahLst/>
            <a:cxnLst/>
            <a:rect l="l" t="t" r="r" b="b"/>
            <a:pathLst>
              <a:path w="3024000" h="3183158">
                <a:moveTo>
                  <a:pt x="0" y="0"/>
                </a:moveTo>
                <a:lnTo>
                  <a:pt x="3024000" y="0"/>
                </a:lnTo>
                <a:lnTo>
                  <a:pt x="3024000" y="3183158"/>
                </a:lnTo>
                <a:lnTo>
                  <a:pt x="0" y="318315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Tree>
    <p:extLst>
      <p:ext uri="{BB962C8B-B14F-4D97-AF65-F5344CB8AC3E}">
        <p14:creationId xmlns:p14="http://schemas.microsoft.com/office/powerpoint/2010/main" val="3812556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391F"/>
        </a:solidFill>
        <a:effectLst/>
      </p:bgPr>
    </p:bg>
    <p:spTree>
      <p:nvGrpSpPr>
        <p:cNvPr id="1" name="">
          <a:extLst>
            <a:ext uri="{FF2B5EF4-FFF2-40B4-BE49-F238E27FC236}">
              <a16:creationId xmlns:a16="http://schemas.microsoft.com/office/drawing/2014/main" id="{BFE7A4CE-0A91-834A-60AE-1DCBBFB925E9}"/>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79331754-2986-9C63-B902-6F84CDFADAA7}"/>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486E6461-C415-EF3F-F249-1615A6A4920B}"/>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9A3BBF7E-0BE4-139D-F8F4-008263568FBF}"/>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0EB01405-D32D-00A5-83C9-ADFD18CDB288}"/>
              </a:ext>
            </a:extLst>
          </p:cNvPr>
          <p:cNvSpPr txBox="1"/>
          <p:nvPr>
            <p:custDataLst>
              <p:tags r:id="rId4"/>
            </p:custDataLst>
          </p:nvPr>
        </p:nvSpPr>
        <p:spPr>
          <a:xfrm>
            <a:off x="2590800" y="6286500"/>
            <a:ext cx="13335000" cy="2756845"/>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Certains craignent que l’automatisation et l’intelligence artificielle rendent obsolètes les métiers enseignés en FP, notamment dans les domaines techniques et manuels.</a:t>
            </a:r>
          </a:p>
          <a:p>
            <a:pPr algn="ctr">
              <a:lnSpc>
                <a:spcPct val="107000"/>
              </a:lnSpc>
              <a:spcAft>
                <a:spcPts val="800"/>
              </a:spcAft>
            </a:pPr>
            <a:r>
              <a:rPr lang="fr-CA" sz="2000" kern="100">
                <a:effectLst/>
                <a:latin typeface="Bobby Jones Soft" panose="020B0604020202020204" charset="0"/>
                <a:ea typeface="Aptos" panose="020B0004020202020204" pitchFamily="34" charset="0"/>
                <a:cs typeface="Times New Roman" panose="02020603050405020304" pitchFamily="18" charset="0"/>
              </a:rPr>
              <a:t>Si les nouvelles technologies transforment certains métiers, elles ne remplacent pas les compétences humaines essentielles qui sont au cœur de la FP. Au Québec, plus de 1,4 million d’emplois nécessiteront une formation technique ou professionnelle d’ici 2030, selon Emploi Québec. </a:t>
            </a:r>
          </a:p>
        </p:txBody>
      </p:sp>
    </p:spTree>
    <p:extLst>
      <p:ext uri="{BB962C8B-B14F-4D97-AF65-F5344CB8AC3E}">
        <p14:creationId xmlns:p14="http://schemas.microsoft.com/office/powerpoint/2010/main" val="263958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DDCA"/>
        </a:solidFill>
        <a:effectLst/>
      </p:bgPr>
    </p:bg>
    <p:spTree>
      <p:nvGrpSpPr>
        <p:cNvPr id="1" name="">
          <a:extLst>
            <a:ext uri="{FF2B5EF4-FFF2-40B4-BE49-F238E27FC236}">
              <a16:creationId xmlns:a16="http://schemas.microsoft.com/office/drawing/2014/main" id="{454E630E-4EB0-A297-5DC1-E9B6A7E300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B9920D4-9490-65DC-9023-EA12DAC36CD8}"/>
              </a:ext>
            </a:extLst>
          </p:cNvPr>
          <p:cNvSpPr/>
          <p:nvPr>
            <p:custDataLst>
              <p:tags r:id="rId1"/>
            </p:custDataLst>
          </p:nvPr>
        </p:nvSpPr>
        <p:spPr>
          <a:xfrm rot="-6616908">
            <a:off x="-3222641" y="313198"/>
            <a:ext cx="8926773" cy="7406668"/>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41B41A12-10B9-944E-3AE9-5F2E6832B4F3}"/>
              </a:ext>
            </a:extLst>
          </p:cNvPr>
          <p:cNvSpPr/>
          <p:nvPr>
            <p:custDataLst>
              <p:tags r:id="rId2"/>
            </p:custDataLst>
          </p:nvPr>
        </p:nvSpPr>
        <p:spPr>
          <a:xfrm flipH="1" flipV="1">
            <a:off x="1824110" y="1915850"/>
            <a:ext cx="15244689" cy="7968536"/>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74F3063D-25AD-47EB-46BD-67AB3B10E1B5}"/>
              </a:ext>
            </a:extLst>
          </p:cNvPr>
          <p:cNvSpPr txBox="1"/>
          <p:nvPr>
            <p:custDataLst>
              <p:tags r:id="rId3"/>
            </p:custDataLst>
          </p:nvPr>
        </p:nvSpPr>
        <p:spPr>
          <a:xfrm>
            <a:off x="2723978" y="2857412"/>
            <a:ext cx="13444951" cy="6955943"/>
          </a:xfrm>
          <a:prstGeom prst="rect">
            <a:avLst/>
          </a:prstGeom>
        </p:spPr>
        <p:txBody>
          <a:bodyPr wrap="square"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“Une formation universitaire donne plus de chance de se placer sur le marché du travail” </a:t>
            </a:r>
          </a:p>
        </p:txBody>
      </p:sp>
      <p:grpSp>
        <p:nvGrpSpPr>
          <p:cNvPr id="7" name="Group 7">
            <a:extLst>
              <a:ext uri="{FF2B5EF4-FFF2-40B4-BE49-F238E27FC236}">
                <a16:creationId xmlns:a16="http://schemas.microsoft.com/office/drawing/2014/main" id="{FBCC3D57-446A-1C36-F7C0-17385209FF6A}"/>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5D00431B-CE18-8207-6D87-D9D2100EA643}"/>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444E12E1-EF54-4418-C990-91E9869C07E6}"/>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507D1918-3ED9-346D-DE76-5DC8D2FCA601}"/>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C8D6BF1E-28FC-E4CC-F797-105F33085961}"/>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10</a:t>
            </a:r>
          </a:p>
        </p:txBody>
      </p:sp>
      <p:sp>
        <p:nvSpPr>
          <p:cNvPr id="16" name="Freeform 16">
            <a:extLst>
              <a:ext uri="{FF2B5EF4-FFF2-40B4-BE49-F238E27FC236}">
                <a16:creationId xmlns:a16="http://schemas.microsoft.com/office/drawing/2014/main" id="{5E79BE71-DEC6-FAE1-205B-7F8E9FDA5EB0}"/>
              </a:ext>
            </a:extLst>
          </p:cNvPr>
          <p:cNvSpPr/>
          <p:nvPr>
            <p:custDataLst>
              <p:tags r:id="rId7"/>
            </p:custDataLst>
          </p:nvPr>
        </p:nvSpPr>
        <p:spPr>
          <a:xfrm rot="-2456080">
            <a:off x="13934716" y="8016998"/>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Tree>
    <p:extLst>
      <p:ext uri="{BB962C8B-B14F-4D97-AF65-F5344CB8AC3E}">
        <p14:creationId xmlns:p14="http://schemas.microsoft.com/office/powerpoint/2010/main" val="1464596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391F"/>
        </a:solidFill>
        <a:effectLst/>
      </p:bgPr>
    </p:bg>
    <p:spTree>
      <p:nvGrpSpPr>
        <p:cNvPr id="1" name="">
          <a:extLst>
            <a:ext uri="{FF2B5EF4-FFF2-40B4-BE49-F238E27FC236}">
              <a16:creationId xmlns:a16="http://schemas.microsoft.com/office/drawing/2014/main" id="{1E723DFA-814A-9CF9-07C0-103094ECB093}"/>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9460D2E2-22B4-53E6-AED0-9EACE8BB257B}"/>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CB59083C-9D8F-9F46-658A-BCCF591E81BA}"/>
              </a:ext>
            </a:extLst>
          </p:cNvPr>
          <p:cNvSpPr/>
          <p:nvPr>
            <p:custDataLst>
              <p:tags r:id="rId2"/>
            </p:custDataLst>
          </p:nvPr>
        </p:nvSpPr>
        <p:spPr>
          <a:xfrm flipH="1" flipV="1">
            <a:off x="2090811" y="5295900"/>
            <a:ext cx="14639778" cy="373380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419F7249-5E48-A907-2A64-07655417F6CC}"/>
              </a:ext>
            </a:extLst>
          </p:cNvPr>
          <p:cNvSpPr/>
          <p:nvPr>
            <p:custDataLst>
              <p:tags r:id="rId3"/>
            </p:custDataLst>
          </p:nvPr>
        </p:nvSpPr>
        <p:spPr>
          <a:xfrm flipH="1" flipV="1">
            <a:off x="1938411" y="5143500"/>
            <a:ext cx="14639778" cy="373380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E39CEA99-7603-0C30-FA5B-4831F9CF99BC}"/>
              </a:ext>
            </a:extLst>
          </p:cNvPr>
          <p:cNvSpPr txBox="1"/>
          <p:nvPr>
            <p:custDataLst>
              <p:tags r:id="rId4"/>
            </p:custDataLst>
          </p:nvPr>
        </p:nvSpPr>
        <p:spPr>
          <a:xfrm>
            <a:off x="2590800" y="6286500"/>
            <a:ext cx="13335000" cy="1662122"/>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Les perspectives d’emploi varient d’un domaine à l’autre selon les tendances sur le marché du travail et non pas le diplôme qui y est associé. </a:t>
            </a:r>
          </a:p>
        </p:txBody>
      </p:sp>
    </p:spTree>
    <p:extLst>
      <p:ext uri="{BB962C8B-B14F-4D97-AF65-F5344CB8AC3E}">
        <p14:creationId xmlns:p14="http://schemas.microsoft.com/office/powerpoint/2010/main" val="290057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5AC42154-9BC4-4CE0-BB97-AD75FA8B13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AACD21-6CD3-1C09-62DC-ECAFA0C2B844}"/>
              </a:ext>
            </a:extLst>
          </p:cNvPr>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BA3EC5A7-9905-A460-AD1E-B1E90AAE63AE}"/>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BF94AB6A-9734-5B30-39BE-262E20AD7E5F}"/>
              </a:ext>
            </a:extLst>
          </p:cNvPr>
          <p:cNvSpPr txBox="1"/>
          <p:nvPr>
            <p:custDataLst>
              <p:tags r:id="rId3"/>
            </p:custDataLst>
          </p:nvPr>
        </p:nvSpPr>
        <p:spPr>
          <a:xfrm>
            <a:off x="2414055" y="3416761"/>
            <a:ext cx="13631102" cy="4170822"/>
          </a:xfrm>
          <a:prstGeom prst="rect">
            <a:avLst/>
          </a:prstGeom>
        </p:spPr>
        <p:txBody>
          <a:bodyPr lIns="0" tIns="0" rIns="0" bIns="0" rtlCol="0" anchor="t">
            <a:spAutoFit/>
          </a:bodyPr>
          <a:lstStyle/>
          <a:p>
            <a:pPr algn="ctr">
              <a:lnSpc>
                <a:spcPts val="10800"/>
              </a:lnSpc>
            </a:pPr>
            <a:r>
              <a:rPr lang="fr-CA" sz="9600">
                <a:solidFill>
                  <a:srgbClr val="173359"/>
                </a:solidFill>
                <a:latin typeface="Bobby Jones Soft"/>
                <a:ea typeface="Bobby Jones Soft"/>
                <a:cs typeface="Bobby Jones Soft"/>
                <a:sym typeface="Bobby Jones Soft"/>
              </a:rPr>
              <a:t>“Le DEP te permet d’accéder immédiatement au marché du travail”</a:t>
            </a:r>
            <a:endParaRPr lang="fr-CA" sz="7200">
              <a:solidFill>
                <a:srgbClr val="173359"/>
              </a:solidFill>
              <a:latin typeface="Bobby Jones Soft"/>
              <a:ea typeface="Bobby Jones Soft"/>
              <a:cs typeface="Bobby Jones Soft"/>
              <a:sym typeface="Bobby Jones Soft"/>
            </a:endParaRPr>
          </a:p>
        </p:txBody>
      </p:sp>
      <p:grpSp>
        <p:nvGrpSpPr>
          <p:cNvPr id="4" name="Group 25">
            <a:extLst>
              <a:ext uri="{FF2B5EF4-FFF2-40B4-BE49-F238E27FC236}">
                <a16:creationId xmlns:a16="http://schemas.microsoft.com/office/drawing/2014/main" id="{33E22D8A-3ABE-CBD4-90F1-28DEC100509D}"/>
              </a:ext>
            </a:extLst>
          </p:cNvPr>
          <p:cNvGrpSpPr/>
          <p:nvPr>
            <p:custDataLst>
              <p:tags r:id="rId4"/>
            </p:custDataLst>
          </p:nvPr>
        </p:nvGrpSpPr>
        <p:grpSpPr>
          <a:xfrm>
            <a:off x="8153400" y="1891628"/>
            <a:ext cx="1905000" cy="909822"/>
            <a:chOff x="0" y="0"/>
            <a:chExt cx="1524632" cy="239624"/>
          </a:xfrm>
        </p:grpSpPr>
        <p:sp>
          <p:nvSpPr>
            <p:cNvPr id="5" name="Freeform 26">
              <a:extLst>
                <a:ext uri="{FF2B5EF4-FFF2-40B4-BE49-F238E27FC236}">
                  <a16:creationId xmlns:a16="http://schemas.microsoft.com/office/drawing/2014/main" id="{D6C7D253-3779-473E-C06F-7D4BED7B1675}"/>
                </a:ext>
              </a:extLst>
            </p:cNvPr>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FF816A"/>
            </a:solidFill>
            <a:ln cap="rnd">
              <a:noFill/>
              <a:prstDash val="solid"/>
              <a:round/>
            </a:ln>
          </p:spPr>
          <p:txBody>
            <a:bodyPr/>
            <a:lstStyle/>
            <a:p>
              <a:endParaRPr lang="fr-CA"/>
            </a:p>
          </p:txBody>
        </p:sp>
        <p:sp>
          <p:nvSpPr>
            <p:cNvPr id="10" name="TextBox 27">
              <a:extLst>
                <a:ext uri="{FF2B5EF4-FFF2-40B4-BE49-F238E27FC236}">
                  <a16:creationId xmlns:a16="http://schemas.microsoft.com/office/drawing/2014/main" id="{EEF3831E-F1D1-AA30-8C4D-DF8C2166A4AC}"/>
                </a:ext>
              </a:extLst>
            </p:cNvPr>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8859B4DB-5790-CA18-DB4F-0029FA6DFB65}"/>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838483F7-A528-DC80-63B2-90ECC4EDAAC3}"/>
              </a:ext>
            </a:extLst>
          </p:cNvPr>
          <p:cNvSpPr txBox="1"/>
          <p:nvPr>
            <p:custDataLst>
              <p:tags r:id="rId6"/>
            </p:custDataLst>
          </p:nvPr>
        </p:nvSpPr>
        <p:spPr>
          <a:xfrm>
            <a:off x="6553200" y="2259875"/>
            <a:ext cx="5112904" cy="521425"/>
          </a:xfrm>
          <a:prstGeom prst="rect">
            <a:avLst/>
          </a:prstGeom>
        </p:spPr>
        <p:txBody>
          <a:bodyPr lIns="0" tIns="0" rIns="0" bIns="0" rtlCol="0" anchor="t">
            <a:spAutoFit/>
          </a:bodyPr>
          <a:lstStyle/>
          <a:p>
            <a:pPr algn="ctr">
              <a:lnSpc>
                <a:spcPts val="3600"/>
              </a:lnSpc>
            </a:pPr>
            <a:r>
              <a:rPr lang="en-US" sz="6000" b="1">
                <a:solidFill>
                  <a:srgbClr val="173359"/>
                </a:solidFill>
                <a:latin typeface="Arimo Bold"/>
                <a:ea typeface="Arimo Bold"/>
                <a:cs typeface="Arimo Bold"/>
                <a:sym typeface="Arimo Bold"/>
              </a:rPr>
              <a:t>11</a:t>
            </a:r>
          </a:p>
        </p:txBody>
      </p:sp>
      <p:sp>
        <p:nvSpPr>
          <p:cNvPr id="16" name="Freeform 16">
            <a:extLst>
              <a:ext uri="{FF2B5EF4-FFF2-40B4-BE49-F238E27FC236}">
                <a16:creationId xmlns:a16="http://schemas.microsoft.com/office/drawing/2014/main" id="{AFF07758-7923-FE06-B888-C48052D71803}"/>
              </a:ext>
            </a:extLst>
          </p:cNvPr>
          <p:cNvSpPr/>
          <p:nvPr>
            <p:custDataLst>
              <p:tags r:id="rId7"/>
            </p:custDataLst>
          </p:nvPr>
        </p:nvSpPr>
        <p:spPr>
          <a:xfrm rot="-2456080">
            <a:off x="6396941" y="8701906"/>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AB44EAF9-0469-72DF-771E-E72327AA578E}"/>
              </a:ext>
            </a:extLst>
          </p:cNvPr>
          <p:cNvSpPr/>
          <p:nvPr>
            <p:custDataLst>
              <p:tags r:id="rId8"/>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Tree>
    <p:extLst>
      <p:ext uri="{BB962C8B-B14F-4D97-AF65-F5344CB8AC3E}">
        <p14:creationId xmlns:p14="http://schemas.microsoft.com/office/powerpoint/2010/main" val="1982955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A629EB7C-4299-75C3-D827-484E6DD63156}"/>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74CD3735-674D-D4D5-481D-45800F7E46D3}"/>
              </a:ext>
            </a:extLst>
          </p:cNvPr>
          <p:cNvSpPr txBox="1">
            <a:spLocks noGrp="1" noRot="1" noMove="1" noResize="1" noEditPoints="1" noAdjustHandles="1" noChangeArrowheads="1" noChangeShapeType="1"/>
          </p:cNvSpPr>
          <p:nvPr>
            <p:custDataLst>
              <p:tags r:id="rId1"/>
            </p:custDataLst>
          </p:nvPr>
        </p:nvSpPr>
        <p:spPr>
          <a:xfrm>
            <a:off x="-838200" y="4381500"/>
            <a:ext cx="20269200" cy="2924711"/>
          </a:xfrm>
          <a:prstGeom prst="rect">
            <a:avLst/>
          </a:prstGeom>
        </p:spPr>
        <p:txBody>
          <a:bodyPr wrap="square" lIns="0" tIns="0" rIns="0" bIns="0" rtlCol="0" anchor="t">
            <a:spAutoFit/>
          </a:bodyPr>
          <a:lstStyle/>
          <a:p>
            <a:pPr algn="ctr">
              <a:lnSpc>
                <a:spcPts val="10800"/>
              </a:lnSpc>
            </a:pPr>
            <a:r>
              <a:rPr lang="fr-CA" sz="50000">
                <a:solidFill>
                  <a:srgbClr val="76B531"/>
                </a:solidFill>
                <a:latin typeface="Bobby Jones Soft"/>
                <a:ea typeface="Bobby Jones Soft"/>
                <a:cs typeface="Bobby Jones Soft"/>
                <a:sym typeface="Bobby Jones Soft"/>
              </a:rPr>
              <a:t>réalité</a:t>
            </a:r>
          </a:p>
        </p:txBody>
      </p:sp>
      <p:sp>
        <p:nvSpPr>
          <p:cNvPr id="8" name="Freeform 3">
            <a:extLst>
              <a:ext uri="{FF2B5EF4-FFF2-40B4-BE49-F238E27FC236}">
                <a16:creationId xmlns:a16="http://schemas.microsoft.com/office/drawing/2014/main" id="{E23C34A0-5E68-1C01-598E-3440999DC1C8}"/>
              </a:ext>
            </a:extLst>
          </p:cNvPr>
          <p:cNvSpPr/>
          <p:nvPr>
            <p:custDataLst>
              <p:tags r:id="rId2"/>
            </p:custDataLst>
          </p:nvPr>
        </p:nvSpPr>
        <p:spPr>
          <a:xfrm flipH="1" flipV="1">
            <a:off x="2090811" y="5295900"/>
            <a:ext cx="14639778" cy="350520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1D60C283-8B93-2A04-A664-CB1B0C292B28}"/>
              </a:ext>
            </a:extLst>
          </p:cNvPr>
          <p:cNvSpPr/>
          <p:nvPr>
            <p:custDataLst>
              <p:tags r:id="rId3"/>
            </p:custDataLst>
          </p:nvPr>
        </p:nvSpPr>
        <p:spPr>
          <a:xfrm flipH="1" flipV="1">
            <a:off x="1938411" y="5143500"/>
            <a:ext cx="14639778" cy="350520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5F9396AB-859F-7D77-992E-D933CBBF6CC2}"/>
              </a:ext>
            </a:extLst>
          </p:cNvPr>
          <p:cNvSpPr txBox="1"/>
          <p:nvPr>
            <p:custDataLst>
              <p:tags r:id="rId4"/>
            </p:custDataLst>
          </p:nvPr>
        </p:nvSpPr>
        <p:spPr>
          <a:xfrm>
            <a:off x="2590800" y="6286500"/>
            <a:ext cx="13335000" cy="1662122"/>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Les finissants des DEP peuvent directement aller travailler dans leur domaine d’étude à la suite de leur DEP s’ils remplissent les exigences du métier. </a:t>
            </a:r>
          </a:p>
        </p:txBody>
      </p:sp>
    </p:spTree>
    <p:extLst>
      <p:ext uri="{BB962C8B-B14F-4D97-AF65-F5344CB8AC3E}">
        <p14:creationId xmlns:p14="http://schemas.microsoft.com/office/powerpoint/2010/main" val="3997121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6E16"/>
        </a:solidFill>
        <a:effectLst/>
      </p:bgPr>
    </p:bg>
    <p:spTree>
      <p:nvGrpSpPr>
        <p:cNvPr id="1" name="">
          <a:extLst>
            <a:ext uri="{FF2B5EF4-FFF2-40B4-BE49-F238E27FC236}">
              <a16:creationId xmlns:a16="http://schemas.microsoft.com/office/drawing/2014/main" id="{09AA422F-5025-98BC-693D-D256CC1B6F9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D3D92C-464F-FD14-A0E7-5D93E509007D}"/>
              </a:ext>
            </a:extLst>
          </p:cNvPr>
          <p:cNvSpPr/>
          <p:nvPr>
            <p:custDataLst>
              <p:tags r:id="rId1"/>
            </p:custDataLst>
          </p:nvPr>
        </p:nvSpPr>
        <p:spPr>
          <a:xfrm rot="-6616908">
            <a:off x="14479740" y="6555039"/>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58861B33-711B-A2B1-E9FC-25AE5E81355B}"/>
              </a:ext>
            </a:extLst>
          </p:cNvPr>
          <p:cNvSpPr/>
          <p:nvPr>
            <p:custDataLst>
              <p:tags r:id="rId2"/>
            </p:custDataLst>
          </p:nvPr>
        </p:nvSpPr>
        <p:spPr>
          <a:xfrm flipH="1" flipV="1">
            <a:off x="1824111" y="1915850"/>
            <a:ext cx="14639778" cy="642805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D2D83EA4-FE62-2885-8D35-07ED0594779A}"/>
              </a:ext>
            </a:extLst>
          </p:cNvPr>
          <p:cNvSpPr txBox="1"/>
          <p:nvPr>
            <p:custDataLst>
              <p:tags r:id="rId3"/>
            </p:custDataLst>
          </p:nvPr>
        </p:nvSpPr>
        <p:spPr>
          <a:xfrm>
            <a:off x="2328449" y="3154348"/>
            <a:ext cx="13631102" cy="4185954"/>
          </a:xfrm>
          <a:prstGeom prst="rect">
            <a:avLst/>
          </a:prstGeom>
        </p:spPr>
        <p:txBody>
          <a:bodyPr lIns="0" tIns="0" rIns="0" bIns="0" rtlCol="0" anchor="t">
            <a:spAutoFit/>
          </a:bodyPr>
          <a:lstStyle/>
          <a:p>
            <a:pPr algn="ctr">
              <a:lnSpc>
                <a:spcPts val="10800"/>
              </a:lnSpc>
            </a:pPr>
            <a:r>
              <a:rPr lang="fr-CA" sz="10000">
                <a:solidFill>
                  <a:srgbClr val="173359"/>
                </a:solidFill>
                <a:latin typeface="Bobby Jones Soft"/>
                <a:ea typeface="Bobby Jones Soft"/>
                <a:cs typeface="Bobby Jones Soft"/>
                <a:sym typeface="Bobby Jones Soft"/>
              </a:rPr>
              <a:t>“Il est plus facile de trouver un emploi avec un DES qu’avec un DEP” </a:t>
            </a:r>
          </a:p>
        </p:txBody>
      </p:sp>
      <p:grpSp>
        <p:nvGrpSpPr>
          <p:cNvPr id="7" name="Group 7">
            <a:extLst>
              <a:ext uri="{FF2B5EF4-FFF2-40B4-BE49-F238E27FC236}">
                <a16:creationId xmlns:a16="http://schemas.microsoft.com/office/drawing/2014/main" id="{7996F397-F521-3F24-E12D-656ADBA0943B}"/>
              </a:ext>
            </a:extLst>
          </p:cNvPr>
          <p:cNvGrpSpPr/>
          <p:nvPr>
            <p:custDataLst>
              <p:tags r:id="rId4"/>
            </p:custDataLst>
          </p:nvPr>
        </p:nvGrpSpPr>
        <p:grpSpPr>
          <a:xfrm>
            <a:off x="8305801" y="1714500"/>
            <a:ext cx="1676400" cy="880426"/>
            <a:chOff x="0" y="0"/>
            <a:chExt cx="1466402" cy="231882"/>
          </a:xfrm>
        </p:grpSpPr>
        <p:sp>
          <p:nvSpPr>
            <p:cNvPr id="8" name="Freeform 8">
              <a:extLst>
                <a:ext uri="{FF2B5EF4-FFF2-40B4-BE49-F238E27FC236}">
                  <a16:creationId xmlns:a16="http://schemas.microsoft.com/office/drawing/2014/main" id="{A4F93FCF-2382-1A15-BC45-45A9E21323A0}"/>
                </a:ext>
              </a:extLst>
            </p:cNvPr>
            <p:cNvSpPr/>
            <p:nvPr/>
          </p:nvSpPr>
          <p:spPr>
            <a:xfrm>
              <a:off x="0" y="0"/>
              <a:ext cx="1466402" cy="231882"/>
            </a:xfrm>
            <a:custGeom>
              <a:avLst/>
              <a:gdLst/>
              <a:ahLst/>
              <a:cxnLst/>
              <a:rect l="l" t="t" r="r" b="b"/>
              <a:pathLst>
                <a:path w="1466402" h="231882">
                  <a:moveTo>
                    <a:pt x="115941" y="0"/>
                  </a:moveTo>
                  <a:lnTo>
                    <a:pt x="1350461" y="0"/>
                  </a:lnTo>
                  <a:cubicBezTo>
                    <a:pt x="1381210" y="0"/>
                    <a:pt x="1410700" y="12215"/>
                    <a:pt x="1432444" y="33958"/>
                  </a:cubicBezTo>
                  <a:cubicBezTo>
                    <a:pt x="1454187" y="55701"/>
                    <a:pt x="1466402" y="85191"/>
                    <a:pt x="1466402" y="115941"/>
                  </a:cubicBezTo>
                  <a:lnTo>
                    <a:pt x="1466402" y="115941"/>
                  </a:lnTo>
                  <a:cubicBezTo>
                    <a:pt x="1466402" y="146690"/>
                    <a:pt x="1454187" y="176180"/>
                    <a:pt x="1432444" y="197924"/>
                  </a:cubicBezTo>
                  <a:cubicBezTo>
                    <a:pt x="1410700" y="219667"/>
                    <a:pt x="1381210" y="231882"/>
                    <a:pt x="1350461" y="231882"/>
                  </a:cubicBezTo>
                  <a:lnTo>
                    <a:pt x="115941" y="231882"/>
                  </a:lnTo>
                  <a:cubicBezTo>
                    <a:pt x="85191" y="231882"/>
                    <a:pt x="55701" y="219667"/>
                    <a:pt x="33958" y="197924"/>
                  </a:cubicBezTo>
                  <a:cubicBezTo>
                    <a:pt x="12215" y="176180"/>
                    <a:pt x="0" y="146690"/>
                    <a:pt x="0" y="115941"/>
                  </a:cubicBezTo>
                  <a:lnTo>
                    <a:pt x="0" y="115941"/>
                  </a:lnTo>
                  <a:cubicBezTo>
                    <a:pt x="0" y="85191"/>
                    <a:pt x="12215" y="55701"/>
                    <a:pt x="33958" y="33958"/>
                  </a:cubicBezTo>
                  <a:cubicBezTo>
                    <a:pt x="55701" y="12215"/>
                    <a:pt x="85191" y="0"/>
                    <a:pt x="115941" y="0"/>
                  </a:cubicBezTo>
                  <a:close/>
                </a:path>
              </a:pathLst>
            </a:custGeom>
            <a:solidFill>
              <a:srgbClr val="FFBD59"/>
            </a:solidFill>
            <a:ln cap="rnd">
              <a:noFill/>
              <a:prstDash val="solid"/>
              <a:round/>
            </a:ln>
          </p:spPr>
          <p:txBody>
            <a:bodyPr/>
            <a:lstStyle/>
            <a:p>
              <a:endParaRPr lang="fr-CA"/>
            </a:p>
          </p:txBody>
        </p:sp>
        <p:sp>
          <p:nvSpPr>
            <p:cNvPr id="9" name="TextBox 9">
              <a:extLst>
                <a:ext uri="{FF2B5EF4-FFF2-40B4-BE49-F238E27FC236}">
                  <a16:creationId xmlns:a16="http://schemas.microsoft.com/office/drawing/2014/main" id="{89C7D893-35EA-C136-FA98-521F1F18C292}"/>
                </a:ext>
              </a:extLst>
            </p:cNvPr>
            <p:cNvSpPr txBox="1"/>
            <p:nvPr/>
          </p:nvSpPr>
          <p:spPr>
            <a:xfrm>
              <a:off x="0" y="-38100"/>
              <a:ext cx="1466402" cy="26998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9C4B0C11-2D95-CDF6-DFA0-24E8852B561F}"/>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DB7224F3-BB86-4687-ABA5-244AB875D0AB}"/>
              </a:ext>
            </a:extLst>
          </p:cNvPr>
          <p:cNvSpPr txBox="1"/>
          <p:nvPr>
            <p:custDataLst>
              <p:tags r:id="rId6"/>
            </p:custDataLst>
          </p:nvPr>
        </p:nvSpPr>
        <p:spPr>
          <a:xfrm>
            <a:off x="6587548" y="2108414"/>
            <a:ext cx="5112904" cy="556434"/>
          </a:xfrm>
          <a:prstGeom prst="rect">
            <a:avLst/>
          </a:prstGeom>
        </p:spPr>
        <p:txBody>
          <a:bodyPr lIns="0" tIns="0" rIns="0" bIns="0" rtlCol="0" anchor="t">
            <a:spAutoFit/>
          </a:bodyPr>
          <a:lstStyle/>
          <a:p>
            <a:pPr algn="ctr">
              <a:lnSpc>
                <a:spcPts val="3600"/>
              </a:lnSpc>
            </a:pPr>
            <a:r>
              <a:rPr lang="en-US" sz="7200" b="1">
                <a:solidFill>
                  <a:srgbClr val="173359"/>
                </a:solidFill>
                <a:latin typeface="Arimo Bold"/>
                <a:ea typeface="Arimo Bold"/>
                <a:cs typeface="Arimo Bold"/>
                <a:sym typeface="Arimo Bold"/>
              </a:rPr>
              <a:t>12</a:t>
            </a:r>
          </a:p>
        </p:txBody>
      </p:sp>
      <p:sp>
        <p:nvSpPr>
          <p:cNvPr id="16" name="Freeform 16">
            <a:extLst>
              <a:ext uri="{FF2B5EF4-FFF2-40B4-BE49-F238E27FC236}">
                <a16:creationId xmlns:a16="http://schemas.microsoft.com/office/drawing/2014/main" id="{49EB1D74-0796-2669-52A4-4D32C15A6F7D}"/>
              </a:ext>
            </a:extLst>
          </p:cNvPr>
          <p:cNvSpPr/>
          <p:nvPr>
            <p:custDataLst>
              <p:tags r:id="rId7"/>
            </p:custDataLst>
          </p:nvPr>
        </p:nvSpPr>
        <p:spPr>
          <a:xfrm rot="-2456080">
            <a:off x="-200723" y="-257429"/>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42C48A88-C975-122C-D2EC-FBED50823CD4}"/>
              </a:ext>
            </a:extLst>
          </p:cNvPr>
          <p:cNvSpPr/>
          <p:nvPr>
            <p:custDataLst>
              <p:tags r:id="rId8"/>
            </p:custDataLst>
          </p:nvPr>
        </p:nvSpPr>
        <p:spPr>
          <a:xfrm rot="6025573" flipH="1" flipV="1">
            <a:off x="-65042" y="673991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CA"/>
          </a:p>
        </p:txBody>
      </p:sp>
    </p:spTree>
    <p:extLst>
      <p:ext uri="{BB962C8B-B14F-4D97-AF65-F5344CB8AC3E}">
        <p14:creationId xmlns:p14="http://schemas.microsoft.com/office/powerpoint/2010/main" val="3492759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391F"/>
        </a:solidFill>
        <a:effectLst/>
      </p:bgPr>
    </p:bg>
    <p:spTree>
      <p:nvGrpSpPr>
        <p:cNvPr id="1" name="">
          <a:extLst>
            <a:ext uri="{FF2B5EF4-FFF2-40B4-BE49-F238E27FC236}">
              <a16:creationId xmlns:a16="http://schemas.microsoft.com/office/drawing/2014/main" id="{DD6FCAC5-57FC-FE54-4367-9BADD6DAF57A}"/>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1E918418-2C03-0D2A-BE84-C5F063414198}"/>
              </a:ext>
            </a:extLst>
          </p:cNvPr>
          <p:cNvSpPr txBox="1">
            <a:spLocks noGrp="1" noRot="1" noMove="1" noResize="1" noEditPoints="1" noAdjustHandles="1" noChangeArrowheads="1" noChangeShapeType="1"/>
          </p:cNvSpPr>
          <p:nvPr>
            <p:custDataLst>
              <p:tags r:id="rId1"/>
            </p:custDataLst>
          </p:nvPr>
        </p:nvSpPr>
        <p:spPr>
          <a:xfrm>
            <a:off x="-838200" y="5042034"/>
            <a:ext cx="20269200" cy="3301866"/>
          </a:xfrm>
          <a:prstGeom prst="rect">
            <a:avLst/>
          </a:prstGeom>
        </p:spPr>
        <p:txBody>
          <a:bodyPr wrap="square" lIns="0" tIns="0" rIns="0" bIns="0" rtlCol="0" anchor="t">
            <a:spAutoFit/>
          </a:bodyPr>
          <a:lstStyle/>
          <a:p>
            <a:pPr algn="ctr">
              <a:lnSpc>
                <a:spcPts val="10800"/>
              </a:lnSpc>
            </a:pPr>
            <a:r>
              <a:rPr lang="fr-CA" sz="60000">
                <a:solidFill>
                  <a:srgbClr val="FF5437"/>
                </a:solidFill>
                <a:latin typeface="Bobby Jones Soft"/>
                <a:ea typeface="Bobby Jones Soft"/>
                <a:cs typeface="Bobby Jones Soft"/>
                <a:sym typeface="Bobby Jones Soft"/>
              </a:rPr>
              <a:t>MYTHE</a:t>
            </a:r>
          </a:p>
        </p:txBody>
      </p:sp>
      <p:sp>
        <p:nvSpPr>
          <p:cNvPr id="8" name="Freeform 3">
            <a:extLst>
              <a:ext uri="{FF2B5EF4-FFF2-40B4-BE49-F238E27FC236}">
                <a16:creationId xmlns:a16="http://schemas.microsoft.com/office/drawing/2014/main" id="{37F240BD-C44A-2A91-737D-20FF56FDDE51}"/>
              </a:ext>
            </a:extLst>
          </p:cNvPr>
          <p:cNvSpPr/>
          <p:nvPr>
            <p:custDataLst>
              <p:tags r:id="rId2"/>
            </p:custDataLst>
          </p:nvPr>
        </p:nvSpPr>
        <p:spPr>
          <a:xfrm flipH="1" flipV="1">
            <a:off x="2090811" y="5295900"/>
            <a:ext cx="14639778" cy="373380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D11649A3-F08A-5F22-58FF-9E5FBDE16044}"/>
              </a:ext>
            </a:extLst>
          </p:cNvPr>
          <p:cNvSpPr/>
          <p:nvPr>
            <p:custDataLst>
              <p:tags r:id="rId3"/>
            </p:custDataLst>
          </p:nvPr>
        </p:nvSpPr>
        <p:spPr>
          <a:xfrm flipH="1" flipV="1">
            <a:off x="1938411" y="5143500"/>
            <a:ext cx="14639778" cy="3733800"/>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8ACC214F-71D1-46DA-A38E-FED00EC63D56}"/>
              </a:ext>
            </a:extLst>
          </p:cNvPr>
          <p:cNvSpPr txBox="1"/>
          <p:nvPr>
            <p:custDataLst>
              <p:tags r:id="rId4"/>
            </p:custDataLst>
          </p:nvPr>
        </p:nvSpPr>
        <p:spPr>
          <a:xfrm>
            <a:off x="2590800" y="6286500"/>
            <a:ext cx="13335000" cy="1662122"/>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Le DES est une formation générale et le DEP est une formation spécialisée dans un métier. Le DEP te donne une solide formation et un diplôme reconnu. C’est donc plus facile d’accéder au marché du travail.</a:t>
            </a:r>
            <a:endParaRPr lang="fr-CA" sz="2000" kern="100">
              <a:effectLst/>
              <a:latin typeface="Bobby Jones Soft" panose="020B060402020202020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87727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2150E703-27C7-7D87-3D46-21D27FB8C2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C290809-2852-27DA-FFC4-C1FF1FB99A16}"/>
              </a:ext>
            </a:extLst>
          </p:cNvPr>
          <p:cNvSpPr/>
          <p:nvPr>
            <p:custDataLst>
              <p:tags r:id="rId1"/>
            </p:custDataLst>
          </p:nvPr>
        </p:nvSpPr>
        <p:spPr>
          <a:xfrm rot="-6616908">
            <a:off x="-565765" y="-927507"/>
            <a:ext cx="4488679" cy="4833032"/>
          </a:xfrm>
          <a:custGeom>
            <a:avLst/>
            <a:gdLst/>
            <a:ahLst/>
            <a:cxnLst/>
            <a:rect l="l" t="t" r="r" b="b"/>
            <a:pathLst>
              <a:path w="4488679" h="4833032">
                <a:moveTo>
                  <a:pt x="0" y="0"/>
                </a:moveTo>
                <a:lnTo>
                  <a:pt x="4488679" y="0"/>
                </a:lnTo>
                <a:lnTo>
                  <a:pt x="4488679"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3" name="Freeform 3">
            <a:extLst>
              <a:ext uri="{FF2B5EF4-FFF2-40B4-BE49-F238E27FC236}">
                <a16:creationId xmlns:a16="http://schemas.microsoft.com/office/drawing/2014/main" id="{7DF6CD69-593F-0497-B02D-4DE39DF82A0D}"/>
              </a:ext>
            </a:extLst>
          </p:cNvPr>
          <p:cNvSpPr/>
          <p:nvPr>
            <p:custDataLst>
              <p:tags r:id="rId2"/>
            </p:custDataLst>
          </p:nvPr>
        </p:nvSpPr>
        <p:spPr>
          <a:xfrm flipH="1" flipV="1">
            <a:off x="1824111" y="1915851"/>
            <a:ext cx="14639778" cy="680749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6" name="TextBox 6">
            <a:extLst>
              <a:ext uri="{FF2B5EF4-FFF2-40B4-BE49-F238E27FC236}">
                <a16:creationId xmlns:a16="http://schemas.microsoft.com/office/drawing/2014/main" id="{B36DCF46-0F39-FE99-DB2A-968DB0C77BA7}"/>
              </a:ext>
            </a:extLst>
          </p:cNvPr>
          <p:cNvSpPr txBox="1"/>
          <p:nvPr>
            <p:custDataLst>
              <p:tags r:id="rId3"/>
            </p:custDataLst>
          </p:nvPr>
        </p:nvSpPr>
        <p:spPr>
          <a:xfrm>
            <a:off x="2414055" y="3416761"/>
            <a:ext cx="13631102" cy="4170822"/>
          </a:xfrm>
          <a:prstGeom prst="rect">
            <a:avLst/>
          </a:prstGeom>
        </p:spPr>
        <p:txBody>
          <a:bodyPr lIns="0" tIns="0" rIns="0" bIns="0" rtlCol="0" anchor="t">
            <a:spAutoFit/>
          </a:bodyPr>
          <a:lstStyle/>
          <a:p>
            <a:pPr algn="ctr">
              <a:lnSpc>
                <a:spcPts val="10800"/>
              </a:lnSpc>
            </a:pPr>
            <a:r>
              <a:rPr lang="fr-CA" sz="9600">
                <a:solidFill>
                  <a:srgbClr val="173359"/>
                </a:solidFill>
                <a:latin typeface="Bobby Jones Soft"/>
                <a:ea typeface="Bobby Jones Soft"/>
                <a:cs typeface="Bobby Jones Soft"/>
                <a:sym typeface="Bobby Jones Soft"/>
              </a:rPr>
              <a:t>“ </a:t>
            </a:r>
            <a:r>
              <a:rPr lang="fr-CA" sz="7200">
                <a:solidFill>
                  <a:srgbClr val="173359"/>
                </a:solidFill>
                <a:latin typeface="Bobby Jones Soft"/>
                <a:ea typeface="Bobby Jones Soft"/>
                <a:cs typeface="Bobby Jones Soft"/>
                <a:sym typeface="Bobby Jones Soft"/>
              </a:rPr>
              <a:t>La formation professionnelle offre un très grand choix de programmes de formation.</a:t>
            </a:r>
            <a:r>
              <a:rPr lang="fr-CA" sz="9600">
                <a:solidFill>
                  <a:srgbClr val="173359"/>
                </a:solidFill>
                <a:latin typeface="Bobby Jones Soft"/>
                <a:ea typeface="Bobby Jones Soft"/>
                <a:cs typeface="Bobby Jones Soft"/>
                <a:sym typeface="Bobby Jones Soft"/>
              </a:rPr>
              <a:t> ”</a:t>
            </a:r>
            <a:endParaRPr lang="fr-CA" sz="7200">
              <a:solidFill>
                <a:srgbClr val="173359"/>
              </a:solidFill>
              <a:latin typeface="Bobby Jones Soft"/>
              <a:ea typeface="Bobby Jones Soft"/>
              <a:cs typeface="Bobby Jones Soft"/>
              <a:sym typeface="Bobby Jones Soft"/>
            </a:endParaRPr>
          </a:p>
        </p:txBody>
      </p:sp>
      <p:grpSp>
        <p:nvGrpSpPr>
          <p:cNvPr id="4" name="Group 25">
            <a:extLst>
              <a:ext uri="{FF2B5EF4-FFF2-40B4-BE49-F238E27FC236}">
                <a16:creationId xmlns:a16="http://schemas.microsoft.com/office/drawing/2014/main" id="{24C55E78-BCF9-4417-18AA-B3D403FF6125}"/>
              </a:ext>
            </a:extLst>
          </p:cNvPr>
          <p:cNvGrpSpPr/>
          <p:nvPr>
            <p:custDataLst>
              <p:tags r:id="rId4"/>
            </p:custDataLst>
          </p:nvPr>
        </p:nvGrpSpPr>
        <p:grpSpPr>
          <a:xfrm>
            <a:off x="8153400" y="1891628"/>
            <a:ext cx="1905000" cy="909822"/>
            <a:chOff x="0" y="0"/>
            <a:chExt cx="1524632" cy="239624"/>
          </a:xfrm>
        </p:grpSpPr>
        <p:sp>
          <p:nvSpPr>
            <p:cNvPr id="5" name="Freeform 26">
              <a:extLst>
                <a:ext uri="{FF2B5EF4-FFF2-40B4-BE49-F238E27FC236}">
                  <a16:creationId xmlns:a16="http://schemas.microsoft.com/office/drawing/2014/main" id="{C046104E-051A-5693-FC7D-7AE339F71D0C}"/>
                </a:ext>
              </a:extLst>
            </p:cNvPr>
            <p:cNvSpPr/>
            <p:nvPr/>
          </p:nvSpPr>
          <p:spPr>
            <a:xfrm>
              <a:off x="0" y="0"/>
              <a:ext cx="1524632" cy="239624"/>
            </a:xfrm>
            <a:custGeom>
              <a:avLst/>
              <a:gdLst/>
              <a:ahLst/>
              <a:cxnLst/>
              <a:rect l="l" t="t" r="r" b="b"/>
              <a:pathLst>
                <a:path w="1524632" h="239624">
                  <a:moveTo>
                    <a:pt x="119812" y="0"/>
                  </a:moveTo>
                  <a:lnTo>
                    <a:pt x="1404820" y="0"/>
                  </a:lnTo>
                  <a:cubicBezTo>
                    <a:pt x="1436596" y="0"/>
                    <a:pt x="1467071" y="12623"/>
                    <a:pt x="1489540" y="35092"/>
                  </a:cubicBezTo>
                  <a:cubicBezTo>
                    <a:pt x="1512009" y="57561"/>
                    <a:pt x="1524632" y="88036"/>
                    <a:pt x="1524632" y="119812"/>
                  </a:cubicBezTo>
                  <a:lnTo>
                    <a:pt x="1524632" y="119812"/>
                  </a:lnTo>
                  <a:cubicBezTo>
                    <a:pt x="1524632" y="151588"/>
                    <a:pt x="1512009" y="182063"/>
                    <a:pt x="1489540" y="204532"/>
                  </a:cubicBezTo>
                  <a:cubicBezTo>
                    <a:pt x="1467071" y="227001"/>
                    <a:pt x="1436596" y="239624"/>
                    <a:pt x="1404820" y="239624"/>
                  </a:cubicBezTo>
                  <a:lnTo>
                    <a:pt x="119812" y="239624"/>
                  </a:lnTo>
                  <a:cubicBezTo>
                    <a:pt x="88036" y="239624"/>
                    <a:pt x="57561" y="227001"/>
                    <a:pt x="35092" y="204532"/>
                  </a:cubicBezTo>
                  <a:cubicBezTo>
                    <a:pt x="12623" y="182063"/>
                    <a:pt x="0" y="151588"/>
                    <a:pt x="0" y="119812"/>
                  </a:cubicBezTo>
                  <a:lnTo>
                    <a:pt x="0" y="119812"/>
                  </a:lnTo>
                  <a:cubicBezTo>
                    <a:pt x="0" y="88036"/>
                    <a:pt x="12623" y="57561"/>
                    <a:pt x="35092" y="35092"/>
                  </a:cubicBezTo>
                  <a:cubicBezTo>
                    <a:pt x="57561" y="12623"/>
                    <a:pt x="88036" y="0"/>
                    <a:pt x="119812" y="0"/>
                  </a:cubicBezTo>
                  <a:close/>
                </a:path>
              </a:pathLst>
            </a:custGeom>
            <a:solidFill>
              <a:srgbClr val="FF816A"/>
            </a:solidFill>
            <a:ln cap="rnd">
              <a:noFill/>
              <a:prstDash val="solid"/>
              <a:round/>
            </a:ln>
          </p:spPr>
          <p:txBody>
            <a:bodyPr/>
            <a:lstStyle/>
            <a:p>
              <a:endParaRPr lang="fr-CA"/>
            </a:p>
          </p:txBody>
        </p:sp>
        <p:sp>
          <p:nvSpPr>
            <p:cNvPr id="10" name="TextBox 27">
              <a:extLst>
                <a:ext uri="{FF2B5EF4-FFF2-40B4-BE49-F238E27FC236}">
                  <a16:creationId xmlns:a16="http://schemas.microsoft.com/office/drawing/2014/main" id="{5EA743AA-C5C9-2913-BA4D-99D83C378E56}"/>
                </a:ext>
              </a:extLst>
            </p:cNvPr>
            <p:cNvSpPr txBox="1"/>
            <p:nvPr/>
          </p:nvSpPr>
          <p:spPr>
            <a:xfrm>
              <a:off x="0" y="-38100"/>
              <a:ext cx="1524632" cy="277724"/>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AC429A41-27CA-C346-8584-3D720C0CD89E}"/>
              </a:ext>
            </a:extLst>
          </p:cNvPr>
          <p:cNvSpPr/>
          <p:nvPr>
            <p:custDataLst>
              <p:tags r:id="rId5"/>
            </p:custDataLst>
          </p:nvPr>
        </p:nvSpPr>
        <p:spPr>
          <a:xfrm rot="-5745088" flipH="1" flipV="1">
            <a:off x="14460702" y="481724"/>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3" name="TextBox 13">
            <a:extLst>
              <a:ext uri="{FF2B5EF4-FFF2-40B4-BE49-F238E27FC236}">
                <a16:creationId xmlns:a16="http://schemas.microsoft.com/office/drawing/2014/main" id="{F5B2AEF0-5677-80DB-1FA0-73CB66FD367A}"/>
              </a:ext>
            </a:extLst>
          </p:cNvPr>
          <p:cNvSpPr txBox="1"/>
          <p:nvPr>
            <p:custDataLst>
              <p:tags r:id="rId6"/>
            </p:custDataLst>
          </p:nvPr>
        </p:nvSpPr>
        <p:spPr>
          <a:xfrm>
            <a:off x="6553200" y="2259875"/>
            <a:ext cx="5112904" cy="521425"/>
          </a:xfrm>
          <a:prstGeom prst="rect">
            <a:avLst/>
          </a:prstGeom>
        </p:spPr>
        <p:txBody>
          <a:bodyPr lIns="0" tIns="0" rIns="0" bIns="0" rtlCol="0" anchor="t">
            <a:spAutoFit/>
          </a:bodyPr>
          <a:lstStyle/>
          <a:p>
            <a:pPr algn="ctr">
              <a:lnSpc>
                <a:spcPts val="3600"/>
              </a:lnSpc>
            </a:pPr>
            <a:r>
              <a:rPr lang="en-US" sz="6000" b="1">
                <a:solidFill>
                  <a:srgbClr val="173359"/>
                </a:solidFill>
                <a:latin typeface="Arimo Bold"/>
                <a:ea typeface="Arimo Bold"/>
                <a:cs typeface="Arimo Bold"/>
                <a:sym typeface="Arimo Bold"/>
              </a:rPr>
              <a:t>13</a:t>
            </a:r>
          </a:p>
        </p:txBody>
      </p:sp>
      <p:sp>
        <p:nvSpPr>
          <p:cNvPr id="16" name="Freeform 16">
            <a:extLst>
              <a:ext uri="{FF2B5EF4-FFF2-40B4-BE49-F238E27FC236}">
                <a16:creationId xmlns:a16="http://schemas.microsoft.com/office/drawing/2014/main" id="{82464859-780D-083C-489C-45CEBDB4A742}"/>
              </a:ext>
            </a:extLst>
          </p:cNvPr>
          <p:cNvSpPr/>
          <p:nvPr>
            <p:custDataLst>
              <p:tags r:id="rId7"/>
            </p:custDataLst>
          </p:nvPr>
        </p:nvSpPr>
        <p:spPr>
          <a:xfrm rot="-2456080">
            <a:off x="6396941" y="8701906"/>
            <a:ext cx="4049667" cy="2789208"/>
          </a:xfrm>
          <a:custGeom>
            <a:avLst/>
            <a:gdLst/>
            <a:ahLst/>
            <a:cxnLst/>
            <a:rect l="l" t="t" r="r" b="b"/>
            <a:pathLst>
              <a:path w="4049667" h="2789208">
                <a:moveTo>
                  <a:pt x="0" y="0"/>
                </a:moveTo>
                <a:lnTo>
                  <a:pt x="4049666" y="0"/>
                </a:lnTo>
                <a:lnTo>
                  <a:pt x="4049666" y="2789208"/>
                </a:lnTo>
                <a:lnTo>
                  <a:pt x="0" y="278920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8" name="Freeform 12">
            <a:extLst>
              <a:ext uri="{FF2B5EF4-FFF2-40B4-BE49-F238E27FC236}">
                <a16:creationId xmlns:a16="http://schemas.microsoft.com/office/drawing/2014/main" id="{08D23C9B-DE82-F452-30A1-6196F35B9D7B}"/>
              </a:ext>
            </a:extLst>
          </p:cNvPr>
          <p:cNvSpPr/>
          <p:nvPr>
            <p:custDataLst>
              <p:tags r:id="rId8"/>
            </p:custDataLst>
          </p:nvPr>
        </p:nvSpPr>
        <p:spPr>
          <a:xfrm rot="6025573" flipH="1" flipV="1">
            <a:off x="481637" y="6700806"/>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4" name="Freeform 11">
            <a:extLst>
              <a:ext uri="{FF2B5EF4-FFF2-40B4-BE49-F238E27FC236}">
                <a16:creationId xmlns:a16="http://schemas.microsoft.com/office/drawing/2014/main" id="{71669DFB-9D6E-A360-DD47-A5ECD3E5A57E}"/>
              </a:ext>
            </a:extLst>
          </p:cNvPr>
          <p:cNvSpPr/>
          <p:nvPr>
            <p:custDataLst>
              <p:tags r:id="rId9"/>
            </p:custDataLst>
          </p:nvPr>
        </p:nvSpPr>
        <p:spPr>
          <a:xfrm>
            <a:off x="14264763" y="5803419"/>
            <a:ext cx="3629614" cy="4293091"/>
          </a:xfrm>
          <a:custGeom>
            <a:avLst/>
            <a:gdLst/>
            <a:ahLst/>
            <a:cxnLst/>
            <a:rect l="l" t="t" r="r" b="b"/>
            <a:pathLst>
              <a:path w="2388948" h="2825637">
                <a:moveTo>
                  <a:pt x="0" y="0"/>
                </a:moveTo>
                <a:lnTo>
                  <a:pt x="2388948" y="0"/>
                </a:lnTo>
                <a:lnTo>
                  <a:pt x="2388948" y="2825637"/>
                </a:lnTo>
                <a:lnTo>
                  <a:pt x="0" y="282563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Tree>
    <p:extLst>
      <p:ext uri="{BB962C8B-B14F-4D97-AF65-F5344CB8AC3E}">
        <p14:creationId xmlns:p14="http://schemas.microsoft.com/office/powerpoint/2010/main" val="267824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9E440508-2A4B-EC9B-4D54-54DFAAF5D38D}"/>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E4235248-961D-CDC4-CAF8-D4D2B93111E4}"/>
              </a:ext>
            </a:extLst>
          </p:cNvPr>
          <p:cNvSpPr txBox="1">
            <a:spLocks noGrp="1" noRot="1" noMove="1" noResize="1" noEditPoints="1" noAdjustHandles="1" noChangeArrowheads="1" noChangeShapeType="1"/>
          </p:cNvSpPr>
          <p:nvPr>
            <p:custDataLst>
              <p:tags r:id="rId1"/>
            </p:custDataLst>
          </p:nvPr>
        </p:nvSpPr>
        <p:spPr>
          <a:xfrm>
            <a:off x="-838200" y="4381500"/>
            <a:ext cx="20269200" cy="2924711"/>
          </a:xfrm>
          <a:prstGeom prst="rect">
            <a:avLst/>
          </a:prstGeom>
        </p:spPr>
        <p:txBody>
          <a:bodyPr wrap="square" lIns="0" tIns="0" rIns="0" bIns="0" rtlCol="0" anchor="t">
            <a:spAutoFit/>
          </a:bodyPr>
          <a:lstStyle/>
          <a:p>
            <a:pPr algn="ctr">
              <a:lnSpc>
                <a:spcPts val="10800"/>
              </a:lnSpc>
            </a:pPr>
            <a:r>
              <a:rPr lang="fr-CA" sz="50000">
                <a:solidFill>
                  <a:srgbClr val="76B531"/>
                </a:solidFill>
                <a:latin typeface="Bobby Jones Soft"/>
                <a:ea typeface="Bobby Jones Soft"/>
                <a:cs typeface="Bobby Jones Soft"/>
                <a:sym typeface="Bobby Jones Soft"/>
              </a:rPr>
              <a:t>réalité</a:t>
            </a:r>
          </a:p>
        </p:txBody>
      </p:sp>
      <p:sp>
        <p:nvSpPr>
          <p:cNvPr id="8" name="Freeform 3">
            <a:extLst>
              <a:ext uri="{FF2B5EF4-FFF2-40B4-BE49-F238E27FC236}">
                <a16:creationId xmlns:a16="http://schemas.microsoft.com/office/drawing/2014/main" id="{A0868C98-CE44-C1A1-D3C9-B8435440F178}"/>
              </a:ext>
            </a:extLst>
          </p:cNvPr>
          <p:cNvSpPr/>
          <p:nvPr>
            <p:custDataLst>
              <p:tags r:id="rId2"/>
            </p:custDataLst>
          </p:nvPr>
        </p:nvSpPr>
        <p:spPr>
          <a:xfrm flipH="1" flipV="1">
            <a:off x="2090811" y="52959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CA"/>
          </a:p>
        </p:txBody>
      </p:sp>
      <p:sp>
        <p:nvSpPr>
          <p:cNvPr id="7" name="Freeform 3">
            <a:extLst>
              <a:ext uri="{FF2B5EF4-FFF2-40B4-BE49-F238E27FC236}">
                <a16:creationId xmlns:a16="http://schemas.microsoft.com/office/drawing/2014/main" id="{87156CE4-350A-D28A-0DAE-B86BECB8D863}"/>
              </a:ext>
            </a:extLst>
          </p:cNvPr>
          <p:cNvSpPr/>
          <p:nvPr>
            <p:custDataLst>
              <p:tags r:id="rId3"/>
            </p:custDataLst>
          </p:nvPr>
        </p:nvSpPr>
        <p:spPr>
          <a:xfrm flipH="1" flipV="1">
            <a:off x="1938411" y="5143500"/>
            <a:ext cx="14639778" cy="4684307"/>
          </a:xfrm>
          <a:custGeom>
            <a:avLst/>
            <a:gdLst/>
            <a:ahLst/>
            <a:cxnLst/>
            <a:rect l="l" t="t" r="r" b="b"/>
            <a:pathLst>
              <a:path w="14639778" h="6807497">
                <a:moveTo>
                  <a:pt x="14639778" y="6807496"/>
                </a:moveTo>
                <a:lnTo>
                  <a:pt x="0" y="6807496"/>
                </a:lnTo>
                <a:lnTo>
                  <a:pt x="0" y="0"/>
                </a:lnTo>
                <a:lnTo>
                  <a:pt x="14639778" y="0"/>
                </a:lnTo>
                <a:lnTo>
                  <a:pt x="14639778" y="680749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CA"/>
          </a:p>
        </p:txBody>
      </p:sp>
      <p:sp>
        <p:nvSpPr>
          <p:cNvPr id="6" name="ZoneTexte 5">
            <a:extLst>
              <a:ext uri="{FF2B5EF4-FFF2-40B4-BE49-F238E27FC236}">
                <a16:creationId xmlns:a16="http://schemas.microsoft.com/office/drawing/2014/main" id="{D646E13C-2F81-C660-4042-AD119EFE8A09}"/>
              </a:ext>
            </a:extLst>
          </p:cNvPr>
          <p:cNvSpPr txBox="1"/>
          <p:nvPr>
            <p:custDataLst>
              <p:tags r:id="rId4"/>
            </p:custDataLst>
          </p:nvPr>
        </p:nvSpPr>
        <p:spPr>
          <a:xfrm>
            <a:off x="2590800" y="6286500"/>
            <a:ext cx="13335000" cy="2818592"/>
          </a:xfrm>
          <a:prstGeom prst="rect">
            <a:avLst/>
          </a:prstGeom>
          <a:noFill/>
        </p:spPr>
        <p:txBody>
          <a:bodyPr wrap="square">
            <a:spAutoFit/>
          </a:bodyPr>
          <a:lstStyle/>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Les DEP sont divisés en 21 secteurs de formation professionnelle et il existe plus de </a:t>
            </a:r>
            <a:r>
              <a:rPr lang="fr-CA" sz="3200" kern="100">
                <a:solidFill>
                  <a:srgbClr val="92D050"/>
                </a:solidFill>
                <a:effectLst/>
                <a:latin typeface="Bobby Jones Soft" panose="020B0604020202020204" charset="0"/>
                <a:ea typeface="Aptos" panose="020B0004020202020204" pitchFamily="34" charset="0"/>
                <a:cs typeface="Times New Roman" panose="02020603050405020304" pitchFamily="18" charset="0"/>
              </a:rPr>
              <a:t>130 programmes </a:t>
            </a:r>
            <a:r>
              <a:rPr lang="fr-CA" sz="3200" kern="100">
                <a:effectLst/>
                <a:latin typeface="Bobby Jones Soft" panose="020B0604020202020204" charset="0"/>
                <a:ea typeface="Aptos" panose="020B0004020202020204" pitchFamily="34" charset="0"/>
                <a:cs typeface="Times New Roman" panose="02020603050405020304" pitchFamily="18" charset="0"/>
              </a:rPr>
              <a:t>de formation</a:t>
            </a:r>
          </a:p>
          <a:p>
            <a:pPr algn="ctr">
              <a:lnSpc>
                <a:spcPct val="107000"/>
              </a:lnSpc>
              <a:spcAft>
                <a:spcPts val="800"/>
              </a:spcAft>
            </a:pPr>
            <a:r>
              <a:rPr lang="fr-CA" sz="3200" kern="100">
                <a:effectLst/>
                <a:latin typeface="Bobby Jones Soft" panose="020B0604020202020204" charset="0"/>
                <a:ea typeface="Aptos" panose="020B0004020202020204" pitchFamily="34" charset="0"/>
                <a:cs typeface="Times New Roman" panose="02020603050405020304" pitchFamily="18" charset="0"/>
              </a:rPr>
              <a:t>(DEP) et </a:t>
            </a:r>
            <a:r>
              <a:rPr lang="fr-CA" sz="3200" kern="100">
                <a:solidFill>
                  <a:srgbClr val="92D050"/>
                </a:solidFill>
                <a:effectLst/>
                <a:latin typeface="Bobby Jones Soft" panose="020B0604020202020204" charset="0"/>
                <a:ea typeface="Aptos" panose="020B0004020202020204" pitchFamily="34" charset="0"/>
                <a:cs typeface="Times New Roman" panose="02020603050405020304" pitchFamily="18" charset="0"/>
              </a:rPr>
              <a:t>20 attestations </a:t>
            </a:r>
            <a:r>
              <a:rPr lang="fr-CA" sz="3200" kern="100">
                <a:effectLst/>
                <a:latin typeface="Bobby Jones Soft" panose="020B0604020202020204" charset="0"/>
                <a:ea typeface="Aptos" panose="020B0004020202020204" pitchFamily="34" charset="0"/>
                <a:cs typeface="Times New Roman" panose="02020603050405020304" pitchFamily="18" charset="0"/>
              </a:rPr>
              <a:t>de spécialisation professionnelle ce qui offre un vaste choix de formation dans différents domaines pour répondre à tous les goûts.</a:t>
            </a:r>
          </a:p>
        </p:txBody>
      </p:sp>
    </p:spTree>
    <p:extLst>
      <p:ext uri="{BB962C8B-B14F-4D97-AF65-F5344CB8AC3E}">
        <p14:creationId xmlns:p14="http://schemas.microsoft.com/office/powerpoint/2010/main" val="2658188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1E7DE"/>
        </a:solidFill>
        <a:effectLst/>
      </p:bgPr>
    </p:bg>
    <p:spTree>
      <p:nvGrpSpPr>
        <p:cNvPr id="1" name=""/>
        <p:cNvGrpSpPr/>
        <p:nvPr/>
      </p:nvGrpSpPr>
      <p:grpSpPr>
        <a:xfrm>
          <a:off x="0" y="0"/>
          <a:ext cx="0" cy="0"/>
          <a:chOff x="0" y="0"/>
          <a:chExt cx="0" cy="0"/>
        </a:xfrm>
      </p:grpSpPr>
      <p:sp>
        <p:nvSpPr>
          <p:cNvPr id="14" name="Organigramme : Données stockées 12">
            <a:extLst>
              <a:ext uri="{FF2B5EF4-FFF2-40B4-BE49-F238E27FC236}">
                <a16:creationId xmlns:a16="http://schemas.microsoft.com/office/drawing/2014/main" id="{2A955668-3AFE-371C-D8B1-F59785E9B2F9}"/>
              </a:ext>
            </a:extLst>
          </p:cNvPr>
          <p:cNvSpPr/>
          <p:nvPr>
            <p:custDataLst>
              <p:tags r:id="rId1"/>
            </p:custDataLst>
          </p:nvPr>
        </p:nvSpPr>
        <p:spPr>
          <a:xfrm>
            <a:off x="3733800" y="3776320"/>
            <a:ext cx="11058504" cy="4642679"/>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031 w 9364"/>
              <a:gd name="connsiteY0" fmla="*/ 0 h 10000"/>
              <a:gd name="connsiteX1" fmla="*/ 9364 w 9364"/>
              <a:gd name="connsiteY1" fmla="*/ 0 h 10000"/>
              <a:gd name="connsiteX2" fmla="*/ 7697 w 9364"/>
              <a:gd name="connsiteY2" fmla="*/ 5000 h 10000"/>
              <a:gd name="connsiteX3" fmla="*/ 9364 w 9364"/>
              <a:gd name="connsiteY3" fmla="*/ 10000 h 10000"/>
              <a:gd name="connsiteX4" fmla="*/ 1031 w 9364"/>
              <a:gd name="connsiteY4" fmla="*/ 10000 h 10000"/>
              <a:gd name="connsiteX5" fmla="*/ 0 w 9364"/>
              <a:gd name="connsiteY5" fmla="*/ 5032 h 10000"/>
              <a:gd name="connsiteX6" fmla="*/ 1031 w 9364"/>
              <a:gd name="connsiteY6" fmla="*/ 0 h 10000"/>
              <a:gd name="connsiteX0" fmla="*/ 1110 w 10009"/>
              <a:gd name="connsiteY0" fmla="*/ 0 h 10000"/>
              <a:gd name="connsiteX1" fmla="*/ 10009 w 10009"/>
              <a:gd name="connsiteY1" fmla="*/ 0 h 10000"/>
              <a:gd name="connsiteX2" fmla="*/ 8229 w 10009"/>
              <a:gd name="connsiteY2" fmla="*/ 5000 h 10000"/>
              <a:gd name="connsiteX3" fmla="*/ 10009 w 10009"/>
              <a:gd name="connsiteY3" fmla="*/ 10000 h 10000"/>
              <a:gd name="connsiteX4" fmla="*/ 1110 w 10009"/>
              <a:gd name="connsiteY4" fmla="*/ 10000 h 10000"/>
              <a:gd name="connsiteX5" fmla="*/ 9 w 10009"/>
              <a:gd name="connsiteY5" fmla="*/ 5032 h 10000"/>
              <a:gd name="connsiteX6" fmla="*/ 1110 w 10009"/>
              <a:gd name="connsiteY6" fmla="*/ 0 h 10000"/>
              <a:gd name="connsiteX0" fmla="*/ 1110 w 10009"/>
              <a:gd name="connsiteY0" fmla="*/ 0 h 10000"/>
              <a:gd name="connsiteX1" fmla="*/ 10009 w 10009"/>
              <a:gd name="connsiteY1" fmla="*/ 0 h 10000"/>
              <a:gd name="connsiteX2" fmla="*/ 8894 w 10009"/>
              <a:gd name="connsiteY2" fmla="*/ 4873 h 10000"/>
              <a:gd name="connsiteX3" fmla="*/ 10009 w 10009"/>
              <a:gd name="connsiteY3" fmla="*/ 10000 h 10000"/>
              <a:gd name="connsiteX4" fmla="*/ 1110 w 10009"/>
              <a:gd name="connsiteY4" fmla="*/ 10000 h 10000"/>
              <a:gd name="connsiteX5" fmla="*/ 9 w 10009"/>
              <a:gd name="connsiteY5" fmla="*/ 5032 h 10000"/>
              <a:gd name="connsiteX6" fmla="*/ 1110 w 10009"/>
              <a:gd name="connsiteY6" fmla="*/ 0 h 10000"/>
              <a:gd name="connsiteX0" fmla="*/ 1110 w 10009"/>
              <a:gd name="connsiteY0" fmla="*/ 0 h 10000"/>
              <a:gd name="connsiteX1" fmla="*/ 10009 w 10009"/>
              <a:gd name="connsiteY1" fmla="*/ 0 h 10000"/>
              <a:gd name="connsiteX2" fmla="*/ 8894 w 10009"/>
              <a:gd name="connsiteY2" fmla="*/ 4873 h 10000"/>
              <a:gd name="connsiteX3" fmla="*/ 10009 w 10009"/>
              <a:gd name="connsiteY3" fmla="*/ 10000 h 10000"/>
              <a:gd name="connsiteX4" fmla="*/ 1110 w 10009"/>
              <a:gd name="connsiteY4" fmla="*/ 10000 h 10000"/>
              <a:gd name="connsiteX5" fmla="*/ 9 w 10009"/>
              <a:gd name="connsiteY5" fmla="*/ 5032 h 10000"/>
              <a:gd name="connsiteX6" fmla="*/ 1110 w 10009"/>
              <a:gd name="connsiteY6" fmla="*/ 0 h 10000"/>
              <a:gd name="connsiteX0" fmla="*/ 1110 w 10009"/>
              <a:gd name="connsiteY0" fmla="*/ 64 h 10064"/>
              <a:gd name="connsiteX1" fmla="*/ 8954 w 10009"/>
              <a:gd name="connsiteY1" fmla="*/ 0 h 10064"/>
              <a:gd name="connsiteX2" fmla="*/ 8894 w 10009"/>
              <a:gd name="connsiteY2" fmla="*/ 4937 h 10064"/>
              <a:gd name="connsiteX3" fmla="*/ 10009 w 10009"/>
              <a:gd name="connsiteY3" fmla="*/ 10064 h 10064"/>
              <a:gd name="connsiteX4" fmla="*/ 1110 w 10009"/>
              <a:gd name="connsiteY4" fmla="*/ 10064 h 10064"/>
              <a:gd name="connsiteX5" fmla="*/ 9 w 10009"/>
              <a:gd name="connsiteY5" fmla="*/ 5096 h 10064"/>
              <a:gd name="connsiteX6" fmla="*/ 1110 w 10009"/>
              <a:gd name="connsiteY6" fmla="*/ 64 h 10064"/>
              <a:gd name="connsiteX0" fmla="*/ 1110 w 10009"/>
              <a:gd name="connsiteY0" fmla="*/ 64 h 10064"/>
              <a:gd name="connsiteX1" fmla="*/ 8954 w 10009"/>
              <a:gd name="connsiteY1" fmla="*/ 0 h 10064"/>
              <a:gd name="connsiteX2" fmla="*/ 8533 w 10009"/>
              <a:gd name="connsiteY2" fmla="*/ 5159 h 10064"/>
              <a:gd name="connsiteX3" fmla="*/ 10009 w 10009"/>
              <a:gd name="connsiteY3" fmla="*/ 10064 h 10064"/>
              <a:gd name="connsiteX4" fmla="*/ 1110 w 10009"/>
              <a:gd name="connsiteY4" fmla="*/ 10064 h 10064"/>
              <a:gd name="connsiteX5" fmla="*/ 9 w 10009"/>
              <a:gd name="connsiteY5" fmla="*/ 5096 h 10064"/>
              <a:gd name="connsiteX6" fmla="*/ 1110 w 10009"/>
              <a:gd name="connsiteY6" fmla="*/ 64 h 10064"/>
              <a:gd name="connsiteX0" fmla="*/ 1110 w 9077"/>
              <a:gd name="connsiteY0" fmla="*/ 64 h 10064"/>
              <a:gd name="connsiteX1" fmla="*/ 8954 w 9077"/>
              <a:gd name="connsiteY1" fmla="*/ 0 h 10064"/>
              <a:gd name="connsiteX2" fmla="*/ 8533 w 9077"/>
              <a:gd name="connsiteY2" fmla="*/ 5159 h 10064"/>
              <a:gd name="connsiteX3" fmla="*/ 9077 w 9077"/>
              <a:gd name="connsiteY3" fmla="*/ 10064 h 10064"/>
              <a:gd name="connsiteX4" fmla="*/ 1110 w 9077"/>
              <a:gd name="connsiteY4" fmla="*/ 10064 h 10064"/>
              <a:gd name="connsiteX5" fmla="*/ 9 w 9077"/>
              <a:gd name="connsiteY5" fmla="*/ 5096 h 10064"/>
              <a:gd name="connsiteX6" fmla="*/ 1110 w 9077"/>
              <a:gd name="connsiteY6" fmla="*/ 64 h 10064"/>
              <a:gd name="connsiteX0" fmla="*/ 1223 w 10000"/>
              <a:gd name="connsiteY0" fmla="*/ 64 h 10000"/>
              <a:gd name="connsiteX1" fmla="*/ 9864 w 10000"/>
              <a:gd name="connsiteY1" fmla="*/ 0 h 10000"/>
              <a:gd name="connsiteX2" fmla="*/ 9401 w 10000"/>
              <a:gd name="connsiteY2" fmla="*/ 5126 h 10000"/>
              <a:gd name="connsiteX3" fmla="*/ 10000 w 10000"/>
              <a:gd name="connsiteY3" fmla="*/ 10000 h 10000"/>
              <a:gd name="connsiteX4" fmla="*/ 1223 w 10000"/>
              <a:gd name="connsiteY4" fmla="*/ 10000 h 10000"/>
              <a:gd name="connsiteX5" fmla="*/ 10 w 10000"/>
              <a:gd name="connsiteY5" fmla="*/ 5064 h 10000"/>
              <a:gd name="connsiteX6" fmla="*/ 1223 w 10000"/>
              <a:gd name="connsiteY6" fmla="*/ 64 h 10000"/>
              <a:gd name="connsiteX0" fmla="*/ 1223 w 10000"/>
              <a:gd name="connsiteY0" fmla="*/ 64 h 10000"/>
              <a:gd name="connsiteX1" fmla="*/ 9864 w 10000"/>
              <a:gd name="connsiteY1" fmla="*/ 0 h 10000"/>
              <a:gd name="connsiteX2" fmla="*/ 9014 w 10000"/>
              <a:gd name="connsiteY2" fmla="*/ 5284 h 10000"/>
              <a:gd name="connsiteX3" fmla="*/ 10000 w 10000"/>
              <a:gd name="connsiteY3" fmla="*/ 10000 h 10000"/>
              <a:gd name="connsiteX4" fmla="*/ 1223 w 10000"/>
              <a:gd name="connsiteY4" fmla="*/ 10000 h 10000"/>
              <a:gd name="connsiteX5" fmla="*/ 10 w 10000"/>
              <a:gd name="connsiteY5" fmla="*/ 5064 h 10000"/>
              <a:gd name="connsiteX6" fmla="*/ 1223 w 10000"/>
              <a:gd name="connsiteY6" fmla="*/ 64 h 10000"/>
              <a:gd name="connsiteX0" fmla="*/ 1223 w 10000"/>
              <a:gd name="connsiteY0" fmla="*/ 64 h 10000"/>
              <a:gd name="connsiteX1" fmla="*/ 9864 w 10000"/>
              <a:gd name="connsiteY1" fmla="*/ 0 h 10000"/>
              <a:gd name="connsiteX2" fmla="*/ 9014 w 10000"/>
              <a:gd name="connsiteY2" fmla="*/ 5284 h 10000"/>
              <a:gd name="connsiteX3" fmla="*/ 10000 w 10000"/>
              <a:gd name="connsiteY3" fmla="*/ 10000 h 10000"/>
              <a:gd name="connsiteX4" fmla="*/ 1223 w 10000"/>
              <a:gd name="connsiteY4" fmla="*/ 10000 h 10000"/>
              <a:gd name="connsiteX5" fmla="*/ 10 w 10000"/>
              <a:gd name="connsiteY5" fmla="*/ 5064 h 10000"/>
              <a:gd name="connsiteX6" fmla="*/ 1223 w 10000"/>
              <a:gd name="connsiteY6" fmla="*/ 64 h 10000"/>
              <a:gd name="connsiteX0" fmla="*/ 1223 w 10000"/>
              <a:gd name="connsiteY0" fmla="*/ 0 h 9936"/>
              <a:gd name="connsiteX1" fmla="*/ 9037 w 10000"/>
              <a:gd name="connsiteY1" fmla="*/ 157 h 9936"/>
              <a:gd name="connsiteX2" fmla="*/ 9014 w 10000"/>
              <a:gd name="connsiteY2" fmla="*/ 5220 h 9936"/>
              <a:gd name="connsiteX3" fmla="*/ 10000 w 10000"/>
              <a:gd name="connsiteY3" fmla="*/ 9936 h 9936"/>
              <a:gd name="connsiteX4" fmla="*/ 1223 w 10000"/>
              <a:gd name="connsiteY4" fmla="*/ 9936 h 9936"/>
              <a:gd name="connsiteX5" fmla="*/ 10 w 10000"/>
              <a:gd name="connsiteY5" fmla="*/ 5000 h 9936"/>
              <a:gd name="connsiteX6" fmla="*/ 1223 w 10000"/>
              <a:gd name="connsiteY6" fmla="*/ 0 h 9936"/>
              <a:gd name="connsiteX0" fmla="*/ 1223 w 10000"/>
              <a:gd name="connsiteY0" fmla="*/ 0 h 10000"/>
              <a:gd name="connsiteX1" fmla="*/ 9037 w 10000"/>
              <a:gd name="connsiteY1" fmla="*/ 158 h 10000"/>
              <a:gd name="connsiteX2" fmla="*/ 9014 w 10000"/>
              <a:gd name="connsiteY2" fmla="*/ 5254 h 10000"/>
              <a:gd name="connsiteX3" fmla="*/ 10000 w 10000"/>
              <a:gd name="connsiteY3" fmla="*/ 10000 h 10000"/>
              <a:gd name="connsiteX4" fmla="*/ 1223 w 10000"/>
              <a:gd name="connsiteY4" fmla="*/ 10000 h 10000"/>
              <a:gd name="connsiteX5" fmla="*/ 10 w 10000"/>
              <a:gd name="connsiteY5" fmla="*/ 5032 h 10000"/>
              <a:gd name="connsiteX6" fmla="*/ 1223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223" y="0"/>
                </a:moveTo>
                <a:lnTo>
                  <a:pt x="9037" y="158"/>
                </a:lnTo>
                <a:cubicBezTo>
                  <a:pt x="8847" y="1779"/>
                  <a:pt x="8854" y="3613"/>
                  <a:pt x="9014" y="5254"/>
                </a:cubicBezTo>
                <a:cubicBezTo>
                  <a:pt x="9174" y="6894"/>
                  <a:pt x="9383" y="8380"/>
                  <a:pt x="10000" y="10000"/>
                </a:cubicBezTo>
                <a:lnTo>
                  <a:pt x="1223" y="10000"/>
                </a:lnTo>
                <a:cubicBezTo>
                  <a:pt x="139" y="10000"/>
                  <a:pt x="74" y="6364"/>
                  <a:pt x="10" y="5032"/>
                </a:cubicBezTo>
                <a:cubicBezTo>
                  <a:pt x="-54" y="3700"/>
                  <a:pt x="139" y="0"/>
                  <a:pt x="1223" y="0"/>
                </a:cubicBez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Organigramme : Données stockées 12">
            <a:extLst>
              <a:ext uri="{FF2B5EF4-FFF2-40B4-BE49-F238E27FC236}">
                <a16:creationId xmlns:a16="http://schemas.microsoft.com/office/drawing/2014/main" id="{6DF753A0-B35E-8154-28E2-82C9F3407BD9}"/>
              </a:ext>
            </a:extLst>
          </p:cNvPr>
          <p:cNvSpPr/>
          <p:nvPr>
            <p:custDataLst>
              <p:tags r:id="rId2"/>
            </p:custDataLst>
          </p:nvPr>
        </p:nvSpPr>
        <p:spPr>
          <a:xfrm>
            <a:off x="3955629" y="3622376"/>
            <a:ext cx="11058504" cy="4642679"/>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1031 w 9364"/>
              <a:gd name="connsiteY0" fmla="*/ 0 h 10000"/>
              <a:gd name="connsiteX1" fmla="*/ 9364 w 9364"/>
              <a:gd name="connsiteY1" fmla="*/ 0 h 10000"/>
              <a:gd name="connsiteX2" fmla="*/ 7697 w 9364"/>
              <a:gd name="connsiteY2" fmla="*/ 5000 h 10000"/>
              <a:gd name="connsiteX3" fmla="*/ 9364 w 9364"/>
              <a:gd name="connsiteY3" fmla="*/ 10000 h 10000"/>
              <a:gd name="connsiteX4" fmla="*/ 1031 w 9364"/>
              <a:gd name="connsiteY4" fmla="*/ 10000 h 10000"/>
              <a:gd name="connsiteX5" fmla="*/ 0 w 9364"/>
              <a:gd name="connsiteY5" fmla="*/ 5032 h 10000"/>
              <a:gd name="connsiteX6" fmla="*/ 1031 w 9364"/>
              <a:gd name="connsiteY6" fmla="*/ 0 h 10000"/>
              <a:gd name="connsiteX0" fmla="*/ 1110 w 10009"/>
              <a:gd name="connsiteY0" fmla="*/ 0 h 10000"/>
              <a:gd name="connsiteX1" fmla="*/ 10009 w 10009"/>
              <a:gd name="connsiteY1" fmla="*/ 0 h 10000"/>
              <a:gd name="connsiteX2" fmla="*/ 8229 w 10009"/>
              <a:gd name="connsiteY2" fmla="*/ 5000 h 10000"/>
              <a:gd name="connsiteX3" fmla="*/ 10009 w 10009"/>
              <a:gd name="connsiteY3" fmla="*/ 10000 h 10000"/>
              <a:gd name="connsiteX4" fmla="*/ 1110 w 10009"/>
              <a:gd name="connsiteY4" fmla="*/ 10000 h 10000"/>
              <a:gd name="connsiteX5" fmla="*/ 9 w 10009"/>
              <a:gd name="connsiteY5" fmla="*/ 5032 h 10000"/>
              <a:gd name="connsiteX6" fmla="*/ 1110 w 10009"/>
              <a:gd name="connsiteY6" fmla="*/ 0 h 10000"/>
              <a:gd name="connsiteX0" fmla="*/ 1110 w 10009"/>
              <a:gd name="connsiteY0" fmla="*/ 0 h 10000"/>
              <a:gd name="connsiteX1" fmla="*/ 10009 w 10009"/>
              <a:gd name="connsiteY1" fmla="*/ 0 h 10000"/>
              <a:gd name="connsiteX2" fmla="*/ 8894 w 10009"/>
              <a:gd name="connsiteY2" fmla="*/ 4873 h 10000"/>
              <a:gd name="connsiteX3" fmla="*/ 10009 w 10009"/>
              <a:gd name="connsiteY3" fmla="*/ 10000 h 10000"/>
              <a:gd name="connsiteX4" fmla="*/ 1110 w 10009"/>
              <a:gd name="connsiteY4" fmla="*/ 10000 h 10000"/>
              <a:gd name="connsiteX5" fmla="*/ 9 w 10009"/>
              <a:gd name="connsiteY5" fmla="*/ 5032 h 10000"/>
              <a:gd name="connsiteX6" fmla="*/ 1110 w 10009"/>
              <a:gd name="connsiteY6" fmla="*/ 0 h 10000"/>
              <a:gd name="connsiteX0" fmla="*/ 1110 w 10009"/>
              <a:gd name="connsiteY0" fmla="*/ 0 h 10000"/>
              <a:gd name="connsiteX1" fmla="*/ 10009 w 10009"/>
              <a:gd name="connsiteY1" fmla="*/ 0 h 10000"/>
              <a:gd name="connsiteX2" fmla="*/ 8894 w 10009"/>
              <a:gd name="connsiteY2" fmla="*/ 4873 h 10000"/>
              <a:gd name="connsiteX3" fmla="*/ 10009 w 10009"/>
              <a:gd name="connsiteY3" fmla="*/ 10000 h 10000"/>
              <a:gd name="connsiteX4" fmla="*/ 1110 w 10009"/>
              <a:gd name="connsiteY4" fmla="*/ 10000 h 10000"/>
              <a:gd name="connsiteX5" fmla="*/ 9 w 10009"/>
              <a:gd name="connsiteY5" fmla="*/ 5032 h 10000"/>
              <a:gd name="connsiteX6" fmla="*/ 1110 w 10009"/>
              <a:gd name="connsiteY6" fmla="*/ 0 h 10000"/>
              <a:gd name="connsiteX0" fmla="*/ 1110 w 10009"/>
              <a:gd name="connsiteY0" fmla="*/ 64 h 10064"/>
              <a:gd name="connsiteX1" fmla="*/ 8954 w 10009"/>
              <a:gd name="connsiteY1" fmla="*/ 0 h 10064"/>
              <a:gd name="connsiteX2" fmla="*/ 8894 w 10009"/>
              <a:gd name="connsiteY2" fmla="*/ 4937 h 10064"/>
              <a:gd name="connsiteX3" fmla="*/ 10009 w 10009"/>
              <a:gd name="connsiteY3" fmla="*/ 10064 h 10064"/>
              <a:gd name="connsiteX4" fmla="*/ 1110 w 10009"/>
              <a:gd name="connsiteY4" fmla="*/ 10064 h 10064"/>
              <a:gd name="connsiteX5" fmla="*/ 9 w 10009"/>
              <a:gd name="connsiteY5" fmla="*/ 5096 h 10064"/>
              <a:gd name="connsiteX6" fmla="*/ 1110 w 10009"/>
              <a:gd name="connsiteY6" fmla="*/ 64 h 10064"/>
              <a:gd name="connsiteX0" fmla="*/ 1110 w 10009"/>
              <a:gd name="connsiteY0" fmla="*/ 64 h 10064"/>
              <a:gd name="connsiteX1" fmla="*/ 8954 w 10009"/>
              <a:gd name="connsiteY1" fmla="*/ 0 h 10064"/>
              <a:gd name="connsiteX2" fmla="*/ 8533 w 10009"/>
              <a:gd name="connsiteY2" fmla="*/ 5159 h 10064"/>
              <a:gd name="connsiteX3" fmla="*/ 10009 w 10009"/>
              <a:gd name="connsiteY3" fmla="*/ 10064 h 10064"/>
              <a:gd name="connsiteX4" fmla="*/ 1110 w 10009"/>
              <a:gd name="connsiteY4" fmla="*/ 10064 h 10064"/>
              <a:gd name="connsiteX5" fmla="*/ 9 w 10009"/>
              <a:gd name="connsiteY5" fmla="*/ 5096 h 10064"/>
              <a:gd name="connsiteX6" fmla="*/ 1110 w 10009"/>
              <a:gd name="connsiteY6" fmla="*/ 64 h 10064"/>
              <a:gd name="connsiteX0" fmla="*/ 1110 w 9077"/>
              <a:gd name="connsiteY0" fmla="*/ 64 h 10064"/>
              <a:gd name="connsiteX1" fmla="*/ 8954 w 9077"/>
              <a:gd name="connsiteY1" fmla="*/ 0 h 10064"/>
              <a:gd name="connsiteX2" fmla="*/ 8533 w 9077"/>
              <a:gd name="connsiteY2" fmla="*/ 5159 h 10064"/>
              <a:gd name="connsiteX3" fmla="*/ 9077 w 9077"/>
              <a:gd name="connsiteY3" fmla="*/ 10064 h 10064"/>
              <a:gd name="connsiteX4" fmla="*/ 1110 w 9077"/>
              <a:gd name="connsiteY4" fmla="*/ 10064 h 10064"/>
              <a:gd name="connsiteX5" fmla="*/ 9 w 9077"/>
              <a:gd name="connsiteY5" fmla="*/ 5096 h 10064"/>
              <a:gd name="connsiteX6" fmla="*/ 1110 w 9077"/>
              <a:gd name="connsiteY6" fmla="*/ 64 h 10064"/>
              <a:gd name="connsiteX0" fmla="*/ 1223 w 10000"/>
              <a:gd name="connsiteY0" fmla="*/ 64 h 10000"/>
              <a:gd name="connsiteX1" fmla="*/ 9864 w 10000"/>
              <a:gd name="connsiteY1" fmla="*/ 0 h 10000"/>
              <a:gd name="connsiteX2" fmla="*/ 9401 w 10000"/>
              <a:gd name="connsiteY2" fmla="*/ 5126 h 10000"/>
              <a:gd name="connsiteX3" fmla="*/ 10000 w 10000"/>
              <a:gd name="connsiteY3" fmla="*/ 10000 h 10000"/>
              <a:gd name="connsiteX4" fmla="*/ 1223 w 10000"/>
              <a:gd name="connsiteY4" fmla="*/ 10000 h 10000"/>
              <a:gd name="connsiteX5" fmla="*/ 10 w 10000"/>
              <a:gd name="connsiteY5" fmla="*/ 5064 h 10000"/>
              <a:gd name="connsiteX6" fmla="*/ 1223 w 10000"/>
              <a:gd name="connsiteY6" fmla="*/ 64 h 10000"/>
              <a:gd name="connsiteX0" fmla="*/ 1223 w 10000"/>
              <a:gd name="connsiteY0" fmla="*/ 64 h 10000"/>
              <a:gd name="connsiteX1" fmla="*/ 9864 w 10000"/>
              <a:gd name="connsiteY1" fmla="*/ 0 h 10000"/>
              <a:gd name="connsiteX2" fmla="*/ 9014 w 10000"/>
              <a:gd name="connsiteY2" fmla="*/ 5284 h 10000"/>
              <a:gd name="connsiteX3" fmla="*/ 10000 w 10000"/>
              <a:gd name="connsiteY3" fmla="*/ 10000 h 10000"/>
              <a:gd name="connsiteX4" fmla="*/ 1223 w 10000"/>
              <a:gd name="connsiteY4" fmla="*/ 10000 h 10000"/>
              <a:gd name="connsiteX5" fmla="*/ 10 w 10000"/>
              <a:gd name="connsiteY5" fmla="*/ 5064 h 10000"/>
              <a:gd name="connsiteX6" fmla="*/ 1223 w 10000"/>
              <a:gd name="connsiteY6" fmla="*/ 64 h 10000"/>
              <a:gd name="connsiteX0" fmla="*/ 1223 w 10000"/>
              <a:gd name="connsiteY0" fmla="*/ 64 h 10000"/>
              <a:gd name="connsiteX1" fmla="*/ 9864 w 10000"/>
              <a:gd name="connsiteY1" fmla="*/ 0 h 10000"/>
              <a:gd name="connsiteX2" fmla="*/ 9014 w 10000"/>
              <a:gd name="connsiteY2" fmla="*/ 5284 h 10000"/>
              <a:gd name="connsiteX3" fmla="*/ 10000 w 10000"/>
              <a:gd name="connsiteY3" fmla="*/ 10000 h 10000"/>
              <a:gd name="connsiteX4" fmla="*/ 1223 w 10000"/>
              <a:gd name="connsiteY4" fmla="*/ 10000 h 10000"/>
              <a:gd name="connsiteX5" fmla="*/ 10 w 10000"/>
              <a:gd name="connsiteY5" fmla="*/ 5064 h 10000"/>
              <a:gd name="connsiteX6" fmla="*/ 1223 w 10000"/>
              <a:gd name="connsiteY6" fmla="*/ 64 h 10000"/>
              <a:gd name="connsiteX0" fmla="*/ 1223 w 10000"/>
              <a:gd name="connsiteY0" fmla="*/ 0 h 9936"/>
              <a:gd name="connsiteX1" fmla="*/ 9037 w 10000"/>
              <a:gd name="connsiteY1" fmla="*/ 157 h 9936"/>
              <a:gd name="connsiteX2" fmla="*/ 9014 w 10000"/>
              <a:gd name="connsiteY2" fmla="*/ 5220 h 9936"/>
              <a:gd name="connsiteX3" fmla="*/ 10000 w 10000"/>
              <a:gd name="connsiteY3" fmla="*/ 9936 h 9936"/>
              <a:gd name="connsiteX4" fmla="*/ 1223 w 10000"/>
              <a:gd name="connsiteY4" fmla="*/ 9936 h 9936"/>
              <a:gd name="connsiteX5" fmla="*/ 10 w 10000"/>
              <a:gd name="connsiteY5" fmla="*/ 5000 h 9936"/>
              <a:gd name="connsiteX6" fmla="*/ 1223 w 10000"/>
              <a:gd name="connsiteY6" fmla="*/ 0 h 9936"/>
              <a:gd name="connsiteX0" fmla="*/ 1223 w 10000"/>
              <a:gd name="connsiteY0" fmla="*/ 0 h 10000"/>
              <a:gd name="connsiteX1" fmla="*/ 9037 w 10000"/>
              <a:gd name="connsiteY1" fmla="*/ 158 h 10000"/>
              <a:gd name="connsiteX2" fmla="*/ 9014 w 10000"/>
              <a:gd name="connsiteY2" fmla="*/ 5254 h 10000"/>
              <a:gd name="connsiteX3" fmla="*/ 10000 w 10000"/>
              <a:gd name="connsiteY3" fmla="*/ 10000 h 10000"/>
              <a:gd name="connsiteX4" fmla="*/ 1223 w 10000"/>
              <a:gd name="connsiteY4" fmla="*/ 10000 h 10000"/>
              <a:gd name="connsiteX5" fmla="*/ 10 w 10000"/>
              <a:gd name="connsiteY5" fmla="*/ 5032 h 10000"/>
              <a:gd name="connsiteX6" fmla="*/ 1223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223" y="0"/>
                </a:moveTo>
                <a:lnTo>
                  <a:pt x="9037" y="158"/>
                </a:lnTo>
                <a:cubicBezTo>
                  <a:pt x="8847" y="1779"/>
                  <a:pt x="8854" y="3613"/>
                  <a:pt x="9014" y="5254"/>
                </a:cubicBezTo>
                <a:cubicBezTo>
                  <a:pt x="9174" y="6894"/>
                  <a:pt x="9383" y="8380"/>
                  <a:pt x="10000" y="10000"/>
                </a:cubicBezTo>
                <a:lnTo>
                  <a:pt x="1223" y="10000"/>
                </a:lnTo>
                <a:cubicBezTo>
                  <a:pt x="139" y="10000"/>
                  <a:pt x="74" y="6364"/>
                  <a:pt x="10" y="5032"/>
                </a:cubicBezTo>
                <a:cubicBezTo>
                  <a:pt x="-54" y="3700"/>
                  <a:pt x="139" y="0"/>
                  <a:pt x="122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Freeform 2"/>
          <p:cNvSpPr/>
          <p:nvPr>
            <p:custDataLst>
              <p:tags r:id="rId3"/>
            </p:custDataLst>
          </p:nvPr>
        </p:nvSpPr>
        <p:spPr>
          <a:xfrm rot="-6776476">
            <a:off x="-1215639" y="-918746"/>
            <a:ext cx="4488679" cy="4833032"/>
          </a:xfrm>
          <a:custGeom>
            <a:avLst/>
            <a:gdLst/>
            <a:ahLst/>
            <a:cxnLst/>
            <a:rect l="l" t="t" r="r" b="b"/>
            <a:pathLst>
              <a:path w="4488679" h="4833032">
                <a:moveTo>
                  <a:pt x="0" y="0"/>
                </a:moveTo>
                <a:lnTo>
                  <a:pt x="4488678" y="0"/>
                </a:lnTo>
                <a:lnTo>
                  <a:pt x="4488678" y="4833032"/>
                </a:lnTo>
                <a:lnTo>
                  <a:pt x="0" y="48330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CA"/>
          </a:p>
        </p:txBody>
      </p:sp>
      <p:sp>
        <p:nvSpPr>
          <p:cNvPr id="7" name="TextBox 7"/>
          <p:cNvSpPr txBox="1"/>
          <p:nvPr>
            <p:custDataLst>
              <p:tags r:id="rId4"/>
            </p:custDataLst>
          </p:nvPr>
        </p:nvSpPr>
        <p:spPr>
          <a:xfrm>
            <a:off x="1147752" y="4660233"/>
            <a:ext cx="16230600" cy="3079689"/>
          </a:xfrm>
          <a:prstGeom prst="rect">
            <a:avLst/>
          </a:prstGeom>
        </p:spPr>
        <p:txBody>
          <a:bodyPr lIns="0" tIns="0" rIns="0" bIns="0" rtlCol="0" anchor="t">
            <a:spAutoFit/>
          </a:bodyPr>
          <a:lstStyle/>
          <a:p>
            <a:pPr algn="ctr">
              <a:lnSpc>
                <a:spcPts val="23000"/>
              </a:lnSpc>
            </a:pPr>
            <a:r>
              <a:rPr lang="en-US" sz="23000" spc="-460">
                <a:solidFill>
                  <a:srgbClr val="173359"/>
                </a:solidFill>
                <a:latin typeface="Bobby Jones Soft"/>
                <a:ea typeface="Bobby Jones Soft"/>
                <a:cs typeface="Bobby Jones Soft"/>
                <a:sym typeface="Bobby Jones Soft"/>
              </a:rPr>
              <a:t>Merci !</a:t>
            </a:r>
          </a:p>
        </p:txBody>
      </p:sp>
      <p:sp>
        <p:nvSpPr>
          <p:cNvPr id="8" name="Freeform 8"/>
          <p:cNvSpPr/>
          <p:nvPr>
            <p:custDataLst>
              <p:tags r:id="rId5"/>
            </p:custDataLst>
          </p:nvPr>
        </p:nvSpPr>
        <p:spPr>
          <a:xfrm rot="384062">
            <a:off x="14624234" y="7214213"/>
            <a:ext cx="3476108" cy="3869508"/>
          </a:xfrm>
          <a:custGeom>
            <a:avLst/>
            <a:gdLst/>
            <a:ahLst/>
            <a:cxnLst/>
            <a:rect l="l" t="t" r="r" b="b"/>
            <a:pathLst>
              <a:path w="3476108" h="3869508">
                <a:moveTo>
                  <a:pt x="0" y="0"/>
                </a:moveTo>
                <a:lnTo>
                  <a:pt x="3476109" y="0"/>
                </a:lnTo>
                <a:lnTo>
                  <a:pt x="3476109" y="3869508"/>
                </a:lnTo>
                <a:lnTo>
                  <a:pt x="0" y="386950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CA"/>
          </a:p>
        </p:txBody>
      </p:sp>
      <p:sp>
        <p:nvSpPr>
          <p:cNvPr id="9" name="Freeform 9"/>
          <p:cNvSpPr/>
          <p:nvPr>
            <p:custDataLst>
              <p:tags r:id="rId6"/>
            </p:custDataLst>
          </p:nvPr>
        </p:nvSpPr>
        <p:spPr>
          <a:xfrm rot="5212405">
            <a:off x="11790557" y="1283990"/>
            <a:ext cx="4990114" cy="4598666"/>
          </a:xfrm>
          <a:custGeom>
            <a:avLst/>
            <a:gdLst/>
            <a:ahLst/>
            <a:cxnLst/>
            <a:rect l="l" t="t" r="r" b="b"/>
            <a:pathLst>
              <a:path w="3728389" h="3695766">
                <a:moveTo>
                  <a:pt x="0" y="0"/>
                </a:moveTo>
                <a:lnTo>
                  <a:pt x="3728390" y="0"/>
                </a:lnTo>
                <a:lnTo>
                  <a:pt x="3728390" y="3695766"/>
                </a:lnTo>
                <a:lnTo>
                  <a:pt x="0" y="369576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CA"/>
          </a:p>
        </p:txBody>
      </p:sp>
      <p:sp>
        <p:nvSpPr>
          <p:cNvPr id="10" name="Freeform 10"/>
          <p:cNvSpPr/>
          <p:nvPr>
            <p:custDataLst>
              <p:tags r:id="rId7"/>
            </p:custDataLst>
          </p:nvPr>
        </p:nvSpPr>
        <p:spPr>
          <a:xfrm rot="1022276">
            <a:off x="7256096" y="6622025"/>
            <a:ext cx="3616398" cy="1670118"/>
          </a:xfrm>
          <a:custGeom>
            <a:avLst/>
            <a:gdLst/>
            <a:ahLst/>
            <a:cxnLst/>
            <a:rect l="l" t="t" r="r" b="b"/>
            <a:pathLst>
              <a:path w="3616398" h="1670118">
                <a:moveTo>
                  <a:pt x="0" y="0"/>
                </a:moveTo>
                <a:lnTo>
                  <a:pt x="3616398" y="0"/>
                </a:lnTo>
                <a:lnTo>
                  <a:pt x="3616398" y="1670118"/>
                </a:lnTo>
                <a:lnTo>
                  <a:pt x="0" y="16701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CA"/>
          </a:p>
        </p:txBody>
      </p:sp>
      <p:sp>
        <p:nvSpPr>
          <p:cNvPr id="12" name="Freeform 7">
            <a:extLst>
              <a:ext uri="{FF2B5EF4-FFF2-40B4-BE49-F238E27FC236}">
                <a16:creationId xmlns:a16="http://schemas.microsoft.com/office/drawing/2014/main" id="{903FCE32-6CB7-C9AE-A3E2-3F501D780CEE}"/>
              </a:ext>
            </a:extLst>
          </p:cNvPr>
          <p:cNvSpPr/>
          <p:nvPr>
            <p:custDataLst>
              <p:tags r:id="rId8"/>
            </p:custDataLst>
          </p:nvPr>
        </p:nvSpPr>
        <p:spPr>
          <a:xfrm rot="166777" flipH="1">
            <a:off x="4240534" y="2336697"/>
            <a:ext cx="2434270" cy="2879244"/>
          </a:xfrm>
          <a:custGeom>
            <a:avLst/>
            <a:gdLst/>
            <a:ahLst/>
            <a:cxnLst/>
            <a:rect l="l" t="t" r="r" b="b"/>
            <a:pathLst>
              <a:path w="3478876" h="4114800">
                <a:moveTo>
                  <a:pt x="0" y="0"/>
                </a:moveTo>
                <a:lnTo>
                  <a:pt x="3478876" y="0"/>
                </a:lnTo>
                <a:lnTo>
                  <a:pt x="3478876"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fr-CA"/>
          </a:p>
        </p:txBody>
      </p:sp>
      <p:sp>
        <p:nvSpPr>
          <p:cNvPr id="15" name="Freeform 12">
            <a:extLst>
              <a:ext uri="{FF2B5EF4-FFF2-40B4-BE49-F238E27FC236}">
                <a16:creationId xmlns:a16="http://schemas.microsoft.com/office/drawing/2014/main" id="{8C46F711-0919-A13F-1BF6-0ED980D0B703}"/>
              </a:ext>
            </a:extLst>
          </p:cNvPr>
          <p:cNvSpPr/>
          <p:nvPr>
            <p:custDataLst>
              <p:tags r:id="rId9"/>
            </p:custDataLst>
          </p:nvPr>
        </p:nvSpPr>
        <p:spPr>
          <a:xfrm rot="6025573" flipH="1" flipV="1">
            <a:off x="2090851" y="6770222"/>
            <a:ext cx="2997698" cy="3138951"/>
          </a:xfrm>
          <a:custGeom>
            <a:avLst/>
            <a:gdLst/>
            <a:ahLst/>
            <a:cxnLst/>
            <a:rect l="l" t="t" r="r" b="b"/>
            <a:pathLst>
              <a:path w="2997698" h="3138951">
                <a:moveTo>
                  <a:pt x="2997698" y="3138951"/>
                </a:moveTo>
                <a:lnTo>
                  <a:pt x="0" y="3138951"/>
                </a:lnTo>
                <a:lnTo>
                  <a:pt x="0" y="0"/>
                </a:lnTo>
                <a:lnTo>
                  <a:pt x="2997698" y="0"/>
                </a:lnTo>
                <a:lnTo>
                  <a:pt x="2997698" y="3138951"/>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fr-CA"/>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7"/>
</p:tagLst>
</file>

<file path=ppt/tags/tag8.xml><?xml version="1.0" encoding="utf-8"?>
<p:tagLst xmlns:a="http://schemas.openxmlformats.org/drawingml/2006/main" xmlns:r="http://schemas.openxmlformats.org/officeDocument/2006/relationships" xmlns:p="http://schemas.openxmlformats.org/presentationml/2006/main">
  <p:tag name="NUM" val="8"/>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5"/>
</p:tagLst>
</file>

<file path=ppt/tags/tag14.xml><?xml version="1.0" encoding="utf-8"?>
<p:tagLst xmlns:a="http://schemas.openxmlformats.org/drawingml/2006/main" xmlns:r="http://schemas.openxmlformats.org/officeDocument/2006/relationships" xmlns:p="http://schemas.openxmlformats.org/presentationml/2006/main">
  <p:tag name="NUM" val="6"/>
</p:tagLst>
</file>

<file path=ppt/tags/tag15.xml><?xml version="1.0" encoding="utf-8"?>
<p:tagLst xmlns:a="http://schemas.openxmlformats.org/drawingml/2006/main" xmlns:r="http://schemas.openxmlformats.org/officeDocument/2006/relationships" xmlns:p="http://schemas.openxmlformats.org/presentationml/2006/main">
  <p:tag name="NUM" val="7"/>
</p:tagLst>
</file>

<file path=ppt/tags/tag16.xml><?xml version="1.0" encoding="utf-8"?>
<p:tagLst xmlns:a="http://schemas.openxmlformats.org/drawingml/2006/main" xmlns:r="http://schemas.openxmlformats.org/officeDocument/2006/relationships" xmlns:p="http://schemas.openxmlformats.org/presentationml/2006/main">
  <p:tag name="NUM" val="8"/>
</p:tagLst>
</file>

<file path=ppt/tags/tag17.xml><?xml version="1.0" encoding="utf-8"?>
<p:tagLst xmlns:a="http://schemas.openxmlformats.org/drawingml/2006/main" xmlns:r="http://schemas.openxmlformats.org/officeDocument/2006/relationships" xmlns:p="http://schemas.openxmlformats.org/presentationml/2006/main">
  <p:tag name="NUM" val="9"/>
</p:tagLst>
</file>

<file path=ppt/tags/tag18.xml><?xml version="1.0" encoding="utf-8"?>
<p:tagLst xmlns:a="http://schemas.openxmlformats.org/drawingml/2006/main" xmlns:r="http://schemas.openxmlformats.org/officeDocument/2006/relationships" xmlns:p="http://schemas.openxmlformats.org/presentationml/2006/main">
  <p:tag name="NUM" val="10"/>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5"/>
</p:tagLst>
</file>

<file path=ppt/tags/tag24.xml><?xml version="1.0" encoding="utf-8"?>
<p:tagLst xmlns:a="http://schemas.openxmlformats.org/drawingml/2006/main" xmlns:r="http://schemas.openxmlformats.org/officeDocument/2006/relationships" xmlns:p="http://schemas.openxmlformats.org/presentationml/2006/main">
  <p:tag name="NUM" val="6"/>
</p:tagLst>
</file>

<file path=ppt/tags/tag25.xml><?xml version="1.0" encoding="utf-8"?>
<p:tagLst xmlns:a="http://schemas.openxmlformats.org/drawingml/2006/main" xmlns:r="http://schemas.openxmlformats.org/officeDocument/2006/relationships" xmlns:p="http://schemas.openxmlformats.org/presentationml/2006/main">
  <p:tag name="NUM" val="7"/>
</p:tagLst>
</file>

<file path=ppt/tags/tag26.xml><?xml version="1.0" encoding="utf-8"?>
<p:tagLst xmlns:a="http://schemas.openxmlformats.org/drawingml/2006/main" xmlns:r="http://schemas.openxmlformats.org/officeDocument/2006/relationships" xmlns:p="http://schemas.openxmlformats.org/presentationml/2006/main">
  <p:tag name="NUM" val="8"/>
</p:tagLst>
</file>

<file path=ppt/tags/tag27.xml><?xml version="1.0" encoding="utf-8"?>
<p:tagLst xmlns:a="http://schemas.openxmlformats.org/drawingml/2006/main" xmlns:r="http://schemas.openxmlformats.org/officeDocument/2006/relationships" xmlns:p="http://schemas.openxmlformats.org/presentationml/2006/main">
  <p:tag name="NUM" val="9"/>
</p:tagLst>
</file>

<file path=ppt/tags/tag28.xml><?xml version="1.0" encoding="utf-8"?>
<p:tagLst xmlns:a="http://schemas.openxmlformats.org/drawingml/2006/main" xmlns:r="http://schemas.openxmlformats.org/officeDocument/2006/relationships" xmlns:p="http://schemas.openxmlformats.org/presentationml/2006/main">
  <p:tag name="NUM" val="10"/>
</p:tagLst>
</file>

<file path=ppt/tags/tag29.xml><?xml version="1.0" encoding="utf-8"?>
<p:tagLst xmlns:a="http://schemas.openxmlformats.org/drawingml/2006/main" xmlns:r="http://schemas.openxmlformats.org/officeDocument/2006/relationships" xmlns:p="http://schemas.openxmlformats.org/presentationml/2006/main">
  <p:tag name="NUM" val="11"/>
</p:tagLst>
</file>

<file path=ppt/tags/tag30.xml><?xml version="1.0" encoding="utf-8"?>
<p:tagLst xmlns:a="http://schemas.openxmlformats.org/drawingml/2006/main" xmlns:r="http://schemas.openxmlformats.org/officeDocument/2006/relationships" xmlns:p="http://schemas.openxmlformats.org/presentationml/2006/main">
  <p:tag name="NUM" val="12"/>
</p:tagLst>
</file>

<file path=ppt/tags/tag31.xml><?xml version="1.0" encoding="utf-8"?>
<p:tagLst xmlns:a="http://schemas.openxmlformats.org/drawingml/2006/main" xmlns:r="http://schemas.openxmlformats.org/officeDocument/2006/relationships" xmlns:p="http://schemas.openxmlformats.org/presentationml/2006/main">
  <p:tag name="NUM" val="13"/>
</p:tagLst>
</file>

<file path=ppt/tags/tag32.xml><?xml version="1.0" encoding="utf-8"?>
<p:tagLst xmlns:a="http://schemas.openxmlformats.org/drawingml/2006/main" xmlns:r="http://schemas.openxmlformats.org/officeDocument/2006/relationships" xmlns:p="http://schemas.openxmlformats.org/presentationml/2006/main">
  <p:tag name="NUM" val="14"/>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4"/>
</p:tagLst>
</file>

<file path=ppt/tags/tag37.xml><?xml version="1.0" encoding="utf-8"?>
<p:tagLst xmlns:a="http://schemas.openxmlformats.org/drawingml/2006/main" xmlns:r="http://schemas.openxmlformats.org/officeDocument/2006/relationships" xmlns:p="http://schemas.openxmlformats.org/presentationml/2006/main">
  <p:tag name="NUM" val="5"/>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4"/>
</p:tagLst>
</file>

<file path=ppt/tags/tag42.xml><?xml version="1.0" encoding="utf-8"?>
<p:tagLst xmlns:a="http://schemas.openxmlformats.org/drawingml/2006/main" xmlns:r="http://schemas.openxmlformats.org/officeDocument/2006/relationships" xmlns:p="http://schemas.openxmlformats.org/presentationml/2006/main">
  <p:tag name="NUM" val="5"/>
</p:tagLst>
</file>

<file path=ppt/tags/tag43.xml><?xml version="1.0" encoding="utf-8"?>
<p:tagLst xmlns:a="http://schemas.openxmlformats.org/drawingml/2006/main" xmlns:r="http://schemas.openxmlformats.org/officeDocument/2006/relationships" xmlns:p="http://schemas.openxmlformats.org/presentationml/2006/main">
  <p:tag name="NUM" val="6"/>
</p:tagLst>
</file>

<file path=ppt/tags/tag44.xml><?xml version="1.0" encoding="utf-8"?>
<p:tagLst xmlns:a="http://schemas.openxmlformats.org/drawingml/2006/main" xmlns:r="http://schemas.openxmlformats.org/officeDocument/2006/relationships" xmlns:p="http://schemas.openxmlformats.org/presentationml/2006/main">
  <p:tag name="NUM" val="7"/>
</p:tagLst>
</file>

<file path=ppt/tags/tag45.xml><?xml version="1.0" encoding="utf-8"?>
<p:tagLst xmlns:a="http://schemas.openxmlformats.org/drawingml/2006/main" xmlns:r="http://schemas.openxmlformats.org/officeDocument/2006/relationships" xmlns:p="http://schemas.openxmlformats.org/presentationml/2006/main">
  <p:tag name="NUM" val="8"/>
</p:tagLst>
</file>

<file path=ppt/tags/tag46.xml><?xml version="1.0" encoding="utf-8"?>
<p:tagLst xmlns:a="http://schemas.openxmlformats.org/drawingml/2006/main" xmlns:r="http://schemas.openxmlformats.org/officeDocument/2006/relationships" xmlns:p="http://schemas.openxmlformats.org/presentationml/2006/main">
  <p:tag name="NUM" val="9"/>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4"/>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5"/>
</p:tagLst>
</file>

<file path=ppt/tags/tag56.xml><?xml version="1.0" encoding="utf-8"?>
<p:tagLst xmlns:a="http://schemas.openxmlformats.org/drawingml/2006/main" xmlns:r="http://schemas.openxmlformats.org/officeDocument/2006/relationships" xmlns:p="http://schemas.openxmlformats.org/presentationml/2006/main">
  <p:tag name="NUM" val="6"/>
</p:tagLst>
</file>

<file path=ppt/tags/tag57.xml><?xml version="1.0" encoding="utf-8"?>
<p:tagLst xmlns:a="http://schemas.openxmlformats.org/drawingml/2006/main" xmlns:r="http://schemas.openxmlformats.org/officeDocument/2006/relationships" xmlns:p="http://schemas.openxmlformats.org/presentationml/2006/main">
  <p:tag name="NUM" val="7"/>
</p:tagLst>
</file>

<file path=ppt/tags/tag58.xml><?xml version="1.0" encoding="utf-8"?>
<p:tagLst xmlns:a="http://schemas.openxmlformats.org/drawingml/2006/main" xmlns:r="http://schemas.openxmlformats.org/officeDocument/2006/relationships" xmlns:p="http://schemas.openxmlformats.org/presentationml/2006/main">
  <p:tag name="NUM" val="8"/>
</p:tagLst>
</file>

<file path=ppt/tags/tag59.xml><?xml version="1.0" encoding="utf-8"?>
<p:tagLst xmlns:a="http://schemas.openxmlformats.org/drawingml/2006/main" xmlns:r="http://schemas.openxmlformats.org/officeDocument/2006/relationships" xmlns:p="http://schemas.openxmlformats.org/presentationml/2006/main">
  <p:tag name="NUM" val="9"/>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4"/>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2"/>
</p:tagLst>
</file>

<file path=ppt/tags/tag66.xml><?xml version="1.0" encoding="utf-8"?>
<p:tagLst xmlns:a="http://schemas.openxmlformats.org/drawingml/2006/main" xmlns:r="http://schemas.openxmlformats.org/officeDocument/2006/relationships" xmlns:p="http://schemas.openxmlformats.org/presentationml/2006/main">
  <p:tag name="NUM" val="3"/>
</p:tagLst>
</file>

<file path=ppt/tags/tag67.xml><?xml version="1.0" encoding="utf-8"?>
<p:tagLst xmlns:a="http://schemas.openxmlformats.org/drawingml/2006/main" xmlns:r="http://schemas.openxmlformats.org/officeDocument/2006/relationships" xmlns:p="http://schemas.openxmlformats.org/presentationml/2006/main">
  <p:tag name="NUM" val="4"/>
</p:tagLst>
</file>

<file path=ppt/tags/tag68.xml><?xml version="1.0" encoding="utf-8"?>
<p:tagLst xmlns:a="http://schemas.openxmlformats.org/drawingml/2006/main" xmlns:r="http://schemas.openxmlformats.org/officeDocument/2006/relationships" xmlns:p="http://schemas.openxmlformats.org/presentationml/2006/main">
  <p:tag name="NUM" val="5"/>
</p:tagLst>
</file>

<file path=ppt/tags/tag69.xml><?xml version="1.0" encoding="utf-8"?>
<p:tagLst xmlns:a="http://schemas.openxmlformats.org/drawingml/2006/main" xmlns:r="http://schemas.openxmlformats.org/officeDocument/2006/relationships" xmlns:p="http://schemas.openxmlformats.org/presentationml/2006/main">
  <p:tag name="NUM" val="6"/>
</p:tagLst>
</file>

<file path=ppt/tags/tag70.xml><?xml version="1.0" encoding="utf-8"?>
<p:tagLst xmlns:a="http://schemas.openxmlformats.org/drawingml/2006/main" xmlns:r="http://schemas.openxmlformats.org/officeDocument/2006/relationships" xmlns:p="http://schemas.openxmlformats.org/presentationml/2006/main">
  <p:tag name="NUM" val="7"/>
</p:tagLst>
</file>

<file path=ppt/tags/tag71.xml><?xml version="1.0" encoding="utf-8"?>
<p:tagLst xmlns:a="http://schemas.openxmlformats.org/drawingml/2006/main" xmlns:r="http://schemas.openxmlformats.org/officeDocument/2006/relationships" xmlns:p="http://schemas.openxmlformats.org/presentationml/2006/main">
  <p:tag name="NUM" val="8"/>
</p:tagLst>
</file>

<file path=ppt/tags/tag72.xml><?xml version="1.0" encoding="utf-8"?>
<p:tagLst xmlns:a="http://schemas.openxmlformats.org/drawingml/2006/main" xmlns:r="http://schemas.openxmlformats.org/officeDocument/2006/relationships" xmlns:p="http://schemas.openxmlformats.org/presentationml/2006/main">
  <p:tag name="NUM" val="9"/>
</p:tagLst>
</file>

<file path=ppt/tags/tag73.xml><?xml version="1.0" encoding="utf-8"?>
<p:tagLst xmlns:a="http://schemas.openxmlformats.org/drawingml/2006/main" xmlns:r="http://schemas.openxmlformats.org/officeDocument/2006/relationships" xmlns:p="http://schemas.openxmlformats.org/presentationml/2006/main">
  <p:tag name="NUM" val="1"/>
</p:tagLst>
</file>

<file path=ppt/tags/tag74.xml><?xml version="1.0" encoding="utf-8"?>
<p:tagLst xmlns:a="http://schemas.openxmlformats.org/drawingml/2006/main" xmlns:r="http://schemas.openxmlformats.org/officeDocument/2006/relationships" xmlns:p="http://schemas.openxmlformats.org/presentationml/2006/main">
  <p:tag name="NUM" val="2"/>
</p:tagLst>
</file>

<file path=ppt/tags/tag75.xml><?xml version="1.0" encoding="utf-8"?>
<p:tagLst xmlns:a="http://schemas.openxmlformats.org/drawingml/2006/main" xmlns:r="http://schemas.openxmlformats.org/officeDocument/2006/relationships" xmlns:p="http://schemas.openxmlformats.org/presentationml/2006/main">
  <p:tag name="NUM" val="3"/>
</p:tagLst>
</file>

<file path=ppt/tags/tag76.xml><?xml version="1.0" encoding="utf-8"?>
<p:tagLst xmlns:a="http://schemas.openxmlformats.org/drawingml/2006/main" xmlns:r="http://schemas.openxmlformats.org/officeDocument/2006/relationships" xmlns:p="http://schemas.openxmlformats.org/presentationml/2006/main">
  <p:tag name="NUM" val="4"/>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4"/>
</p:tagLst>
</file>

<file path=ppt/tags/tag81.xml><?xml version="1.0" encoding="utf-8"?>
<p:tagLst xmlns:a="http://schemas.openxmlformats.org/drawingml/2006/main" xmlns:r="http://schemas.openxmlformats.org/officeDocument/2006/relationships" xmlns:p="http://schemas.openxmlformats.org/presentationml/2006/main">
  <p:tag name="NUM" val="5"/>
</p:tagLst>
</file>

<file path=ppt/tags/tag82.xml><?xml version="1.0" encoding="utf-8"?>
<p:tagLst xmlns:a="http://schemas.openxmlformats.org/drawingml/2006/main" xmlns:r="http://schemas.openxmlformats.org/officeDocument/2006/relationships" xmlns:p="http://schemas.openxmlformats.org/presentationml/2006/main">
  <p:tag name="NUM" val="6"/>
</p:tagLst>
</file>

<file path=ppt/tags/tag83.xml><?xml version="1.0" encoding="utf-8"?>
<p:tagLst xmlns:a="http://schemas.openxmlformats.org/drawingml/2006/main" xmlns:r="http://schemas.openxmlformats.org/officeDocument/2006/relationships" xmlns:p="http://schemas.openxmlformats.org/presentationml/2006/main">
  <p:tag name="NUM" val="7"/>
</p:tagLst>
</file>

<file path=ppt/tags/tag84.xml><?xml version="1.0" encoding="utf-8"?>
<p:tagLst xmlns:a="http://schemas.openxmlformats.org/drawingml/2006/main" xmlns:r="http://schemas.openxmlformats.org/officeDocument/2006/relationships" xmlns:p="http://schemas.openxmlformats.org/presentationml/2006/main">
  <p:tag name="NUM" val="8"/>
</p:tagLst>
</file>

<file path=ppt/tags/tag85.xml><?xml version="1.0" encoding="utf-8"?>
<p:tagLst xmlns:a="http://schemas.openxmlformats.org/drawingml/2006/main" xmlns:r="http://schemas.openxmlformats.org/officeDocument/2006/relationships" xmlns:p="http://schemas.openxmlformats.org/presentationml/2006/main">
  <p:tag name="NUM" val="1"/>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ags/tag88.xml><?xml version="1.0" encoding="utf-8"?>
<p:tagLst xmlns:a="http://schemas.openxmlformats.org/drawingml/2006/main" xmlns:r="http://schemas.openxmlformats.org/officeDocument/2006/relationships" xmlns:p="http://schemas.openxmlformats.org/presentationml/2006/main">
  <p:tag name="NUM" val="4"/>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6"/>
</p:tagLst>
</file>

<file path=ppt/tags/tag95.xml><?xml version="1.0" encoding="utf-8"?>
<p:tagLst xmlns:a="http://schemas.openxmlformats.org/drawingml/2006/main" xmlns:r="http://schemas.openxmlformats.org/officeDocument/2006/relationships" xmlns:p="http://schemas.openxmlformats.org/presentationml/2006/main">
  <p:tag name="NUM" val="7"/>
</p:tagLst>
</file>

<file path=ppt/tags/tag96.xml><?xml version="1.0" encoding="utf-8"?>
<p:tagLst xmlns:a="http://schemas.openxmlformats.org/drawingml/2006/main" xmlns:r="http://schemas.openxmlformats.org/officeDocument/2006/relationships" xmlns:p="http://schemas.openxmlformats.org/presentationml/2006/main">
  <p:tag name="NUM" val="8"/>
</p:tagLst>
</file>

<file path=ppt/tags/tag97.xml><?xml version="1.0" encoding="utf-8"?>
<p:tagLst xmlns:a="http://schemas.openxmlformats.org/drawingml/2006/main" xmlns:r="http://schemas.openxmlformats.org/officeDocument/2006/relationships" xmlns:p="http://schemas.openxmlformats.org/presentationml/2006/main">
  <p:tag name="NUM" val="9"/>
</p:tagLst>
</file>

<file path=ppt/tags/tag98.xml><?xml version="1.0" encoding="utf-8"?>
<p:tagLst xmlns:a="http://schemas.openxmlformats.org/drawingml/2006/main" xmlns:r="http://schemas.openxmlformats.org/officeDocument/2006/relationships" xmlns:p="http://schemas.openxmlformats.org/presentationml/2006/main">
  <p:tag name="NUM" val="1"/>
</p:tagLst>
</file>

<file path=ppt/tags/tag99.xml><?xml version="1.0" encoding="utf-8"?>
<p:tagLst xmlns:a="http://schemas.openxmlformats.org/drawingml/2006/main" xmlns:r="http://schemas.openxmlformats.org/officeDocument/2006/relationships" xmlns:p="http://schemas.openxmlformats.org/presentationml/2006/main">
  <p:tag name="NUM" val="2"/>
</p:tagLst>
</file>

<file path=ppt/tags/tag100.xml><?xml version="1.0" encoding="utf-8"?>
<p:tagLst xmlns:a="http://schemas.openxmlformats.org/drawingml/2006/main" xmlns:r="http://schemas.openxmlformats.org/officeDocument/2006/relationships" xmlns:p="http://schemas.openxmlformats.org/presentationml/2006/main">
  <p:tag name="NUM" val="3"/>
</p:tagLst>
</file>

<file path=ppt/tags/tag101.xml><?xml version="1.0" encoding="utf-8"?>
<p:tagLst xmlns:a="http://schemas.openxmlformats.org/drawingml/2006/main" xmlns:r="http://schemas.openxmlformats.org/officeDocument/2006/relationships" xmlns:p="http://schemas.openxmlformats.org/presentationml/2006/main">
  <p:tag name="NUM" val="4"/>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4"/>
</p:tagLst>
</file>

<file path=ppt/tags/tag106.xml><?xml version="1.0" encoding="utf-8"?>
<p:tagLst xmlns:a="http://schemas.openxmlformats.org/drawingml/2006/main" xmlns:r="http://schemas.openxmlformats.org/officeDocument/2006/relationships" xmlns:p="http://schemas.openxmlformats.org/presentationml/2006/main">
  <p:tag name="NUM" val="5"/>
</p:tagLst>
</file>

<file path=ppt/tags/tag107.xml><?xml version="1.0" encoding="utf-8"?>
<p:tagLst xmlns:a="http://schemas.openxmlformats.org/drawingml/2006/main" xmlns:r="http://schemas.openxmlformats.org/officeDocument/2006/relationships" xmlns:p="http://schemas.openxmlformats.org/presentationml/2006/main">
  <p:tag name="NUM" val="6"/>
</p:tagLst>
</file>

<file path=ppt/tags/tag108.xml><?xml version="1.0" encoding="utf-8"?>
<p:tagLst xmlns:a="http://schemas.openxmlformats.org/drawingml/2006/main" xmlns:r="http://schemas.openxmlformats.org/officeDocument/2006/relationships" xmlns:p="http://schemas.openxmlformats.org/presentationml/2006/main">
  <p:tag name="NUM" val="7"/>
</p:tagLst>
</file>

<file path=ppt/tags/tag109.xml><?xml version="1.0" encoding="utf-8"?>
<p:tagLst xmlns:a="http://schemas.openxmlformats.org/drawingml/2006/main" xmlns:r="http://schemas.openxmlformats.org/officeDocument/2006/relationships" xmlns:p="http://schemas.openxmlformats.org/presentationml/2006/main">
  <p:tag name="NUM" val="8"/>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3"/>
</p:tagLst>
</file>

<file path=ppt/tags/tag113.xml><?xml version="1.0" encoding="utf-8"?>
<p:tagLst xmlns:a="http://schemas.openxmlformats.org/drawingml/2006/main" xmlns:r="http://schemas.openxmlformats.org/officeDocument/2006/relationships" xmlns:p="http://schemas.openxmlformats.org/presentationml/2006/main">
  <p:tag name="NUM" val="4"/>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4"/>
</p:tagLst>
</file>

<file path=ppt/tags/tag118.xml><?xml version="1.0" encoding="utf-8"?>
<p:tagLst xmlns:a="http://schemas.openxmlformats.org/drawingml/2006/main" xmlns:r="http://schemas.openxmlformats.org/officeDocument/2006/relationships" xmlns:p="http://schemas.openxmlformats.org/presentationml/2006/main">
  <p:tag name="NUM" val="5"/>
</p:tagLst>
</file>

<file path=ppt/tags/tag119.xml><?xml version="1.0" encoding="utf-8"?>
<p:tagLst xmlns:a="http://schemas.openxmlformats.org/drawingml/2006/main" xmlns:r="http://schemas.openxmlformats.org/officeDocument/2006/relationships" xmlns:p="http://schemas.openxmlformats.org/presentationml/2006/main">
  <p:tag name="NUM" val="6"/>
</p:tagLst>
</file>

<file path=ppt/tags/tag120.xml><?xml version="1.0" encoding="utf-8"?>
<p:tagLst xmlns:a="http://schemas.openxmlformats.org/drawingml/2006/main" xmlns:r="http://schemas.openxmlformats.org/officeDocument/2006/relationships" xmlns:p="http://schemas.openxmlformats.org/presentationml/2006/main">
  <p:tag name="NUM" val="7"/>
</p:tagLst>
</file>

<file path=ppt/tags/tag121.xml><?xml version="1.0" encoding="utf-8"?>
<p:tagLst xmlns:a="http://schemas.openxmlformats.org/drawingml/2006/main" xmlns:r="http://schemas.openxmlformats.org/officeDocument/2006/relationships" xmlns:p="http://schemas.openxmlformats.org/presentationml/2006/main">
  <p:tag name="NUM" val="8"/>
</p:tagLst>
</file>

<file path=ppt/tags/tag122.xml><?xml version="1.0" encoding="utf-8"?>
<p:tagLst xmlns:a="http://schemas.openxmlformats.org/drawingml/2006/main" xmlns:r="http://schemas.openxmlformats.org/officeDocument/2006/relationships" xmlns:p="http://schemas.openxmlformats.org/presentationml/2006/main">
  <p:tag name="NUM" val="9"/>
</p:tagLst>
</file>

<file path=ppt/tags/tag123.xml><?xml version="1.0" encoding="utf-8"?>
<p:tagLst xmlns:a="http://schemas.openxmlformats.org/drawingml/2006/main" xmlns:r="http://schemas.openxmlformats.org/officeDocument/2006/relationships" xmlns:p="http://schemas.openxmlformats.org/presentationml/2006/main">
  <p:tag name="NUM" val="1"/>
</p:tagLst>
</file>

<file path=ppt/tags/tag124.xml><?xml version="1.0" encoding="utf-8"?>
<p:tagLst xmlns:a="http://schemas.openxmlformats.org/drawingml/2006/main" xmlns:r="http://schemas.openxmlformats.org/officeDocument/2006/relationships" xmlns:p="http://schemas.openxmlformats.org/presentationml/2006/main">
  <p:tag name="NUM" val="2"/>
</p:tagLst>
</file>

<file path=ppt/tags/tag125.xml><?xml version="1.0" encoding="utf-8"?>
<p:tagLst xmlns:a="http://schemas.openxmlformats.org/drawingml/2006/main" xmlns:r="http://schemas.openxmlformats.org/officeDocument/2006/relationships" xmlns:p="http://schemas.openxmlformats.org/presentationml/2006/main">
  <p:tag name="NUM" val="3"/>
</p:tagLst>
</file>

<file path=ppt/tags/tag126.xml><?xml version="1.0" encoding="utf-8"?>
<p:tagLst xmlns:a="http://schemas.openxmlformats.org/drawingml/2006/main" xmlns:r="http://schemas.openxmlformats.org/officeDocument/2006/relationships" xmlns:p="http://schemas.openxmlformats.org/presentationml/2006/main">
  <p:tag name="NUM" val="4"/>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4"/>
</p:tagLst>
</file>

<file path=ppt/tags/tag131.xml><?xml version="1.0" encoding="utf-8"?>
<p:tagLst xmlns:a="http://schemas.openxmlformats.org/drawingml/2006/main" xmlns:r="http://schemas.openxmlformats.org/officeDocument/2006/relationships" xmlns:p="http://schemas.openxmlformats.org/presentationml/2006/main">
  <p:tag name="NUM" val="5"/>
</p:tagLst>
</file>

<file path=ppt/tags/tag132.xml><?xml version="1.0" encoding="utf-8"?>
<p:tagLst xmlns:a="http://schemas.openxmlformats.org/drawingml/2006/main" xmlns:r="http://schemas.openxmlformats.org/officeDocument/2006/relationships" xmlns:p="http://schemas.openxmlformats.org/presentationml/2006/main">
  <p:tag name="NUM" val="6"/>
</p:tagLst>
</file>

<file path=ppt/tags/tag133.xml><?xml version="1.0" encoding="utf-8"?>
<p:tagLst xmlns:a="http://schemas.openxmlformats.org/drawingml/2006/main" xmlns:r="http://schemas.openxmlformats.org/officeDocument/2006/relationships" xmlns:p="http://schemas.openxmlformats.org/presentationml/2006/main">
  <p:tag name="NUM" val="7"/>
</p:tagLst>
</file>

<file path=ppt/tags/tag134.xml><?xml version="1.0" encoding="utf-8"?>
<p:tagLst xmlns:a="http://schemas.openxmlformats.org/drawingml/2006/main" xmlns:r="http://schemas.openxmlformats.org/officeDocument/2006/relationships" xmlns:p="http://schemas.openxmlformats.org/presentationml/2006/main">
  <p:tag name="NUM" val="8"/>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4"/>
</p:tagLst>
</file>

<file path=ppt/tags/tag139.xml><?xml version="1.0" encoding="utf-8"?>
<p:tagLst xmlns:a="http://schemas.openxmlformats.org/drawingml/2006/main" xmlns:r="http://schemas.openxmlformats.org/officeDocument/2006/relationships" xmlns:p="http://schemas.openxmlformats.org/presentationml/2006/main">
  <p:tag name="NUM" val="1"/>
</p:tagLst>
</file>

<file path=ppt/tags/tag140.xml><?xml version="1.0" encoding="utf-8"?>
<p:tagLst xmlns:a="http://schemas.openxmlformats.org/drawingml/2006/main" xmlns:r="http://schemas.openxmlformats.org/officeDocument/2006/relationships" xmlns:p="http://schemas.openxmlformats.org/presentationml/2006/main">
  <p:tag name="NUM" val="2"/>
</p:tagLst>
</file>

<file path=ppt/tags/tag141.xml><?xml version="1.0" encoding="utf-8"?>
<p:tagLst xmlns:a="http://schemas.openxmlformats.org/drawingml/2006/main" xmlns:r="http://schemas.openxmlformats.org/officeDocument/2006/relationships" xmlns:p="http://schemas.openxmlformats.org/presentationml/2006/main">
  <p:tag name="NUM" val="3"/>
</p:tagLst>
</file>

<file path=ppt/tags/tag142.xml><?xml version="1.0" encoding="utf-8"?>
<p:tagLst xmlns:a="http://schemas.openxmlformats.org/drawingml/2006/main" xmlns:r="http://schemas.openxmlformats.org/officeDocument/2006/relationships" xmlns:p="http://schemas.openxmlformats.org/presentationml/2006/main">
  <p:tag name="NUM" val="4"/>
</p:tagLst>
</file>

<file path=ppt/tags/tag143.xml><?xml version="1.0" encoding="utf-8"?>
<p:tagLst xmlns:a="http://schemas.openxmlformats.org/drawingml/2006/main" xmlns:r="http://schemas.openxmlformats.org/officeDocument/2006/relationships" xmlns:p="http://schemas.openxmlformats.org/presentationml/2006/main">
  <p:tag name="NUM" val="5"/>
</p:tagLst>
</file>

<file path=ppt/tags/tag144.xml><?xml version="1.0" encoding="utf-8"?>
<p:tagLst xmlns:a="http://schemas.openxmlformats.org/drawingml/2006/main" xmlns:r="http://schemas.openxmlformats.org/officeDocument/2006/relationships" xmlns:p="http://schemas.openxmlformats.org/presentationml/2006/main">
  <p:tag name="NUM" val="6"/>
</p:tagLst>
</file>

<file path=ppt/tags/tag145.xml><?xml version="1.0" encoding="utf-8"?>
<p:tagLst xmlns:a="http://schemas.openxmlformats.org/drawingml/2006/main" xmlns:r="http://schemas.openxmlformats.org/officeDocument/2006/relationships" xmlns:p="http://schemas.openxmlformats.org/presentationml/2006/main">
  <p:tag name="NUM" val="7"/>
</p:tagLst>
</file>

<file path=ppt/tags/tag146.xml><?xml version="1.0" encoding="utf-8"?>
<p:tagLst xmlns:a="http://schemas.openxmlformats.org/drawingml/2006/main" xmlns:r="http://schemas.openxmlformats.org/officeDocument/2006/relationships" xmlns:p="http://schemas.openxmlformats.org/presentationml/2006/main">
  <p:tag name="NUM" val="8"/>
</p:tagLst>
</file>

<file path=ppt/tags/tag147.xml><?xml version="1.0" encoding="utf-8"?>
<p:tagLst xmlns:a="http://schemas.openxmlformats.org/drawingml/2006/main" xmlns:r="http://schemas.openxmlformats.org/officeDocument/2006/relationships" xmlns:p="http://schemas.openxmlformats.org/presentationml/2006/main">
  <p:tag name="NUM" val="9"/>
</p:tagLst>
</file>

<file path=ppt/tags/tag148.xml><?xml version="1.0" encoding="utf-8"?>
<p:tagLst xmlns:a="http://schemas.openxmlformats.org/drawingml/2006/main" xmlns:r="http://schemas.openxmlformats.org/officeDocument/2006/relationships" xmlns:p="http://schemas.openxmlformats.org/presentationml/2006/main">
  <p:tag name="NUM" val="1"/>
</p:tagLst>
</file>

<file path=ppt/tags/tag149.xml><?xml version="1.0" encoding="utf-8"?>
<p:tagLst xmlns:a="http://schemas.openxmlformats.org/drawingml/2006/main" xmlns:r="http://schemas.openxmlformats.org/officeDocument/2006/relationships" xmlns:p="http://schemas.openxmlformats.org/presentationml/2006/main">
  <p:tag name="NUM" val="2"/>
</p:tagLst>
</file>

<file path=ppt/tags/tag150.xml><?xml version="1.0" encoding="utf-8"?>
<p:tagLst xmlns:a="http://schemas.openxmlformats.org/drawingml/2006/main" xmlns:r="http://schemas.openxmlformats.org/officeDocument/2006/relationships" xmlns:p="http://schemas.openxmlformats.org/presentationml/2006/main">
  <p:tag name="NUM" val="3"/>
</p:tagLst>
</file>

<file path=ppt/tags/tag151.xml><?xml version="1.0" encoding="utf-8"?>
<p:tagLst xmlns:a="http://schemas.openxmlformats.org/drawingml/2006/main" xmlns:r="http://schemas.openxmlformats.org/officeDocument/2006/relationships" xmlns:p="http://schemas.openxmlformats.org/presentationml/2006/main">
  <p:tag name="NUM" val="4"/>
</p:tagLst>
</file>

<file path=ppt/tags/tag152.xml><?xml version="1.0" encoding="utf-8"?>
<p:tagLst xmlns:a="http://schemas.openxmlformats.org/drawingml/2006/main" xmlns:r="http://schemas.openxmlformats.org/officeDocument/2006/relationships" xmlns:p="http://schemas.openxmlformats.org/presentationml/2006/main">
  <p:tag name="NUM" val="1"/>
</p:tagLst>
</file>

<file path=ppt/tags/tag153.xml><?xml version="1.0" encoding="utf-8"?>
<p:tagLst xmlns:a="http://schemas.openxmlformats.org/drawingml/2006/main" xmlns:r="http://schemas.openxmlformats.org/officeDocument/2006/relationships" xmlns:p="http://schemas.openxmlformats.org/presentationml/2006/main">
  <p:tag name="NUM" val="2"/>
</p:tagLst>
</file>

<file path=ppt/tags/tag154.xml><?xml version="1.0" encoding="utf-8"?>
<p:tagLst xmlns:a="http://schemas.openxmlformats.org/drawingml/2006/main" xmlns:r="http://schemas.openxmlformats.org/officeDocument/2006/relationships" xmlns:p="http://schemas.openxmlformats.org/presentationml/2006/main">
  <p:tag name="NUM" val="3"/>
</p:tagLst>
</file>

<file path=ppt/tags/tag155.xml><?xml version="1.0" encoding="utf-8"?>
<p:tagLst xmlns:a="http://schemas.openxmlformats.org/drawingml/2006/main" xmlns:r="http://schemas.openxmlformats.org/officeDocument/2006/relationships" xmlns:p="http://schemas.openxmlformats.org/presentationml/2006/main">
  <p:tag name="NUM" val="4"/>
</p:tagLst>
</file>

<file path=ppt/tags/tag156.xml><?xml version="1.0" encoding="utf-8"?>
<p:tagLst xmlns:a="http://schemas.openxmlformats.org/drawingml/2006/main" xmlns:r="http://schemas.openxmlformats.org/officeDocument/2006/relationships" xmlns:p="http://schemas.openxmlformats.org/presentationml/2006/main">
  <p:tag name="NUM" val="5"/>
</p:tagLst>
</file>

<file path=ppt/tags/tag157.xml><?xml version="1.0" encoding="utf-8"?>
<p:tagLst xmlns:a="http://schemas.openxmlformats.org/drawingml/2006/main" xmlns:r="http://schemas.openxmlformats.org/officeDocument/2006/relationships" xmlns:p="http://schemas.openxmlformats.org/presentationml/2006/main">
  <p:tag name="NUM" val="6"/>
</p:tagLst>
</file>

<file path=ppt/tags/tag158.xml><?xml version="1.0" encoding="utf-8"?>
<p:tagLst xmlns:a="http://schemas.openxmlformats.org/drawingml/2006/main" xmlns:r="http://schemas.openxmlformats.org/officeDocument/2006/relationships" xmlns:p="http://schemas.openxmlformats.org/presentationml/2006/main">
  <p:tag name="NUM" val="7"/>
</p:tagLst>
</file>

<file path=ppt/tags/tag159.xml><?xml version="1.0" encoding="utf-8"?>
<p:tagLst xmlns:a="http://schemas.openxmlformats.org/drawingml/2006/main" xmlns:r="http://schemas.openxmlformats.org/officeDocument/2006/relationships" xmlns:p="http://schemas.openxmlformats.org/presentationml/2006/main">
  <p:tag name="NUM" val="1"/>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3"/>
</p:tagLst>
</file>

<file path=ppt/tags/tag162.xml><?xml version="1.0" encoding="utf-8"?>
<p:tagLst xmlns:a="http://schemas.openxmlformats.org/drawingml/2006/main" xmlns:r="http://schemas.openxmlformats.org/officeDocument/2006/relationships" xmlns:p="http://schemas.openxmlformats.org/presentationml/2006/main">
  <p:tag name="NUM" val="4"/>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3"/>
</p:tagLst>
</file>

<file path=ppt/tags/tag166.xml><?xml version="1.0" encoding="utf-8"?>
<p:tagLst xmlns:a="http://schemas.openxmlformats.org/drawingml/2006/main" xmlns:r="http://schemas.openxmlformats.org/officeDocument/2006/relationships" xmlns:p="http://schemas.openxmlformats.org/presentationml/2006/main">
  <p:tag name="NUM" val="4"/>
</p:tagLst>
</file>

<file path=ppt/tags/tag167.xml><?xml version="1.0" encoding="utf-8"?>
<p:tagLst xmlns:a="http://schemas.openxmlformats.org/drawingml/2006/main" xmlns:r="http://schemas.openxmlformats.org/officeDocument/2006/relationships" xmlns:p="http://schemas.openxmlformats.org/presentationml/2006/main">
  <p:tag name="NUM" val="5"/>
</p:tagLst>
</file>

<file path=ppt/tags/tag168.xml><?xml version="1.0" encoding="utf-8"?>
<p:tagLst xmlns:a="http://schemas.openxmlformats.org/drawingml/2006/main" xmlns:r="http://schemas.openxmlformats.org/officeDocument/2006/relationships" xmlns:p="http://schemas.openxmlformats.org/presentationml/2006/main">
  <p:tag name="NUM" val="6"/>
</p:tagLst>
</file>

<file path=ppt/tags/tag169.xml><?xml version="1.0" encoding="utf-8"?>
<p:tagLst xmlns:a="http://schemas.openxmlformats.org/drawingml/2006/main" xmlns:r="http://schemas.openxmlformats.org/officeDocument/2006/relationships" xmlns:p="http://schemas.openxmlformats.org/presentationml/2006/main">
  <p:tag name="NUM" val="7"/>
</p:tagLst>
</file>

<file path=ppt/tags/tag170.xml><?xml version="1.0" encoding="utf-8"?>
<p:tagLst xmlns:a="http://schemas.openxmlformats.org/drawingml/2006/main" xmlns:r="http://schemas.openxmlformats.org/officeDocument/2006/relationships" xmlns:p="http://schemas.openxmlformats.org/presentationml/2006/main">
  <p:tag name="NUM" val="8"/>
</p:tagLst>
</file>

<file path=ppt/tags/tag171.xml><?xml version="1.0" encoding="utf-8"?>
<p:tagLst xmlns:a="http://schemas.openxmlformats.org/drawingml/2006/main" xmlns:r="http://schemas.openxmlformats.org/officeDocument/2006/relationships" xmlns:p="http://schemas.openxmlformats.org/presentationml/2006/main">
  <p:tag name="NUM" val="1"/>
</p:tagLst>
</file>

<file path=ppt/tags/tag172.xml><?xml version="1.0" encoding="utf-8"?>
<p:tagLst xmlns:a="http://schemas.openxmlformats.org/drawingml/2006/main" xmlns:r="http://schemas.openxmlformats.org/officeDocument/2006/relationships" xmlns:p="http://schemas.openxmlformats.org/presentationml/2006/main">
  <p:tag name="NUM" val="2"/>
</p:tagLst>
</file>

<file path=ppt/tags/tag173.xml><?xml version="1.0" encoding="utf-8"?>
<p:tagLst xmlns:a="http://schemas.openxmlformats.org/drawingml/2006/main" xmlns:r="http://schemas.openxmlformats.org/officeDocument/2006/relationships" xmlns:p="http://schemas.openxmlformats.org/presentationml/2006/main">
  <p:tag name="NUM" val="3"/>
</p:tagLst>
</file>

<file path=ppt/tags/tag174.xml><?xml version="1.0" encoding="utf-8"?>
<p:tagLst xmlns:a="http://schemas.openxmlformats.org/drawingml/2006/main" xmlns:r="http://schemas.openxmlformats.org/officeDocument/2006/relationships" xmlns:p="http://schemas.openxmlformats.org/presentationml/2006/main">
  <p:tag name="NUM" val="4"/>
</p:tagLst>
</file>

<file path=ppt/tags/tag175.xml><?xml version="1.0" encoding="utf-8"?>
<p:tagLst xmlns:a="http://schemas.openxmlformats.org/drawingml/2006/main" xmlns:r="http://schemas.openxmlformats.org/officeDocument/2006/relationships" xmlns:p="http://schemas.openxmlformats.org/presentationml/2006/main">
  <p:tag name="NUM" val="1"/>
</p:tagLst>
</file>

<file path=ppt/tags/tag176.xml><?xml version="1.0" encoding="utf-8"?>
<p:tagLst xmlns:a="http://schemas.openxmlformats.org/drawingml/2006/main" xmlns:r="http://schemas.openxmlformats.org/officeDocument/2006/relationships" xmlns:p="http://schemas.openxmlformats.org/presentationml/2006/main">
  <p:tag name="NUM" val="2"/>
</p:tagLst>
</file>

<file path=ppt/tags/tag177.xml><?xml version="1.0" encoding="utf-8"?>
<p:tagLst xmlns:a="http://schemas.openxmlformats.org/drawingml/2006/main" xmlns:r="http://schemas.openxmlformats.org/officeDocument/2006/relationships" xmlns:p="http://schemas.openxmlformats.org/presentationml/2006/main">
  <p:tag name="NUM" val="3"/>
</p:tagLst>
</file>

<file path=ppt/tags/tag178.xml><?xml version="1.0" encoding="utf-8"?>
<p:tagLst xmlns:a="http://schemas.openxmlformats.org/drawingml/2006/main" xmlns:r="http://schemas.openxmlformats.org/officeDocument/2006/relationships" xmlns:p="http://schemas.openxmlformats.org/presentationml/2006/main">
  <p:tag name="NUM" val="4"/>
</p:tagLst>
</file>

<file path=ppt/tags/tag179.xml><?xml version="1.0" encoding="utf-8"?>
<p:tagLst xmlns:a="http://schemas.openxmlformats.org/drawingml/2006/main" xmlns:r="http://schemas.openxmlformats.org/officeDocument/2006/relationships" xmlns:p="http://schemas.openxmlformats.org/presentationml/2006/main">
  <p:tag name="NUM" val="5"/>
</p:tagLst>
</file>

<file path=ppt/tags/tag180.xml><?xml version="1.0" encoding="utf-8"?>
<p:tagLst xmlns:a="http://schemas.openxmlformats.org/drawingml/2006/main" xmlns:r="http://schemas.openxmlformats.org/officeDocument/2006/relationships" xmlns:p="http://schemas.openxmlformats.org/presentationml/2006/main">
  <p:tag name="NUM" val="6"/>
</p:tagLst>
</file>

<file path=ppt/tags/tag181.xml><?xml version="1.0" encoding="utf-8"?>
<p:tagLst xmlns:a="http://schemas.openxmlformats.org/drawingml/2006/main" xmlns:r="http://schemas.openxmlformats.org/officeDocument/2006/relationships" xmlns:p="http://schemas.openxmlformats.org/presentationml/2006/main">
  <p:tag name="NUM" val="7"/>
</p:tagLst>
</file>

<file path=ppt/tags/tag182.xml><?xml version="1.0" encoding="utf-8"?>
<p:tagLst xmlns:a="http://schemas.openxmlformats.org/drawingml/2006/main" xmlns:r="http://schemas.openxmlformats.org/officeDocument/2006/relationships" xmlns:p="http://schemas.openxmlformats.org/presentationml/2006/main">
  <p:tag name="NUM" val="8"/>
</p:tagLst>
</file>

<file path=ppt/tags/tag183.xml><?xml version="1.0" encoding="utf-8"?>
<p:tagLst xmlns:a="http://schemas.openxmlformats.org/drawingml/2006/main" xmlns:r="http://schemas.openxmlformats.org/officeDocument/2006/relationships" xmlns:p="http://schemas.openxmlformats.org/presentationml/2006/main">
  <p:tag name="NUM" val="1"/>
</p:tagLst>
</file>

<file path=ppt/tags/tag184.xml><?xml version="1.0" encoding="utf-8"?>
<p:tagLst xmlns:a="http://schemas.openxmlformats.org/drawingml/2006/main" xmlns:r="http://schemas.openxmlformats.org/officeDocument/2006/relationships" xmlns:p="http://schemas.openxmlformats.org/presentationml/2006/main">
  <p:tag name="NUM" val="2"/>
</p:tagLst>
</file>

<file path=ppt/tags/tag185.xml><?xml version="1.0" encoding="utf-8"?>
<p:tagLst xmlns:a="http://schemas.openxmlformats.org/drawingml/2006/main" xmlns:r="http://schemas.openxmlformats.org/officeDocument/2006/relationships" xmlns:p="http://schemas.openxmlformats.org/presentationml/2006/main">
  <p:tag name="NUM" val="3"/>
</p:tagLst>
</file>

<file path=ppt/tags/tag186.xml><?xml version="1.0" encoding="utf-8"?>
<p:tagLst xmlns:a="http://schemas.openxmlformats.org/drawingml/2006/main" xmlns:r="http://schemas.openxmlformats.org/officeDocument/2006/relationships" xmlns:p="http://schemas.openxmlformats.org/presentationml/2006/main">
  <p:tag name="NUM" val="4"/>
</p:tagLst>
</file>

<file path=ppt/tags/tag187.xml><?xml version="1.0" encoding="utf-8"?>
<p:tagLst xmlns:a="http://schemas.openxmlformats.org/drawingml/2006/main" xmlns:r="http://schemas.openxmlformats.org/officeDocument/2006/relationships" xmlns:p="http://schemas.openxmlformats.org/presentationml/2006/main">
  <p:tag name="NUM" val="1"/>
</p:tagLst>
</file>

<file path=ppt/tags/tag188.xml><?xml version="1.0" encoding="utf-8"?>
<p:tagLst xmlns:a="http://schemas.openxmlformats.org/drawingml/2006/main" xmlns:r="http://schemas.openxmlformats.org/officeDocument/2006/relationships" xmlns:p="http://schemas.openxmlformats.org/presentationml/2006/main">
  <p:tag name="NUM" val="2"/>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4"/>
</p:tagLst>
</file>

<file path=ppt/tags/tag191.xml><?xml version="1.0" encoding="utf-8"?>
<p:tagLst xmlns:a="http://schemas.openxmlformats.org/drawingml/2006/main" xmlns:r="http://schemas.openxmlformats.org/officeDocument/2006/relationships" xmlns:p="http://schemas.openxmlformats.org/presentationml/2006/main">
  <p:tag name="NUM" val="5"/>
</p:tagLst>
</file>

<file path=ppt/tags/tag192.xml><?xml version="1.0" encoding="utf-8"?>
<p:tagLst xmlns:a="http://schemas.openxmlformats.org/drawingml/2006/main" xmlns:r="http://schemas.openxmlformats.org/officeDocument/2006/relationships" xmlns:p="http://schemas.openxmlformats.org/presentationml/2006/main">
  <p:tag name="NUM" val="6"/>
</p:tagLst>
</file>

<file path=ppt/tags/tag193.xml><?xml version="1.0" encoding="utf-8"?>
<p:tagLst xmlns:a="http://schemas.openxmlformats.org/drawingml/2006/main" xmlns:r="http://schemas.openxmlformats.org/officeDocument/2006/relationships" xmlns:p="http://schemas.openxmlformats.org/presentationml/2006/main">
  <p:tag name="NUM" val="7"/>
</p:tagLst>
</file>

<file path=ppt/tags/tag194.xml><?xml version="1.0" encoding="utf-8"?>
<p:tagLst xmlns:a="http://schemas.openxmlformats.org/drawingml/2006/main" xmlns:r="http://schemas.openxmlformats.org/officeDocument/2006/relationships" xmlns:p="http://schemas.openxmlformats.org/presentationml/2006/main">
  <p:tag name="NUM" val="8"/>
</p:tagLst>
</file>

<file path=ppt/tags/tag195.xml><?xml version="1.0" encoding="utf-8"?>
<p:tagLst xmlns:a="http://schemas.openxmlformats.org/drawingml/2006/main" xmlns:r="http://schemas.openxmlformats.org/officeDocument/2006/relationships" xmlns:p="http://schemas.openxmlformats.org/presentationml/2006/main">
  <p:tag name="NUM" val="9"/>
</p:tagLst>
</file>

<file path=ppt/tags/tag196.xml><?xml version="1.0" encoding="utf-8"?>
<p:tagLst xmlns:a="http://schemas.openxmlformats.org/drawingml/2006/main" xmlns:r="http://schemas.openxmlformats.org/officeDocument/2006/relationships" xmlns:p="http://schemas.openxmlformats.org/presentationml/2006/main">
  <p:tag name="NUM" val="1"/>
</p:tagLst>
</file>

<file path=ppt/tags/tag197.xml><?xml version="1.0" encoding="utf-8"?>
<p:tagLst xmlns:a="http://schemas.openxmlformats.org/drawingml/2006/main" xmlns:r="http://schemas.openxmlformats.org/officeDocument/2006/relationships" xmlns:p="http://schemas.openxmlformats.org/presentationml/2006/main">
  <p:tag name="NUM" val="2"/>
</p:tagLst>
</file>

<file path=ppt/tags/tag198.xml><?xml version="1.0" encoding="utf-8"?>
<p:tagLst xmlns:a="http://schemas.openxmlformats.org/drawingml/2006/main" xmlns:r="http://schemas.openxmlformats.org/officeDocument/2006/relationships" xmlns:p="http://schemas.openxmlformats.org/presentationml/2006/main">
  <p:tag name="NUM" val="3"/>
</p:tagLst>
</file>

<file path=ppt/tags/tag199.xml><?xml version="1.0" encoding="utf-8"?>
<p:tagLst xmlns:a="http://schemas.openxmlformats.org/drawingml/2006/main" xmlns:r="http://schemas.openxmlformats.org/officeDocument/2006/relationships" xmlns:p="http://schemas.openxmlformats.org/presentationml/2006/main">
  <p:tag name="NUM" val="4"/>
</p:tagLst>
</file>

<file path=ppt/tags/tag200.xml><?xml version="1.0" encoding="utf-8"?>
<p:tagLst xmlns:a="http://schemas.openxmlformats.org/drawingml/2006/main" xmlns:r="http://schemas.openxmlformats.org/officeDocument/2006/relationships" xmlns:p="http://schemas.openxmlformats.org/presentationml/2006/main">
  <p:tag name="NUM" val="1"/>
</p:tagLst>
</file>

<file path=ppt/tags/tag201.xml><?xml version="1.0" encoding="utf-8"?>
<p:tagLst xmlns:a="http://schemas.openxmlformats.org/drawingml/2006/main" xmlns:r="http://schemas.openxmlformats.org/officeDocument/2006/relationships" xmlns:p="http://schemas.openxmlformats.org/presentationml/2006/main">
  <p:tag name="NUM" val="2"/>
</p:tagLst>
</file>

<file path=ppt/tags/tag202.xml><?xml version="1.0" encoding="utf-8"?>
<p:tagLst xmlns:a="http://schemas.openxmlformats.org/drawingml/2006/main" xmlns:r="http://schemas.openxmlformats.org/officeDocument/2006/relationships" xmlns:p="http://schemas.openxmlformats.org/presentationml/2006/main">
  <p:tag name="NUM" val="3"/>
</p:tagLst>
</file>

<file path=ppt/tags/tag203.xml><?xml version="1.0" encoding="utf-8"?>
<p:tagLst xmlns:a="http://schemas.openxmlformats.org/drawingml/2006/main" xmlns:r="http://schemas.openxmlformats.org/officeDocument/2006/relationships" xmlns:p="http://schemas.openxmlformats.org/presentationml/2006/main">
  <p:tag name="NUM" val="4"/>
</p:tagLst>
</file>

<file path=ppt/tags/tag204.xml><?xml version="1.0" encoding="utf-8"?>
<p:tagLst xmlns:a="http://schemas.openxmlformats.org/drawingml/2006/main" xmlns:r="http://schemas.openxmlformats.org/officeDocument/2006/relationships" xmlns:p="http://schemas.openxmlformats.org/presentationml/2006/main">
  <p:tag name="NUM" val="5"/>
</p:tagLst>
</file>

<file path=ppt/tags/tag205.xml><?xml version="1.0" encoding="utf-8"?>
<p:tagLst xmlns:a="http://schemas.openxmlformats.org/drawingml/2006/main" xmlns:r="http://schemas.openxmlformats.org/officeDocument/2006/relationships" xmlns:p="http://schemas.openxmlformats.org/presentationml/2006/main">
  <p:tag name="NUM" val="6"/>
</p:tagLst>
</file>

<file path=ppt/tags/tag206.xml><?xml version="1.0" encoding="utf-8"?>
<p:tagLst xmlns:a="http://schemas.openxmlformats.org/drawingml/2006/main" xmlns:r="http://schemas.openxmlformats.org/officeDocument/2006/relationships" xmlns:p="http://schemas.openxmlformats.org/presentationml/2006/main">
  <p:tag name="NUM" val="7"/>
</p:tagLst>
</file>

<file path=ppt/tags/tag207.xml><?xml version="1.0" encoding="utf-8"?>
<p:tagLst xmlns:a="http://schemas.openxmlformats.org/drawingml/2006/main" xmlns:r="http://schemas.openxmlformats.org/officeDocument/2006/relationships" xmlns:p="http://schemas.openxmlformats.org/presentationml/2006/main">
  <p:tag name="NUM" val="8"/>
</p:tagLst>
</file>

<file path=ppt/tags/tag208.xml><?xml version="1.0" encoding="utf-8"?>
<p:tagLst xmlns:a="http://schemas.openxmlformats.org/drawingml/2006/main" xmlns:r="http://schemas.openxmlformats.org/officeDocument/2006/relationships" xmlns:p="http://schemas.openxmlformats.org/presentationml/2006/main">
  <p:tag name="NUM" val="9"/>
</p:tagLst>
</file>

<file path=ppt/theme/theme1.xml><?xml version="1.0" encoding="utf-8"?>
<a:theme xmlns:a="http://schemas.openxmlformats.org/drawingml/2006/main" name="Office Theme">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70D17D98E537F4E9427EF7D53CD531A" ma:contentTypeVersion="13" ma:contentTypeDescription="Crée un document." ma:contentTypeScope="" ma:versionID="95e775c0f23dc584bef897cf3cac0127">
  <xsd:schema xmlns:xsd="http://www.w3.org/2001/XMLSchema" xmlns:xs="http://www.w3.org/2001/XMLSchema" xmlns:p="http://schemas.microsoft.com/office/2006/metadata/properties" xmlns:ns2="615257dd-5c63-4906-959a-e99ea12263b6" xmlns:ns3="55d1b9d6-7d16-4906-bdab-40ef09eda5cb" targetNamespace="http://schemas.microsoft.com/office/2006/metadata/properties" ma:root="true" ma:fieldsID="f21dfc697254c317fe97afcb3be8ac2f" ns2:_="" ns3:_="">
    <xsd:import namespace="615257dd-5c63-4906-959a-e99ea12263b6"/>
    <xsd:import namespace="55d1b9d6-7d16-4906-bdab-40ef09eda5c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5257dd-5c63-4906-959a-e99ea12263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91b0bf99-4294-4a90-b621-b034e5770e9a"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d1b9d6-7d16-4906-bdab-40ef09eda5c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c44ee18-befb-46ac-b372-6933ef7e311b}" ma:internalName="TaxCatchAll" ma:showField="CatchAllData" ma:web="55d1b9d6-7d16-4906-bdab-40ef09eda5cb">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5d1b9d6-7d16-4906-bdab-40ef09eda5cb" xsi:nil="true"/>
    <lcf76f155ced4ddcb4097134ff3c332f xmlns="615257dd-5c63-4906-959a-e99ea12263b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4A2C336-1633-4840-A366-3ADDB3628698}">
  <ds:schemaRefs>
    <ds:schemaRef ds:uri="http://schemas.microsoft.com/sharepoint/v3/contenttype/forms"/>
  </ds:schemaRefs>
</ds:datastoreItem>
</file>

<file path=customXml/itemProps2.xml><?xml version="1.0" encoding="utf-8"?>
<ds:datastoreItem xmlns:ds="http://schemas.openxmlformats.org/officeDocument/2006/customXml" ds:itemID="{1248D47D-8345-4E0D-AF55-E4294E705414}"/>
</file>

<file path=customXml/itemProps3.xml><?xml version="1.0" encoding="utf-8"?>
<ds:datastoreItem xmlns:ds="http://schemas.openxmlformats.org/officeDocument/2006/customXml" ds:itemID="{C5E4154C-8CFA-4BA5-9643-D71DA424DD27}">
  <ds:schemaRefs>
    <ds:schemaRef ds:uri="dcfa764e-74e9-4b5b-89b1-df2473755663"/>
    <ds:schemaRef ds:uri="http://purl.org/dc/terms/"/>
    <ds:schemaRef ds:uri="http://purl.org/dc/dcmitype/"/>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http://schemas.microsoft.com/office/infopath/2007/PartnerControls"/>
    <ds:schemaRef ds:uri="5d7cae21-21f0-403e-bb18-c2c81173a10c"/>
    <ds:schemaRef ds:uri="http://www.w3.org/XML/1998/namespace"/>
  </ds:schemaRefs>
</ds:datastoreItem>
</file>

<file path=docMetadata/LabelInfo.xml><?xml version="1.0" encoding="utf-8"?>
<clbl:labelList xmlns:clbl="http://schemas.microsoft.com/office/2020/mipLabelMetadata">
  <clbl:label id="{84fd72d2-863b-4358-94e1-5fb16c5f1682}" enabled="1" method="Standard" siteId="{5c5d95e5-3d31-489a-9cf0-160067e48ace}" removed="0"/>
</clbl:labelList>
</file>

<file path=docProps/app.xml><?xml version="1.0" encoding="utf-8"?>
<Properties xmlns="http://schemas.openxmlformats.org/officeDocument/2006/extended-properties" xmlns:vt="http://schemas.openxmlformats.org/officeDocument/2006/docPropsVTypes">
  <TotalTime>0</TotalTime>
  <Words>2507</Words>
  <Application>Microsoft Office PowerPoint</Application>
  <PresentationFormat>Personnalisé</PresentationFormat>
  <Paragraphs>162</Paragraphs>
  <Slides>31</Slides>
  <Notes>31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31</vt:i4>
      </vt:variant>
    </vt:vector>
  </HeadingPairs>
  <TitlesOfParts>
    <vt:vector size="39" baseType="lpstr">
      <vt:lpstr>Bobby Jones Soft</vt:lpstr>
      <vt:lpstr>Arimo Bold</vt:lpstr>
      <vt:lpstr>Symbol</vt:lpstr>
      <vt:lpstr>Aptos</vt:lpstr>
      <vt:lpstr>Courier New</vt: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Colorful Playful Illustrative Trivia Quiz Presentation</dc:title>
  <cp:lastModifiedBy>Alexanne Provencher</cp:lastModifiedBy>
  <cp:revision>1</cp:revision>
  <dcterms:created xsi:type="dcterms:W3CDTF">2006-08-16T00:00:00Z</dcterms:created>
  <dcterms:modified xsi:type="dcterms:W3CDTF">2025-08-21T17:58:12Z</dcterms:modified>
  <dc:identifier>DAGmrlWlsb8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0x010100170D17D98E537F4E9427EF7D53CD531A</vt:lpwstr>
  </property>
  <property fmtid="{D5CDD505-2E9C-101B-9397-08002B2CF9AE}" pid="3" name="MediaServiceImageTags">
    <vt:lpwstr/>
  </property>
  <property fmtid="{D5CDD505-2E9C-101B-9397-08002B2CF9AE}" pid="4" name="Order">
    <vt:r8>1000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